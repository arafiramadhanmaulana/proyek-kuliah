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E7E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82" y="7047368"/>
            <a:ext cx="18183959" cy="32399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19785" y="1623144"/>
            <a:ext cx="5848428" cy="1105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1">
                <a:solidFill>
                  <a:srgbClr val="15295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5295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5295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5295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E7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15770" y="1151740"/>
            <a:ext cx="985645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15295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15080" y="2472495"/>
            <a:ext cx="14857838" cy="497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hyperlink" Target="https://commuterline.id/perjalanan-krl/peta-rute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2998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55115" y="1114551"/>
            <a:ext cx="9525000" cy="8758555"/>
          </a:xfrm>
          <a:custGeom>
            <a:avLst/>
            <a:gdLst/>
            <a:ahLst/>
            <a:cxnLst/>
            <a:rect l="l" t="t" r="r" b="b"/>
            <a:pathLst>
              <a:path w="9525000" h="8758555">
                <a:moveTo>
                  <a:pt x="9525000" y="0"/>
                </a:moveTo>
                <a:lnTo>
                  <a:pt x="0" y="0"/>
                </a:lnTo>
                <a:lnTo>
                  <a:pt x="0" y="346405"/>
                </a:lnTo>
                <a:lnTo>
                  <a:pt x="0" y="8758352"/>
                </a:lnTo>
                <a:lnTo>
                  <a:pt x="9525000" y="8758352"/>
                </a:lnTo>
                <a:lnTo>
                  <a:pt x="9525000" y="346405"/>
                </a:lnTo>
                <a:lnTo>
                  <a:pt x="9525000" y="0"/>
                </a:lnTo>
                <a:close/>
              </a:path>
            </a:pathLst>
          </a:custGeom>
          <a:solidFill>
            <a:srgbClr val="F9E7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13266" y="1387599"/>
            <a:ext cx="8808720" cy="802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0500" spc="-555">
                <a:solidFill>
                  <a:srgbClr val="152950"/>
                </a:solidFill>
                <a:latin typeface="Trebuchet MS"/>
                <a:cs typeface="Trebuchet MS"/>
              </a:rPr>
              <a:t>Penerapan </a:t>
            </a:r>
            <a:r>
              <a:rPr dirty="0" sz="10500" spc="-550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10500" spc="-595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10500" spc="-39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10500" spc="45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10500" spc="-919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10500" spc="-720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10500" spc="-12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10500" spc="-919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10500" spc="-755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10500" spc="-484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10500" spc="-2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10500" spc="-720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10500" spc="360">
                <a:solidFill>
                  <a:srgbClr val="152950"/>
                </a:solidFill>
                <a:latin typeface="Trebuchet MS"/>
                <a:cs typeface="Trebuchet MS"/>
              </a:rPr>
              <a:t>y</a:t>
            </a:r>
            <a:r>
              <a:rPr dirty="0" sz="10500" spc="-720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10500" spc="-295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10500" spc="-39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10500" spc="-610">
                <a:solidFill>
                  <a:srgbClr val="152950"/>
                </a:solidFill>
                <a:latin typeface="Trebuchet MS"/>
                <a:cs typeface="Trebuchet MS"/>
              </a:rPr>
              <a:t>c  </a:t>
            </a:r>
            <a:r>
              <a:rPr dirty="0" sz="10500" spc="-1535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10500" spc="45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10500" spc="-44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10500" spc="-425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10500" spc="-355">
                <a:solidFill>
                  <a:srgbClr val="152950"/>
                </a:solidFill>
                <a:latin typeface="Trebuchet MS"/>
                <a:cs typeface="Trebuchet MS"/>
              </a:rPr>
              <a:t>h</a:t>
            </a:r>
            <a:r>
              <a:rPr dirty="0" sz="10500" spc="-484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10500" spc="-208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10500" spc="-919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10500" spc="45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10500" spc="-250">
                <a:solidFill>
                  <a:srgbClr val="152950"/>
                </a:solidFill>
                <a:latin typeface="Trebuchet MS"/>
                <a:cs typeface="Trebuchet MS"/>
              </a:rPr>
              <a:t>h</a:t>
            </a:r>
            <a:r>
              <a:rPr dirty="0" sz="10500" spc="-44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10500" spc="-65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10500" spc="-44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10500" spc="-370">
                <a:solidFill>
                  <a:srgbClr val="152950"/>
                </a:solidFill>
                <a:latin typeface="Trebuchet MS"/>
                <a:cs typeface="Trebuchet MS"/>
              </a:rPr>
              <a:t>p  </a:t>
            </a:r>
            <a:r>
              <a:rPr dirty="0" sz="10500" spc="-270">
                <a:solidFill>
                  <a:srgbClr val="152950"/>
                </a:solidFill>
                <a:latin typeface="Trebuchet MS"/>
                <a:cs typeface="Trebuchet MS"/>
              </a:rPr>
              <a:t>Jalur </a:t>
            </a:r>
            <a:r>
              <a:rPr dirty="0" sz="10500" spc="-415">
                <a:solidFill>
                  <a:srgbClr val="152950"/>
                </a:solidFill>
                <a:latin typeface="Trebuchet MS"/>
                <a:cs typeface="Trebuchet MS"/>
              </a:rPr>
              <a:t>KRL </a:t>
            </a:r>
            <a:r>
              <a:rPr dirty="0" sz="10500" spc="-409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10500" spc="-515">
                <a:solidFill>
                  <a:srgbClr val="152950"/>
                </a:solidFill>
                <a:latin typeface="Trebuchet MS"/>
                <a:cs typeface="Trebuchet MS"/>
              </a:rPr>
              <a:t>Jabodetabek</a:t>
            </a:r>
            <a:endParaRPr sz="105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969616" y="317949"/>
            <a:ext cx="14436090" cy="9969500"/>
            <a:chOff x="2969616" y="317949"/>
            <a:chExt cx="14436090" cy="9969500"/>
          </a:xfrm>
        </p:grpSpPr>
        <p:sp>
          <p:nvSpPr>
            <p:cNvPr id="6" name="object 6"/>
            <p:cNvSpPr/>
            <p:nvPr/>
          </p:nvSpPr>
          <p:spPr>
            <a:xfrm>
              <a:off x="10823143" y="8181212"/>
              <a:ext cx="6583045" cy="2106295"/>
            </a:xfrm>
            <a:custGeom>
              <a:avLst/>
              <a:gdLst/>
              <a:ahLst/>
              <a:cxnLst/>
              <a:rect l="l" t="t" r="r" b="b"/>
              <a:pathLst>
                <a:path w="6583044" h="2106295">
                  <a:moveTo>
                    <a:pt x="6582524" y="2105799"/>
                  </a:moveTo>
                  <a:lnTo>
                    <a:pt x="5496280" y="476440"/>
                  </a:lnTo>
                  <a:lnTo>
                    <a:pt x="5496280" y="1754555"/>
                  </a:lnTo>
                  <a:lnTo>
                    <a:pt x="1086205" y="1754555"/>
                  </a:lnTo>
                  <a:lnTo>
                    <a:pt x="1332636" y="1393494"/>
                  </a:lnTo>
                  <a:lnTo>
                    <a:pt x="5249850" y="1393494"/>
                  </a:lnTo>
                  <a:lnTo>
                    <a:pt x="5496280" y="1754555"/>
                  </a:lnTo>
                  <a:lnTo>
                    <a:pt x="5496280" y="476440"/>
                  </a:lnTo>
                  <a:lnTo>
                    <a:pt x="5178653" y="0"/>
                  </a:lnTo>
                  <a:lnTo>
                    <a:pt x="5148377" y="0"/>
                  </a:lnTo>
                  <a:lnTo>
                    <a:pt x="5148377" y="1244815"/>
                  </a:lnTo>
                  <a:lnTo>
                    <a:pt x="1434109" y="1244815"/>
                  </a:lnTo>
                  <a:lnTo>
                    <a:pt x="1666049" y="904989"/>
                  </a:lnTo>
                  <a:lnTo>
                    <a:pt x="4916449" y="904989"/>
                  </a:lnTo>
                  <a:lnTo>
                    <a:pt x="5148377" y="1244815"/>
                  </a:lnTo>
                  <a:lnTo>
                    <a:pt x="5148377" y="0"/>
                  </a:lnTo>
                  <a:lnTo>
                    <a:pt x="4800473" y="0"/>
                  </a:lnTo>
                  <a:lnTo>
                    <a:pt x="4800473" y="735076"/>
                  </a:lnTo>
                  <a:lnTo>
                    <a:pt x="1782025" y="735076"/>
                  </a:lnTo>
                  <a:lnTo>
                    <a:pt x="1854962" y="628218"/>
                  </a:lnTo>
                  <a:lnTo>
                    <a:pt x="2023338" y="352767"/>
                  </a:lnTo>
                  <a:lnTo>
                    <a:pt x="4533328" y="352767"/>
                  </a:lnTo>
                  <a:lnTo>
                    <a:pt x="4727549" y="628218"/>
                  </a:lnTo>
                  <a:lnTo>
                    <a:pt x="4800473" y="735076"/>
                  </a:lnTo>
                  <a:lnTo>
                    <a:pt x="4800473" y="0"/>
                  </a:lnTo>
                  <a:lnTo>
                    <a:pt x="4284599" y="0"/>
                  </a:lnTo>
                  <a:lnTo>
                    <a:pt x="4413529" y="182867"/>
                  </a:lnTo>
                  <a:lnTo>
                    <a:pt x="2127199" y="182867"/>
                  </a:lnTo>
                  <a:lnTo>
                    <a:pt x="2238997" y="0"/>
                  </a:lnTo>
                  <a:lnTo>
                    <a:pt x="1403858" y="0"/>
                  </a:lnTo>
                  <a:lnTo>
                    <a:pt x="0" y="2105799"/>
                  </a:lnTo>
                  <a:lnTo>
                    <a:pt x="846493" y="2105799"/>
                  </a:lnTo>
                  <a:lnTo>
                    <a:pt x="984745" y="1903222"/>
                  </a:lnTo>
                  <a:lnTo>
                    <a:pt x="5575947" y="1903222"/>
                  </a:lnTo>
                  <a:lnTo>
                    <a:pt x="5575947" y="1871281"/>
                  </a:lnTo>
                  <a:lnTo>
                    <a:pt x="5736018" y="2105799"/>
                  </a:lnTo>
                  <a:lnTo>
                    <a:pt x="6582524" y="2105799"/>
                  </a:lnTo>
                  <a:close/>
                </a:path>
              </a:pathLst>
            </a:custGeom>
            <a:solidFill>
              <a:srgbClr val="1529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53568" y="1236824"/>
              <a:ext cx="2830965" cy="29455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4620" y="1721529"/>
              <a:ext cx="5260961" cy="72135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69616" y="317949"/>
              <a:ext cx="6096000" cy="1143000"/>
            </a:xfrm>
            <a:custGeom>
              <a:avLst/>
              <a:gdLst/>
              <a:ahLst/>
              <a:cxnLst/>
              <a:rect l="l" t="t" r="r" b="b"/>
              <a:pathLst>
                <a:path w="6096000" h="1143000">
                  <a:moveTo>
                    <a:pt x="6095999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6095999" y="0"/>
                  </a:lnTo>
                  <a:lnTo>
                    <a:pt x="6095999" y="1143000"/>
                  </a:lnTo>
                  <a:close/>
                </a:path>
              </a:pathLst>
            </a:custGeom>
            <a:solidFill>
              <a:srgbClr val="1529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764021" y="559281"/>
            <a:ext cx="450723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0" b="1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dirty="0" spc="-295" b="1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pc="-200" b="1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pc="-160" b="1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pc="-75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pc="-455" b="1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dirty="0" spc="-20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pc="-80" b="1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pc="-125" b="1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pc="-434" b="1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pc="-204" b="1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pc="-75" b="1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pc="-430" b="1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pc="-65" b="1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pc="-700" b="1">
                <a:solidFill>
                  <a:srgbClr val="FFFFFF"/>
                </a:solidFill>
                <a:latin typeface="Verdana"/>
                <a:cs typeface="Verdana"/>
              </a:rPr>
              <a:t>: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847632" y="7547195"/>
            <a:ext cx="1396365" cy="363855"/>
            <a:chOff x="1847632" y="7547195"/>
            <a:chExt cx="1396365" cy="363855"/>
          </a:xfrm>
        </p:grpSpPr>
        <p:sp>
          <p:nvSpPr>
            <p:cNvPr id="12" name="object 12"/>
            <p:cNvSpPr/>
            <p:nvPr/>
          </p:nvSpPr>
          <p:spPr>
            <a:xfrm>
              <a:off x="1847621" y="7672552"/>
              <a:ext cx="1396365" cy="238760"/>
            </a:xfrm>
            <a:custGeom>
              <a:avLst/>
              <a:gdLst/>
              <a:ahLst/>
              <a:cxnLst/>
              <a:rect l="l" t="t" r="r" b="b"/>
              <a:pathLst>
                <a:path w="1396364" h="238759">
                  <a:moveTo>
                    <a:pt x="1036078" y="31356"/>
                  </a:moveTo>
                  <a:lnTo>
                    <a:pt x="1034211" y="20066"/>
                  </a:lnTo>
                  <a:lnTo>
                    <a:pt x="1028179" y="9715"/>
                  </a:lnTo>
                  <a:lnTo>
                    <a:pt x="1018997" y="2349"/>
                  </a:lnTo>
                  <a:lnTo>
                    <a:pt x="1007630" y="0"/>
                  </a:lnTo>
                  <a:lnTo>
                    <a:pt x="955535" y="3086"/>
                  </a:lnTo>
                  <a:lnTo>
                    <a:pt x="903414" y="5842"/>
                  </a:lnTo>
                  <a:lnTo>
                    <a:pt x="851281" y="8280"/>
                  </a:lnTo>
                  <a:lnTo>
                    <a:pt x="799134" y="10388"/>
                  </a:lnTo>
                  <a:lnTo>
                    <a:pt x="746975" y="12166"/>
                  </a:lnTo>
                  <a:lnTo>
                    <a:pt x="694804" y="13614"/>
                  </a:lnTo>
                  <a:lnTo>
                    <a:pt x="642632" y="14744"/>
                  </a:lnTo>
                  <a:lnTo>
                    <a:pt x="590448" y="15544"/>
                  </a:lnTo>
                  <a:lnTo>
                    <a:pt x="538264" y="16027"/>
                  </a:lnTo>
                  <a:lnTo>
                    <a:pt x="486079" y="16179"/>
                  </a:lnTo>
                  <a:lnTo>
                    <a:pt x="433895" y="16014"/>
                  </a:lnTo>
                  <a:lnTo>
                    <a:pt x="381698" y="15532"/>
                  </a:lnTo>
                  <a:lnTo>
                    <a:pt x="329514" y="14719"/>
                  </a:lnTo>
                  <a:lnTo>
                    <a:pt x="277329" y="13589"/>
                  </a:lnTo>
                  <a:lnTo>
                    <a:pt x="225158" y="12141"/>
                  </a:lnTo>
                  <a:lnTo>
                    <a:pt x="203073" y="20967"/>
                  </a:lnTo>
                  <a:lnTo>
                    <a:pt x="194856" y="41338"/>
                  </a:lnTo>
                  <a:lnTo>
                    <a:pt x="201053" y="62077"/>
                  </a:lnTo>
                  <a:lnTo>
                    <a:pt x="222224" y="71945"/>
                  </a:lnTo>
                  <a:lnTo>
                    <a:pt x="274408" y="73406"/>
                  </a:lnTo>
                  <a:lnTo>
                    <a:pt x="326593" y="74536"/>
                  </a:lnTo>
                  <a:lnTo>
                    <a:pt x="378777" y="75336"/>
                  </a:lnTo>
                  <a:lnTo>
                    <a:pt x="430961" y="75831"/>
                  </a:lnTo>
                  <a:lnTo>
                    <a:pt x="483146" y="75996"/>
                  </a:lnTo>
                  <a:lnTo>
                    <a:pt x="535343" y="75831"/>
                  </a:lnTo>
                  <a:lnTo>
                    <a:pt x="587527" y="75349"/>
                  </a:lnTo>
                  <a:lnTo>
                    <a:pt x="639699" y="74549"/>
                  </a:lnTo>
                  <a:lnTo>
                    <a:pt x="691870" y="73418"/>
                  </a:lnTo>
                  <a:lnTo>
                    <a:pt x="744042" y="71970"/>
                  </a:lnTo>
                  <a:lnTo>
                    <a:pt x="796201" y="70192"/>
                  </a:lnTo>
                  <a:lnTo>
                    <a:pt x="848347" y="68084"/>
                  </a:lnTo>
                  <a:lnTo>
                    <a:pt x="900480" y="65646"/>
                  </a:lnTo>
                  <a:lnTo>
                    <a:pt x="952601" y="62890"/>
                  </a:lnTo>
                  <a:lnTo>
                    <a:pt x="1004709" y="59804"/>
                  </a:lnTo>
                  <a:lnTo>
                    <a:pt x="1033081" y="42951"/>
                  </a:lnTo>
                  <a:lnTo>
                    <a:pt x="1036078" y="31356"/>
                  </a:lnTo>
                  <a:close/>
                </a:path>
                <a:path w="1396364" h="238759">
                  <a:moveTo>
                    <a:pt x="1395844" y="171729"/>
                  </a:moveTo>
                  <a:lnTo>
                    <a:pt x="1393977" y="160477"/>
                  </a:lnTo>
                  <a:lnTo>
                    <a:pt x="1387944" y="150202"/>
                  </a:lnTo>
                  <a:lnTo>
                    <a:pt x="1378750" y="142849"/>
                  </a:lnTo>
                  <a:lnTo>
                    <a:pt x="1367409" y="140360"/>
                  </a:lnTo>
                  <a:lnTo>
                    <a:pt x="1317739" y="142938"/>
                  </a:lnTo>
                  <a:lnTo>
                    <a:pt x="1268069" y="145415"/>
                  </a:lnTo>
                  <a:lnTo>
                    <a:pt x="1218399" y="147815"/>
                  </a:lnTo>
                  <a:lnTo>
                    <a:pt x="1168742" y="150126"/>
                  </a:lnTo>
                  <a:lnTo>
                    <a:pt x="1119073" y="152349"/>
                  </a:lnTo>
                  <a:lnTo>
                    <a:pt x="1069403" y="154495"/>
                  </a:lnTo>
                  <a:lnTo>
                    <a:pt x="1019733" y="156540"/>
                  </a:lnTo>
                  <a:lnTo>
                    <a:pt x="970051" y="158496"/>
                  </a:lnTo>
                  <a:lnTo>
                    <a:pt x="920381" y="160375"/>
                  </a:lnTo>
                  <a:lnTo>
                    <a:pt x="870712" y="162153"/>
                  </a:lnTo>
                  <a:lnTo>
                    <a:pt x="821029" y="163842"/>
                  </a:lnTo>
                  <a:lnTo>
                    <a:pt x="771347" y="165442"/>
                  </a:lnTo>
                  <a:lnTo>
                    <a:pt x="721664" y="166954"/>
                  </a:lnTo>
                  <a:lnTo>
                    <a:pt x="671982" y="168363"/>
                  </a:lnTo>
                  <a:lnTo>
                    <a:pt x="622300" y="169697"/>
                  </a:lnTo>
                  <a:lnTo>
                    <a:pt x="572604" y="170929"/>
                  </a:lnTo>
                  <a:lnTo>
                    <a:pt x="522909" y="172072"/>
                  </a:lnTo>
                  <a:lnTo>
                    <a:pt x="473214" y="173113"/>
                  </a:lnTo>
                  <a:lnTo>
                    <a:pt x="423519" y="174078"/>
                  </a:lnTo>
                  <a:lnTo>
                    <a:pt x="373811" y="174929"/>
                  </a:lnTo>
                  <a:lnTo>
                    <a:pt x="275170" y="176403"/>
                  </a:lnTo>
                  <a:lnTo>
                    <a:pt x="226225" y="177012"/>
                  </a:lnTo>
                  <a:lnTo>
                    <a:pt x="177266" y="177495"/>
                  </a:lnTo>
                  <a:lnTo>
                    <a:pt x="128282" y="177888"/>
                  </a:lnTo>
                  <a:lnTo>
                    <a:pt x="79273" y="178168"/>
                  </a:lnTo>
                  <a:lnTo>
                    <a:pt x="30226" y="178346"/>
                  </a:lnTo>
                  <a:lnTo>
                    <a:pt x="8242" y="187693"/>
                  </a:lnTo>
                  <a:lnTo>
                    <a:pt x="0" y="208254"/>
                  </a:lnTo>
                  <a:lnTo>
                    <a:pt x="6146" y="228815"/>
                  </a:lnTo>
                  <a:lnTo>
                    <a:pt x="27292" y="238150"/>
                  </a:lnTo>
                  <a:lnTo>
                    <a:pt x="77012" y="237921"/>
                  </a:lnTo>
                  <a:lnTo>
                    <a:pt x="126746" y="237604"/>
                  </a:lnTo>
                  <a:lnTo>
                    <a:pt x="176453" y="237197"/>
                  </a:lnTo>
                  <a:lnTo>
                    <a:pt x="226174" y="236689"/>
                  </a:lnTo>
                  <a:lnTo>
                    <a:pt x="275882" y="236080"/>
                  </a:lnTo>
                  <a:lnTo>
                    <a:pt x="325589" y="235394"/>
                  </a:lnTo>
                  <a:lnTo>
                    <a:pt x="375297" y="234607"/>
                  </a:lnTo>
                  <a:lnTo>
                    <a:pt x="425005" y="233730"/>
                  </a:lnTo>
                  <a:lnTo>
                    <a:pt x="474700" y="232765"/>
                  </a:lnTo>
                  <a:lnTo>
                    <a:pt x="524395" y="231711"/>
                  </a:lnTo>
                  <a:lnTo>
                    <a:pt x="574090" y="230555"/>
                  </a:lnTo>
                  <a:lnTo>
                    <a:pt x="623785" y="229323"/>
                  </a:lnTo>
                  <a:lnTo>
                    <a:pt x="673481" y="227990"/>
                  </a:lnTo>
                  <a:lnTo>
                    <a:pt x="723176" y="226568"/>
                  </a:lnTo>
                  <a:lnTo>
                    <a:pt x="772858" y="225069"/>
                  </a:lnTo>
                  <a:lnTo>
                    <a:pt x="822553" y="223469"/>
                  </a:lnTo>
                  <a:lnTo>
                    <a:pt x="872236" y="221792"/>
                  </a:lnTo>
                  <a:lnTo>
                    <a:pt x="921918" y="220014"/>
                  </a:lnTo>
                  <a:lnTo>
                    <a:pt x="971600" y="218160"/>
                  </a:lnTo>
                  <a:lnTo>
                    <a:pt x="1021295" y="216217"/>
                  </a:lnTo>
                  <a:lnTo>
                    <a:pt x="1070978" y="214185"/>
                  </a:lnTo>
                  <a:lnTo>
                    <a:pt x="1119962" y="212115"/>
                  </a:lnTo>
                  <a:lnTo>
                    <a:pt x="1168908" y="209943"/>
                  </a:lnTo>
                  <a:lnTo>
                    <a:pt x="1217815" y="207657"/>
                  </a:lnTo>
                  <a:lnTo>
                    <a:pt x="1266710" y="205270"/>
                  </a:lnTo>
                  <a:lnTo>
                    <a:pt x="1315593" y="202768"/>
                  </a:lnTo>
                  <a:lnTo>
                    <a:pt x="1364475" y="200164"/>
                  </a:lnTo>
                  <a:lnTo>
                    <a:pt x="1392847" y="183362"/>
                  </a:lnTo>
                  <a:lnTo>
                    <a:pt x="1395844" y="171729"/>
                  </a:lnTo>
                  <a:close/>
                </a:path>
              </a:pathLst>
            </a:custGeom>
            <a:solidFill>
              <a:srgbClr val="1529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6800" y="7547195"/>
              <a:ext cx="237024" cy="685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68000" y="0"/>
            <a:ext cx="7620000" cy="10287000"/>
            <a:chOff x="10668000" y="0"/>
            <a:chExt cx="7620000" cy="10287000"/>
          </a:xfrm>
        </p:grpSpPr>
        <p:sp>
          <p:nvSpPr>
            <p:cNvPr id="3" name="object 3"/>
            <p:cNvSpPr/>
            <p:nvPr/>
          </p:nvSpPr>
          <p:spPr>
            <a:xfrm>
              <a:off x="10668000" y="0"/>
              <a:ext cx="7620000" cy="10287000"/>
            </a:xfrm>
            <a:custGeom>
              <a:avLst/>
              <a:gdLst/>
              <a:ahLst/>
              <a:cxnLst/>
              <a:rect l="l" t="t" r="r" b="b"/>
              <a:pathLst>
                <a:path w="7620000" h="10287000">
                  <a:moveTo>
                    <a:pt x="0" y="10286999"/>
                  </a:moveTo>
                  <a:lnTo>
                    <a:pt x="7619999" y="10286999"/>
                  </a:lnTo>
                  <a:lnTo>
                    <a:pt x="7619999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F0C2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667987" y="11"/>
              <a:ext cx="7620000" cy="5918200"/>
            </a:xfrm>
            <a:custGeom>
              <a:avLst/>
              <a:gdLst/>
              <a:ahLst/>
              <a:cxnLst/>
              <a:rect l="l" t="t" r="r" b="b"/>
              <a:pathLst>
                <a:path w="7620000" h="5918200">
                  <a:moveTo>
                    <a:pt x="7620000" y="406400"/>
                  </a:moveTo>
                  <a:lnTo>
                    <a:pt x="7035343" y="406400"/>
                  </a:lnTo>
                  <a:lnTo>
                    <a:pt x="7035343" y="0"/>
                  </a:lnTo>
                  <a:lnTo>
                    <a:pt x="6998817" y="0"/>
                  </a:lnTo>
                  <a:lnTo>
                    <a:pt x="6998817" y="5130800"/>
                  </a:lnTo>
                  <a:lnTo>
                    <a:pt x="6247625" y="5130800"/>
                  </a:lnTo>
                  <a:lnTo>
                    <a:pt x="6247625" y="4381500"/>
                  </a:lnTo>
                  <a:lnTo>
                    <a:pt x="6998817" y="4381500"/>
                  </a:lnTo>
                  <a:lnTo>
                    <a:pt x="6998817" y="4343400"/>
                  </a:lnTo>
                  <a:lnTo>
                    <a:pt x="6211087" y="4343400"/>
                  </a:lnTo>
                  <a:lnTo>
                    <a:pt x="6211087" y="4381500"/>
                  </a:lnTo>
                  <a:lnTo>
                    <a:pt x="6211087" y="5130800"/>
                  </a:lnTo>
                  <a:lnTo>
                    <a:pt x="5459908" y="5130800"/>
                  </a:lnTo>
                  <a:lnTo>
                    <a:pt x="5459908" y="4381500"/>
                  </a:lnTo>
                  <a:lnTo>
                    <a:pt x="6211087" y="4381500"/>
                  </a:lnTo>
                  <a:lnTo>
                    <a:pt x="6211087" y="4343400"/>
                  </a:lnTo>
                  <a:lnTo>
                    <a:pt x="5459908" y="4343400"/>
                  </a:lnTo>
                  <a:lnTo>
                    <a:pt x="5459908" y="3594100"/>
                  </a:lnTo>
                  <a:lnTo>
                    <a:pt x="6998817" y="3594100"/>
                  </a:lnTo>
                  <a:lnTo>
                    <a:pt x="6998817" y="3556000"/>
                  </a:lnTo>
                  <a:lnTo>
                    <a:pt x="6247625" y="3556000"/>
                  </a:lnTo>
                  <a:lnTo>
                    <a:pt x="6247625" y="2806700"/>
                  </a:lnTo>
                  <a:lnTo>
                    <a:pt x="6998817" y="2806700"/>
                  </a:lnTo>
                  <a:lnTo>
                    <a:pt x="6998817" y="2768600"/>
                  </a:lnTo>
                  <a:lnTo>
                    <a:pt x="6247625" y="2768600"/>
                  </a:lnTo>
                  <a:lnTo>
                    <a:pt x="6247625" y="2019300"/>
                  </a:lnTo>
                  <a:lnTo>
                    <a:pt x="6998817" y="2019300"/>
                  </a:lnTo>
                  <a:lnTo>
                    <a:pt x="6998817" y="1981200"/>
                  </a:lnTo>
                  <a:lnTo>
                    <a:pt x="6247625" y="1981200"/>
                  </a:lnTo>
                  <a:lnTo>
                    <a:pt x="6247625" y="1231900"/>
                  </a:lnTo>
                  <a:lnTo>
                    <a:pt x="6998817" y="1231900"/>
                  </a:lnTo>
                  <a:lnTo>
                    <a:pt x="6998817" y="1193800"/>
                  </a:lnTo>
                  <a:lnTo>
                    <a:pt x="6247625" y="1193800"/>
                  </a:lnTo>
                  <a:lnTo>
                    <a:pt x="6247625" y="444500"/>
                  </a:lnTo>
                  <a:lnTo>
                    <a:pt x="6998817" y="444500"/>
                  </a:lnTo>
                  <a:lnTo>
                    <a:pt x="6998817" y="406400"/>
                  </a:lnTo>
                  <a:lnTo>
                    <a:pt x="6247625" y="406400"/>
                  </a:lnTo>
                  <a:lnTo>
                    <a:pt x="6247625" y="0"/>
                  </a:lnTo>
                  <a:lnTo>
                    <a:pt x="6211087" y="0"/>
                  </a:lnTo>
                  <a:lnTo>
                    <a:pt x="6211087" y="3556000"/>
                  </a:lnTo>
                  <a:lnTo>
                    <a:pt x="5459908" y="3556000"/>
                  </a:lnTo>
                  <a:lnTo>
                    <a:pt x="5459908" y="2806700"/>
                  </a:lnTo>
                  <a:lnTo>
                    <a:pt x="6211087" y="2806700"/>
                  </a:lnTo>
                  <a:lnTo>
                    <a:pt x="6211087" y="2768600"/>
                  </a:lnTo>
                  <a:lnTo>
                    <a:pt x="5459908" y="2768600"/>
                  </a:lnTo>
                  <a:lnTo>
                    <a:pt x="5459908" y="2019300"/>
                  </a:lnTo>
                  <a:lnTo>
                    <a:pt x="6211087" y="2019300"/>
                  </a:lnTo>
                  <a:lnTo>
                    <a:pt x="6211087" y="1981200"/>
                  </a:lnTo>
                  <a:lnTo>
                    <a:pt x="5459908" y="1981200"/>
                  </a:lnTo>
                  <a:lnTo>
                    <a:pt x="5459908" y="1231900"/>
                  </a:lnTo>
                  <a:lnTo>
                    <a:pt x="6211087" y="1231900"/>
                  </a:lnTo>
                  <a:lnTo>
                    <a:pt x="6211087" y="1193800"/>
                  </a:lnTo>
                  <a:lnTo>
                    <a:pt x="5459908" y="1193800"/>
                  </a:lnTo>
                  <a:lnTo>
                    <a:pt x="5459908" y="444500"/>
                  </a:lnTo>
                  <a:lnTo>
                    <a:pt x="6211087" y="444500"/>
                  </a:lnTo>
                  <a:lnTo>
                    <a:pt x="6211087" y="406400"/>
                  </a:lnTo>
                  <a:lnTo>
                    <a:pt x="5459908" y="406400"/>
                  </a:lnTo>
                  <a:lnTo>
                    <a:pt x="5459908" y="0"/>
                  </a:lnTo>
                  <a:lnTo>
                    <a:pt x="5423370" y="0"/>
                  </a:lnTo>
                  <a:lnTo>
                    <a:pt x="5423370" y="5130800"/>
                  </a:lnTo>
                  <a:lnTo>
                    <a:pt x="4672190" y="5130800"/>
                  </a:lnTo>
                  <a:lnTo>
                    <a:pt x="4672190" y="4381500"/>
                  </a:lnTo>
                  <a:lnTo>
                    <a:pt x="5423370" y="4381500"/>
                  </a:lnTo>
                  <a:lnTo>
                    <a:pt x="5423370" y="4343400"/>
                  </a:lnTo>
                  <a:lnTo>
                    <a:pt x="4672190" y="4343400"/>
                  </a:lnTo>
                  <a:lnTo>
                    <a:pt x="4672190" y="3594100"/>
                  </a:lnTo>
                  <a:lnTo>
                    <a:pt x="5423370" y="3594100"/>
                  </a:lnTo>
                  <a:lnTo>
                    <a:pt x="5423370" y="3556000"/>
                  </a:lnTo>
                  <a:lnTo>
                    <a:pt x="4672190" y="3556000"/>
                  </a:lnTo>
                  <a:lnTo>
                    <a:pt x="4672190" y="2806700"/>
                  </a:lnTo>
                  <a:lnTo>
                    <a:pt x="5423370" y="2806700"/>
                  </a:lnTo>
                  <a:lnTo>
                    <a:pt x="5423370" y="2768600"/>
                  </a:lnTo>
                  <a:lnTo>
                    <a:pt x="4672190" y="2768600"/>
                  </a:lnTo>
                  <a:lnTo>
                    <a:pt x="4672190" y="2019300"/>
                  </a:lnTo>
                  <a:lnTo>
                    <a:pt x="5423370" y="2019300"/>
                  </a:lnTo>
                  <a:lnTo>
                    <a:pt x="5423370" y="1981200"/>
                  </a:lnTo>
                  <a:lnTo>
                    <a:pt x="4672190" y="1981200"/>
                  </a:lnTo>
                  <a:lnTo>
                    <a:pt x="4672190" y="1231900"/>
                  </a:lnTo>
                  <a:lnTo>
                    <a:pt x="5423370" y="1231900"/>
                  </a:lnTo>
                  <a:lnTo>
                    <a:pt x="5423370" y="1193800"/>
                  </a:lnTo>
                  <a:lnTo>
                    <a:pt x="4672190" y="1193800"/>
                  </a:lnTo>
                  <a:lnTo>
                    <a:pt x="4672190" y="444500"/>
                  </a:lnTo>
                  <a:lnTo>
                    <a:pt x="5423370" y="444500"/>
                  </a:lnTo>
                  <a:lnTo>
                    <a:pt x="5423370" y="406400"/>
                  </a:lnTo>
                  <a:lnTo>
                    <a:pt x="4672190" y="406400"/>
                  </a:lnTo>
                  <a:lnTo>
                    <a:pt x="4672190" y="0"/>
                  </a:lnTo>
                  <a:lnTo>
                    <a:pt x="4635652" y="0"/>
                  </a:lnTo>
                  <a:lnTo>
                    <a:pt x="4635652" y="5130800"/>
                  </a:lnTo>
                  <a:lnTo>
                    <a:pt x="3884447" y="5130800"/>
                  </a:lnTo>
                  <a:lnTo>
                    <a:pt x="3884447" y="4381500"/>
                  </a:lnTo>
                  <a:lnTo>
                    <a:pt x="4635652" y="4381500"/>
                  </a:lnTo>
                  <a:lnTo>
                    <a:pt x="4635652" y="4343400"/>
                  </a:lnTo>
                  <a:lnTo>
                    <a:pt x="3884447" y="4343400"/>
                  </a:lnTo>
                  <a:lnTo>
                    <a:pt x="3884447" y="3594100"/>
                  </a:lnTo>
                  <a:lnTo>
                    <a:pt x="4635652" y="3594100"/>
                  </a:lnTo>
                  <a:lnTo>
                    <a:pt x="4635652" y="3556000"/>
                  </a:lnTo>
                  <a:lnTo>
                    <a:pt x="3884447" y="3556000"/>
                  </a:lnTo>
                  <a:lnTo>
                    <a:pt x="3884447" y="2806700"/>
                  </a:lnTo>
                  <a:lnTo>
                    <a:pt x="4635652" y="2806700"/>
                  </a:lnTo>
                  <a:lnTo>
                    <a:pt x="4635652" y="2768600"/>
                  </a:lnTo>
                  <a:lnTo>
                    <a:pt x="3884447" y="2768600"/>
                  </a:lnTo>
                  <a:lnTo>
                    <a:pt x="3884447" y="2019300"/>
                  </a:lnTo>
                  <a:lnTo>
                    <a:pt x="4635652" y="2019300"/>
                  </a:lnTo>
                  <a:lnTo>
                    <a:pt x="4635652" y="1981200"/>
                  </a:lnTo>
                  <a:lnTo>
                    <a:pt x="3884447" y="1981200"/>
                  </a:lnTo>
                  <a:lnTo>
                    <a:pt x="3884447" y="1231900"/>
                  </a:lnTo>
                  <a:lnTo>
                    <a:pt x="4635652" y="1231900"/>
                  </a:lnTo>
                  <a:lnTo>
                    <a:pt x="4635652" y="1193800"/>
                  </a:lnTo>
                  <a:lnTo>
                    <a:pt x="3884447" y="1193800"/>
                  </a:lnTo>
                  <a:lnTo>
                    <a:pt x="3884447" y="444500"/>
                  </a:lnTo>
                  <a:lnTo>
                    <a:pt x="4635652" y="444500"/>
                  </a:lnTo>
                  <a:lnTo>
                    <a:pt x="4635652" y="406400"/>
                  </a:lnTo>
                  <a:lnTo>
                    <a:pt x="3884447" y="406400"/>
                  </a:lnTo>
                  <a:lnTo>
                    <a:pt x="3884447" y="0"/>
                  </a:lnTo>
                  <a:lnTo>
                    <a:pt x="3847922" y="0"/>
                  </a:lnTo>
                  <a:lnTo>
                    <a:pt x="3847922" y="5130800"/>
                  </a:lnTo>
                  <a:lnTo>
                    <a:pt x="3096742" y="5130800"/>
                  </a:lnTo>
                  <a:lnTo>
                    <a:pt x="3096742" y="4381500"/>
                  </a:lnTo>
                  <a:lnTo>
                    <a:pt x="3847922" y="4381500"/>
                  </a:lnTo>
                  <a:lnTo>
                    <a:pt x="3847922" y="4343400"/>
                  </a:lnTo>
                  <a:lnTo>
                    <a:pt x="3096742" y="4343400"/>
                  </a:lnTo>
                  <a:lnTo>
                    <a:pt x="3096742" y="3594100"/>
                  </a:lnTo>
                  <a:lnTo>
                    <a:pt x="3847922" y="3594100"/>
                  </a:lnTo>
                  <a:lnTo>
                    <a:pt x="3847922" y="3556000"/>
                  </a:lnTo>
                  <a:lnTo>
                    <a:pt x="3096742" y="3556000"/>
                  </a:lnTo>
                  <a:lnTo>
                    <a:pt x="3096742" y="2806700"/>
                  </a:lnTo>
                  <a:lnTo>
                    <a:pt x="3847922" y="2806700"/>
                  </a:lnTo>
                  <a:lnTo>
                    <a:pt x="3847922" y="2768600"/>
                  </a:lnTo>
                  <a:lnTo>
                    <a:pt x="3096742" y="2768600"/>
                  </a:lnTo>
                  <a:lnTo>
                    <a:pt x="3096742" y="2019300"/>
                  </a:lnTo>
                  <a:lnTo>
                    <a:pt x="3847922" y="2019300"/>
                  </a:lnTo>
                  <a:lnTo>
                    <a:pt x="3847922" y="1981200"/>
                  </a:lnTo>
                  <a:lnTo>
                    <a:pt x="3096742" y="1981200"/>
                  </a:lnTo>
                  <a:lnTo>
                    <a:pt x="3096742" y="1231900"/>
                  </a:lnTo>
                  <a:lnTo>
                    <a:pt x="3847922" y="1231900"/>
                  </a:lnTo>
                  <a:lnTo>
                    <a:pt x="3847922" y="1193800"/>
                  </a:lnTo>
                  <a:lnTo>
                    <a:pt x="3096742" y="1193800"/>
                  </a:lnTo>
                  <a:lnTo>
                    <a:pt x="3096742" y="444500"/>
                  </a:lnTo>
                  <a:lnTo>
                    <a:pt x="3847922" y="444500"/>
                  </a:lnTo>
                  <a:lnTo>
                    <a:pt x="3847922" y="406400"/>
                  </a:lnTo>
                  <a:lnTo>
                    <a:pt x="3096742" y="406400"/>
                  </a:lnTo>
                  <a:lnTo>
                    <a:pt x="3096742" y="0"/>
                  </a:lnTo>
                  <a:lnTo>
                    <a:pt x="3060217" y="0"/>
                  </a:lnTo>
                  <a:lnTo>
                    <a:pt x="3060217" y="5130800"/>
                  </a:lnTo>
                  <a:lnTo>
                    <a:pt x="2309012" y="5130800"/>
                  </a:lnTo>
                  <a:lnTo>
                    <a:pt x="2309012" y="4381500"/>
                  </a:lnTo>
                  <a:lnTo>
                    <a:pt x="3060217" y="4381500"/>
                  </a:lnTo>
                  <a:lnTo>
                    <a:pt x="3060217" y="4343400"/>
                  </a:lnTo>
                  <a:lnTo>
                    <a:pt x="2309012" y="4343400"/>
                  </a:lnTo>
                  <a:lnTo>
                    <a:pt x="2309012" y="3594100"/>
                  </a:lnTo>
                  <a:lnTo>
                    <a:pt x="3060217" y="3594100"/>
                  </a:lnTo>
                  <a:lnTo>
                    <a:pt x="3060217" y="3556000"/>
                  </a:lnTo>
                  <a:lnTo>
                    <a:pt x="2309012" y="3556000"/>
                  </a:lnTo>
                  <a:lnTo>
                    <a:pt x="2309012" y="2806700"/>
                  </a:lnTo>
                  <a:lnTo>
                    <a:pt x="3060217" y="2806700"/>
                  </a:lnTo>
                  <a:lnTo>
                    <a:pt x="3060217" y="2768600"/>
                  </a:lnTo>
                  <a:lnTo>
                    <a:pt x="2309012" y="2768600"/>
                  </a:lnTo>
                  <a:lnTo>
                    <a:pt x="2309012" y="2019300"/>
                  </a:lnTo>
                  <a:lnTo>
                    <a:pt x="3060217" y="2019300"/>
                  </a:lnTo>
                  <a:lnTo>
                    <a:pt x="3060217" y="1981200"/>
                  </a:lnTo>
                  <a:lnTo>
                    <a:pt x="2309012" y="1981200"/>
                  </a:lnTo>
                  <a:lnTo>
                    <a:pt x="2309012" y="1231900"/>
                  </a:lnTo>
                  <a:lnTo>
                    <a:pt x="3060217" y="1231900"/>
                  </a:lnTo>
                  <a:lnTo>
                    <a:pt x="3060217" y="1193800"/>
                  </a:lnTo>
                  <a:lnTo>
                    <a:pt x="2309012" y="1193800"/>
                  </a:lnTo>
                  <a:lnTo>
                    <a:pt x="2309012" y="444500"/>
                  </a:lnTo>
                  <a:lnTo>
                    <a:pt x="3060217" y="444500"/>
                  </a:lnTo>
                  <a:lnTo>
                    <a:pt x="3060217" y="406400"/>
                  </a:lnTo>
                  <a:lnTo>
                    <a:pt x="2309012" y="406400"/>
                  </a:lnTo>
                  <a:lnTo>
                    <a:pt x="2309012" y="0"/>
                  </a:lnTo>
                  <a:lnTo>
                    <a:pt x="2272474" y="0"/>
                  </a:lnTo>
                  <a:lnTo>
                    <a:pt x="2272474" y="5130800"/>
                  </a:lnTo>
                  <a:lnTo>
                    <a:pt x="1521282" y="5130800"/>
                  </a:lnTo>
                  <a:lnTo>
                    <a:pt x="1521282" y="4381500"/>
                  </a:lnTo>
                  <a:lnTo>
                    <a:pt x="2272474" y="4381500"/>
                  </a:lnTo>
                  <a:lnTo>
                    <a:pt x="2272474" y="4343400"/>
                  </a:lnTo>
                  <a:lnTo>
                    <a:pt x="1521282" y="4343400"/>
                  </a:lnTo>
                  <a:lnTo>
                    <a:pt x="1521282" y="3594100"/>
                  </a:lnTo>
                  <a:lnTo>
                    <a:pt x="2272474" y="3594100"/>
                  </a:lnTo>
                  <a:lnTo>
                    <a:pt x="2272474" y="3556000"/>
                  </a:lnTo>
                  <a:lnTo>
                    <a:pt x="1521282" y="3556000"/>
                  </a:lnTo>
                  <a:lnTo>
                    <a:pt x="1521282" y="2806700"/>
                  </a:lnTo>
                  <a:lnTo>
                    <a:pt x="2272474" y="2806700"/>
                  </a:lnTo>
                  <a:lnTo>
                    <a:pt x="2272474" y="2768600"/>
                  </a:lnTo>
                  <a:lnTo>
                    <a:pt x="1521282" y="2768600"/>
                  </a:lnTo>
                  <a:lnTo>
                    <a:pt x="1521282" y="2019300"/>
                  </a:lnTo>
                  <a:lnTo>
                    <a:pt x="2272474" y="2019300"/>
                  </a:lnTo>
                  <a:lnTo>
                    <a:pt x="2272474" y="1981200"/>
                  </a:lnTo>
                  <a:lnTo>
                    <a:pt x="1521282" y="1981200"/>
                  </a:lnTo>
                  <a:lnTo>
                    <a:pt x="1521282" y="1231900"/>
                  </a:lnTo>
                  <a:lnTo>
                    <a:pt x="2272474" y="1231900"/>
                  </a:lnTo>
                  <a:lnTo>
                    <a:pt x="2272474" y="1193800"/>
                  </a:lnTo>
                  <a:lnTo>
                    <a:pt x="1521282" y="1193800"/>
                  </a:lnTo>
                  <a:lnTo>
                    <a:pt x="1521282" y="444500"/>
                  </a:lnTo>
                  <a:lnTo>
                    <a:pt x="2272474" y="444500"/>
                  </a:lnTo>
                  <a:lnTo>
                    <a:pt x="2272474" y="406400"/>
                  </a:lnTo>
                  <a:lnTo>
                    <a:pt x="1521282" y="406400"/>
                  </a:lnTo>
                  <a:lnTo>
                    <a:pt x="1521282" y="0"/>
                  </a:lnTo>
                  <a:lnTo>
                    <a:pt x="1484744" y="0"/>
                  </a:lnTo>
                  <a:lnTo>
                    <a:pt x="1484744" y="5130800"/>
                  </a:lnTo>
                  <a:lnTo>
                    <a:pt x="733577" y="5130800"/>
                  </a:lnTo>
                  <a:lnTo>
                    <a:pt x="733577" y="4381500"/>
                  </a:lnTo>
                  <a:lnTo>
                    <a:pt x="1484744" y="4381500"/>
                  </a:lnTo>
                  <a:lnTo>
                    <a:pt x="1484744" y="4343400"/>
                  </a:lnTo>
                  <a:lnTo>
                    <a:pt x="733577" y="4343400"/>
                  </a:lnTo>
                  <a:lnTo>
                    <a:pt x="733577" y="3594100"/>
                  </a:lnTo>
                  <a:lnTo>
                    <a:pt x="1484744" y="3594100"/>
                  </a:lnTo>
                  <a:lnTo>
                    <a:pt x="1484744" y="3556000"/>
                  </a:lnTo>
                  <a:lnTo>
                    <a:pt x="733577" y="3556000"/>
                  </a:lnTo>
                  <a:lnTo>
                    <a:pt x="733577" y="2806700"/>
                  </a:lnTo>
                  <a:lnTo>
                    <a:pt x="1484744" y="2806700"/>
                  </a:lnTo>
                  <a:lnTo>
                    <a:pt x="1484744" y="2768600"/>
                  </a:lnTo>
                  <a:lnTo>
                    <a:pt x="733577" y="2768600"/>
                  </a:lnTo>
                  <a:lnTo>
                    <a:pt x="733577" y="2019300"/>
                  </a:lnTo>
                  <a:lnTo>
                    <a:pt x="1484744" y="2019300"/>
                  </a:lnTo>
                  <a:lnTo>
                    <a:pt x="1484744" y="1981200"/>
                  </a:lnTo>
                  <a:lnTo>
                    <a:pt x="733577" y="1981200"/>
                  </a:lnTo>
                  <a:lnTo>
                    <a:pt x="733577" y="1231900"/>
                  </a:lnTo>
                  <a:lnTo>
                    <a:pt x="1484744" y="1231900"/>
                  </a:lnTo>
                  <a:lnTo>
                    <a:pt x="1484744" y="1193800"/>
                  </a:lnTo>
                  <a:lnTo>
                    <a:pt x="733577" y="1193800"/>
                  </a:lnTo>
                  <a:lnTo>
                    <a:pt x="733577" y="444500"/>
                  </a:lnTo>
                  <a:lnTo>
                    <a:pt x="1484744" y="444500"/>
                  </a:lnTo>
                  <a:lnTo>
                    <a:pt x="1484744" y="406400"/>
                  </a:lnTo>
                  <a:lnTo>
                    <a:pt x="733577" y="406400"/>
                  </a:lnTo>
                  <a:lnTo>
                    <a:pt x="733577" y="0"/>
                  </a:lnTo>
                  <a:lnTo>
                    <a:pt x="697039" y="0"/>
                  </a:lnTo>
                  <a:lnTo>
                    <a:pt x="697039" y="406400"/>
                  </a:lnTo>
                  <a:lnTo>
                    <a:pt x="0" y="406400"/>
                  </a:lnTo>
                  <a:lnTo>
                    <a:pt x="0" y="444500"/>
                  </a:lnTo>
                  <a:lnTo>
                    <a:pt x="697039" y="444500"/>
                  </a:lnTo>
                  <a:lnTo>
                    <a:pt x="697039" y="1193800"/>
                  </a:lnTo>
                  <a:lnTo>
                    <a:pt x="0" y="1193800"/>
                  </a:lnTo>
                  <a:lnTo>
                    <a:pt x="0" y="1231900"/>
                  </a:lnTo>
                  <a:lnTo>
                    <a:pt x="697039" y="1231900"/>
                  </a:lnTo>
                  <a:lnTo>
                    <a:pt x="697039" y="1981200"/>
                  </a:lnTo>
                  <a:lnTo>
                    <a:pt x="0" y="1981200"/>
                  </a:lnTo>
                  <a:lnTo>
                    <a:pt x="0" y="2019300"/>
                  </a:lnTo>
                  <a:lnTo>
                    <a:pt x="697039" y="2019300"/>
                  </a:lnTo>
                  <a:lnTo>
                    <a:pt x="697039" y="2768600"/>
                  </a:lnTo>
                  <a:lnTo>
                    <a:pt x="0" y="2768600"/>
                  </a:lnTo>
                  <a:lnTo>
                    <a:pt x="0" y="2806700"/>
                  </a:lnTo>
                  <a:lnTo>
                    <a:pt x="697039" y="2806700"/>
                  </a:lnTo>
                  <a:lnTo>
                    <a:pt x="697039" y="3556000"/>
                  </a:lnTo>
                  <a:lnTo>
                    <a:pt x="0" y="3556000"/>
                  </a:lnTo>
                  <a:lnTo>
                    <a:pt x="0" y="3594100"/>
                  </a:lnTo>
                  <a:lnTo>
                    <a:pt x="697039" y="3594100"/>
                  </a:lnTo>
                  <a:lnTo>
                    <a:pt x="697039" y="4343400"/>
                  </a:lnTo>
                  <a:lnTo>
                    <a:pt x="0" y="4343400"/>
                  </a:lnTo>
                  <a:lnTo>
                    <a:pt x="0" y="4381500"/>
                  </a:lnTo>
                  <a:lnTo>
                    <a:pt x="697039" y="4381500"/>
                  </a:lnTo>
                  <a:lnTo>
                    <a:pt x="697039" y="5130800"/>
                  </a:lnTo>
                  <a:lnTo>
                    <a:pt x="0" y="5130800"/>
                  </a:lnTo>
                  <a:lnTo>
                    <a:pt x="0" y="5168900"/>
                  </a:lnTo>
                  <a:lnTo>
                    <a:pt x="6211087" y="5168900"/>
                  </a:lnTo>
                  <a:lnTo>
                    <a:pt x="6211087" y="5918200"/>
                  </a:lnTo>
                  <a:lnTo>
                    <a:pt x="6247625" y="5918200"/>
                  </a:lnTo>
                  <a:lnTo>
                    <a:pt x="6247625" y="5168900"/>
                  </a:lnTo>
                  <a:lnTo>
                    <a:pt x="6998817" y="5168900"/>
                  </a:lnTo>
                  <a:lnTo>
                    <a:pt x="6998817" y="5918200"/>
                  </a:lnTo>
                  <a:lnTo>
                    <a:pt x="7035343" y="5918200"/>
                  </a:lnTo>
                  <a:lnTo>
                    <a:pt x="7035343" y="5168900"/>
                  </a:lnTo>
                  <a:lnTo>
                    <a:pt x="7620000" y="5168900"/>
                  </a:lnTo>
                  <a:lnTo>
                    <a:pt x="7620000" y="5130800"/>
                  </a:lnTo>
                  <a:lnTo>
                    <a:pt x="7035343" y="5130800"/>
                  </a:lnTo>
                  <a:lnTo>
                    <a:pt x="7035343" y="4381500"/>
                  </a:lnTo>
                  <a:lnTo>
                    <a:pt x="7620000" y="4381500"/>
                  </a:lnTo>
                  <a:lnTo>
                    <a:pt x="7620000" y="4343400"/>
                  </a:lnTo>
                  <a:lnTo>
                    <a:pt x="7035343" y="4343400"/>
                  </a:lnTo>
                  <a:lnTo>
                    <a:pt x="7035343" y="3594100"/>
                  </a:lnTo>
                  <a:lnTo>
                    <a:pt x="7620000" y="3594100"/>
                  </a:lnTo>
                  <a:lnTo>
                    <a:pt x="7620000" y="3556000"/>
                  </a:lnTo>
                  <a:lnTo>
                    <a:pt x="7035343" y="3556000"/>
                  </a:lnTo>
                  <a:lnTo>
                    <a:pt x="7035343" y="2806700"/>
                  </a:lnTo>
                  <a:lnTo>
                    <a:pt x="7620000" y="2806700"/>
                  </a:lnTo>
                  <a:lnTo>
                    <a:pt x="7620000" y="2768600"/>
                  </a:lnTo>
                  <a:lnTo>
                    <a:pt x="7035343" y="2768600"/>
                  </a:lnTo>
                  <a:lnTo>
                    <a:pt x="7035343" y="2019300"/>
                  </a:lnTo>
                  <a:lnTo>
                    <a:pt x="7620000" y="2019300"/>
                  </a:lnTo>
                  <a:lnTo>
                    <a:pt x="7620000" y="1981200"/>
                  </a:lnTo>
                  <a:lnTo>
                    <a:pt x="7035343" y="1981200"/>
                  </a:lnTo>
                  <a:lnTo>
                    <a:pt x="7035343" y="1231900"/>
                  </a:lnTo>
                  <a:lnTo>
                    <a:pt x="7620000" y="1231900"/>
                  </a:lnTo>
                  <a:lnTo>
                    <a:pt x="7620000" y="1193800"/>
                  </a:lnTo>
                  <a:lnTo>
                    <a:pt x="7035343" y="1193800"/>
                  </a:lnTo>
                  <a:lnTo>
                    <a:pt x="7035343" y="444500"/>
                  </a:lnTo>
                  <a:lnTo>
                    <a:pt x="7620000" y="444500"/>
                  </a:lnTo>
                  <a:lnTo>
                    <a:pt x="7620000" y="406400"/>
                  </a:lnTo>
                  <a:close/>
                </a:path>
              </a:pathLst>
            </a:custGeom>
            <a:solidFill>
              <a:srgbClr val="4299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67987" y="5168912"/>
              <a:ext cx="7620000" cy="5105400"/>
            </a:xfrm>
            <a:custGeom>
              <a:avLst/>
              <a:gdLst/>
              <a:ahLst/>
              <a:cxnLst/>
              <a:rect l="l" t="t" r="r" b="b"/>
              <a:pathLst>
                <a:path w="7620000" h="5105400">
                  <a:moveTo>
                    <a:pt x="7620000" y="749300"/>
                  </a:moveTo>
                  <a:lnTo>
                    <a:pt x="6998817" y="749300"/>
                  </a:lnTo>
                  <a:lnTo>
                    <a:pt x="6998817" y="787400"/>
                  </a:lnTo>
                  <a:lnTo>
                    <a:pt x="6998817" y="1536700"/>
                  </a:lnTo>
                  <a:lnTo>
                    <a:pt x="6998817" y="4686300"/>
                  </a:lnTo>
                  <a:lnTo>
                    <a:pt x="6247625" y="4686300"/>
                  </a:lnTo>
                  <a:lnTo>
                    <a:pt x="6247625" y="3937000"/>
                  </a:lnTo>
                  <a:lnTo>
                    <a:pt x="6998817" y="3937000"/>
                  </a:lnTo>
                  <a:lnTo>
                    <a:pt x="6998817" y="3898900"/>
                  </a:lnTo>
                  <a:lnTo>
                    <a:pt x="6247625" y="3898900"/>
                  </a:lnTo>
                  <a:lnTo>
                    <a:pt x="6247625" y="3149600"/>
                  </a:lnTo>
                  <a:lnTo>
                    <a:pt x="6998817" y="3149600"/>
                  </a:lnTo>
                  <a:lnTo>
                    <a:pt x="6998817" y="3111500"/>
                  </a:lnTo>
                  <a:lnTo>
                    <a:pt x="6247625" y="3111500"/>
                  </a:lnTo>
                  <a:lnTo>
                    <a:pt x="6247625" y="2362200"/>
                  </a:lnTo>
                  <a:lnTo>
                    <a:pt x="6998817" y="2362200"/>
                  </a:lnTo>
                  <a:lnTo>
                    <a:pt x="6998817" y="2324100"/>
                  </a:lnTo>
                  <a:lnTo>
                    <a:pt x="6247625" y="2324100"/>
                  </a:lnTo>
                  <a:lnTo>
                    <a:pt x="6247625" y="1574800"/>
                  </a:lnTo>
                  <a:lnTo>
                    <a:pt x="6998817" y="1574800"/>
                  </a:lnTo>
                  <a:lnTo>
                    <a:pt x="6998817" y="1536700"/>
                  </a:lnTo>
                  <a:lnTo>
                    <a:pt x="6247625" y="1536700"/>
                  </a:lnTo>
                  <a:lnTo>
                    <a:pt x="6247625" y="787400"/>
                  </a:lnTo>
                  <a:lnTo>
                    <a:pt x="6998817" y="787400"/>
                  </a:lnTo>
                  <a:lnTo>
                    <a:pt x="6998817" y="749300"/>
                  </a:lnTo>
                  <a:lnTo>
                    <a:pt x="6247625" y="749300"/>
                  </a:lnTo>
                  <a:lnTo>
                    <a:pt x="6247625" y="0"/>
                  </a:lnTo>
                  <a:lnTo>
                    <a:pt x="6211087" y="0"/>
                  </a:lnTo>
                  <a:lnTo>
                    <a:pt x="6211087" y="4686300"/>
                  </a:lnTo>
                  <a:lnTo>
                    <a:pt x="5459908" y="4686300"/>
                  </a:lnTo>
                  <a:lnTo>
                    <a:pt x="5459908" y="3937000"/>
                  </a:lnTo>
                  <a:lnTo>
                    <a:pt x="6211087" y="3937000"/>
                  </a:lnTo>
                  <a:lnTo>
                    <a:pt x="6211087" y="3898900"/>
                  </a:lnTo>
                  <a:lnTo>
                    <a:pt x="5459908" y="3898900"/>
                  </a:lnTo>
                  <a:lnTo>
                    <a:pt x="5459908" y="3149600"/>
                  </a:lnTo>
                  <a:lnTo>
                    <a:pt x="6211087" y="3149600"/>
                  </a:lnTo>
                  <a:lnTo>
                    <a:pt x="6211087" y="3111500"/>
                  </a:lnTo>
                  <a:lnTo>
                    <a:pt x="5459908" y="3111500"/>
                  </a:lnTo>
                  <a:lnTo>
                    <a:pt x="5459908" y="2362200"/>
                  </a:lnTo>
                  <a:lnTo>
                    <a:pt x="6211087" y="2362200"/>
                  </a:lnTo>
                  <a:lnTo>
                    <a:pt x="6211087" y="2324100"/>
                  </a:lnTo>
                  <a:lnTo>
                    <a:pt x="5459908" y="2324100"/>
                  </a:lnTo>
                  <a:lnTo>
                    <a:pt x="5459908" y="1574800"/>
                  </a:lnTo>
                  <a:lnTo>
                    <a:pt x="6211087" y="1574800"/>
                  </a:lnTo>
                  <a:lnTo>
                    <a:pt x="6211087" y="1536700"/>
                  </a:lnTo>
                  <a:lnTo>
                    <a:pt x="5459908" y="1536700"/>
                  </a:lnTo>
                  <a:lnTo>
                    <a:pt x="5459908" y="787400"/>
                  </a:lnTo>
                  <a:lnTo>
                    <a:pt x="6211087" y="787400"/>
                  </a:lnTo>
                  <a:lnTo>
                    <a:pt x="6211087" y="749300"/>
                  </a:lnTo>
                  <a:lnTo>
                    <a:pt x="5459908" y="749300"/>
                  </a:lnTo>
                  <a:lnTo>
                    <a:pt x="5459908" y="0"/>
                  </a:lnTo>
                  <a:lnTo>
                    <a:pt x="5423370" y="0"/>
                  </a:lnTo>
                  <a:lnTo>
                    <a:pt x="5423370" y="4686300"/>
                  </a:lnTo>
                  <a:lnTo>
                    <a:pt x="4672190" y="4686300"/>
                  </a:lnTo>
                  <a:lnTo>
                    <a:pt x="4672190" y="3937000"/>
                  </a:lnTo>
                  <a:lnTo>
                    <a:pt x="5423370" y="3937000"/>
                  </a:lnTo>
                  <a:lnTo>
                    <a:pt x="5423370" y="3898900"/>
                  </a:lnTo>
                  <a:lnTo>
                    <a:pt x="4672190" y="3898900"/>
                  </a:lnTo>
                  <a:lnTo>
                    <a:pt x="4672190" y="3149600"/>
                  </a:lnTo>
                  <a:lnTo>
                    <a:pt x="5423370" y="3149600"/>
                  </a:lnTo>
                  <a:lnTo>
                    <a:pt x="5423370" y="3111500"/>
                  </a:lnTo>
                  <a:lnTo>
                    <a:pt x="4672190" y="3111500"/>
                  </a:lnTo>
                  <a:lnTo>
                    <a:pt x="4672190" y="2362200"/>
                  </a:lnTo>
                  <a:lnTo>
                    <a:pt x="5423370" y="2362200"/>
                  </a:lnTo>
                  <a:lnTo>
                    <a:pt x="5423370" y="2324100"/>
                  </a:lnTo>
                  <a:lnTo>
                    <a:pt x="4672190" y="2324100"/>
                  </a:lnTo>
                  <a:lnTo>
                    <a:pt x="4672190" y="1574800"/>
                  </a:lnTo>
                  <a:lnTo>
                    <a:pt x="5423370" y="1574800"/>
                  </a:lnTo>
                  <a:lnTo>
                    <a:pt x="5423370" y="1536700"/>
                  </a:lnTo>
                  <a:lnTo>
                    <a:pt x="4672190" y="1536700"/>
                  </a:lnTo>
                  <a:lnTo>
                    <a:pt x="4672190" y="787400"/>
                  </a:lnTo>
                  <a:lnTo>
                    <a:pt x="5423370" y="787400"/>
                  </a:lnTo>
                  <a:lnTo>
                    <a:pt x="5423370" y="749300"/>
                  </a:lnTo>
                  <a:lnTo>
                    <a:pt x="4672190" y="749300"/>
                  </a:lnTo>
                  <a:lnTo>
                    <a:pt x="4672190" y="0"/>
                  </a:lnTo>
                  <a:lnTo>
                    <a:pt x="4635652" y="0"/>
                  </a:lnTo>
                  <a:lnTo>
                    <a:pt x="4635652" y="4686300"/>
                  </a:lnTo>
                  <a:lnTo>
                    <a:pt x="3884447" y="4686300"/>
                  </a:lnTo>
                  <a:lnTo>
                    <a:pt x="3884447" y="3937000"/>
                  </a:lnTo>
                  <a:lnTo>
                    <a:pt x="4635652" y="3937000"/>
                  </a:lnTo>
                  <a:lnTo>
                    <a:pt x="4635652" y="3898900"/>
                  </a:lnTo>
                  <a:lnTo>
                    <a:pt x="3884447" y="3898900"/>
                  </a:lnTo>
                  <a:lnTo>
                    <a:pt x="3884447" y="3149600"/>
                  </a:lnTo>
                  <a:lnTo>
                    <a:pt x="4635652" y="3149600"/>
                  </a:lnTo>
                  <a:lnTo>
                    <a:pt x="4635652" y="3111500"/>
                  </a:lnTo>
                  <a:lnTo>
                    <a:pt x="3884447" y="3111500"/>
                  </a:lnTo>
                  <a:lnTo>
                    <a:pt x="3884447" y="2362200"/>
                  </a:lnTo>
                  <a:lnTo>
                    <a:pt x="4635652" y="2362200"/>
                  </a:lnTo>
                  <a:lnTo>
                    <a:pt x="4635652" y="2324100"/>
                  </a:lnTo>
                  <a:lnTo>
                    <a:pt x="3847922" y="2324100"/>
                  </a:lnTo>
                  <a:lnTo>
                    <a:pt x="3847922" y="2362200"/>
                  </a:lnTo>
                  <a:lnTo>
                    <a:pt x="3847922" y="3111500"/>
                  </a:lnTo>
                  <a:lnTo>
                    <a:pt x="3847922" y="3149600"/>
                  </a:lnTo>
                  <a:lnTo>
                    <a:pt x="3847922" y="3898900"/>
                  </a:lnTo>
                  <a:lnTo>
                    <a:pt x="3847922" y="3937000"/>
                  </a:lnTo>
                  <a:lnTo>
                    <a:pt x="3847922" y="4686300"/>
                  </a:lnTo>
                  <a:lnTo>
                    <a:pt x="3096742" y="4686300"/>
                  </a:lnTo>
                  <a:lnTo>
                    <a:pt x="3096742" y="3937000"/>
                  </a:lnTo>
                  <a:lnTo>
                    <a:pt x="3847922" y="3937000"/>
                  </a:lnTo>
                  <a:lnTo>
                    <a:pt x="3847922" y="3898900"/>
                  </a:lnTo>
                  <a:lnTo>
                    <a:pt x="3096742" y="3898900"/>
                  </a:lnTo>
                  <a:lnTo>
                    <a:pt x="3096742" y="3149600"/>
                  </a:lnTo>
                  <a:lnTo>
                    <a:pt x="3847922" y="3149600"/>
                  </a:lnTo>
                  <a:lnTo>
                    <a:pt x="3847922" y="3111500"/>
                  </a:lnTo>
                  <a:lnTo>
                    <a:pt x="3096742" y="3111500"/>
                  </a:lnTo>
                  <a:lnTo>
                    <a:pt x="3096742" y="2362200"/>
                  </a:lnTo>
                  <a:lnTo>
                    <a:pt x="3847922" y="2362200"/>
                  </a:lnTo>
                  <a:lnTo>
                    <a:pt x="3847922" y="2324100"/>
                  </a:lnTo>
                  <a:lnTo>
                    <a:pt x="3096742" y="2324100"/>
                  </a:lnTo>
                  <a:lnTo>
                    <a:pt x="3096742" y="1574800"/>
                  </a:lnTo>
                  <a:lnTo>
                    <a:pt x="4635652" y="1574800"/>
                  </a:lnTo>
                  <a:lnTo>
                    <a:pt x="4635652" y="1536700"/>
                  </a:lnTo>
                  <a:lnTo>
                    <a:pt x="3884447" y="1536700"/>
                  </a:lnTo>
                  <a:lnTo>
                    <a:pt x="3884447" y="787400"/>
                  </a:lnTo>
                  <a:lnTo>
                    <a:pt x="4635652" y="787400"/>
                  </a:lnTo>
                  <a:lnTo>
                    <a:pt x="4635652" y="749300"/>
                  </a:lnTo>
                  <a:lnTo>
                    <a:pt x="3847922" y="749300"/>
                  </a:lnTo>
                  <a:lnTo>
                    <a:pt x="3847922" y="787400"/>
                  </a:lnTo>
                  <a:lnTo>
                    <a:pt x="3847922" y="1536700"/>
                  </a:lnTo>
                  <a:lnTo>
                    <a:pt x="3096742" y="1536700"/>
                  </a:lnTo>
                  <a:lnTo>
                    <a:pt x="3096742" y="787400"/>
                  </a:lnTo>
                  <a:lnTo>
                    <a:pt x="3847922" y="787400"/>
                  </a:lnTo>
                  <a:lnTo>
                    <a:pt x="3847922" y="749300"/>
                  </a:lnTo>
                  <a:lnTo>
                    <a:pt x="3096742" y="749300"/>
                  </a:lnTo>
                  <a:lnTo>
                    <a:pt x="3096742" y="0"/>
                  </a:lnTo>
                  <a:lnTo>
                    <a:pt x="3060217" y="0"/>
                  </a:lnTo>
                  <a:lnTo>
                    <a:pt x="3060217" y="4686300"/>
                  </a:lnTo>
                  <a:lnTo>
                    <a:pt x="2309012" y="4686300"/>
                  </a:lnTo>
                  <a:lnTo>
                    <a:pt x="2309012" y="3937000"/>
                  </a:lnTo>
                  <a:lnTo>
                    <a:pt x="3060217" y="3937000"/>
                  </a:lnTo>
                  <a:lnTo>
                    <a:pt x="3060217" y="3898900"/>
                  </a:lnTo>
                  <a:lnTo>
                    <a:pt x="2309012" y="3898900"/>
                  </a:lnTo>
                  <a:lnTo>
                    <a:pt x="2309012" y="3149600"/>
                  </a:lnTo>
                  <a:lnTo>
                    <a:pt x="3060217" y="3149600"/>
                  </a:lnTo>
                  <a:lnTo>
                    <a:pt x="3060217" y="3111500"/>
                  </a:lnTo>
                  <a:lnTo>
                    <a:pt x="2272474" y="3111500"/>
                  </a:lnTo>
                  <a:lnTo>
                    <a:pt x="2272474" y="3149600"/>
                  </a:lnTo>
                  <a:lnTo>
                    <a:pt x="2272474" y="3898900"/>
                  </a:lnTo>
                  <a:lnTo>
                    <a:pt x="2272474" y="3937000"/>
                  </a:lnTo>
                  <a:lnTo>
                    <a:pt x="2272474" y="4686300"/>
                  </a:lnTo>
                  <a:lnTo>
                    <a:pt x="1521282" y="4686300"/>
                  </a:lnTo>
                  <a:lnTo>
                    <a:pt x="1521282" y="3937000"/>
                  </a:lnTo>
                  <a:lnTo>
                    <a:pt x="2272474" y="3937000"/>
                  </a:lnTo>
                  <a:lnTo>
                    <a:pt x="2272474" y="3898900"/>
                  </a:lnTo>
                  <a:lnTo>
                    <a:pt x="1521282" y="3898900"/>
                  </a:lnTo>
                  <a:lnTo>
                    <a:pt x="1521282" y="3149600"/>
                  </a:lnTo>
                  <a:lnTo>
                    <a:pt x="2272474" y="3149600"/>
                  </a:lnTo>
                  <a:lnTo>
                    <a:pt x="2272474" y="3111500"/>
                  </a:lnTo>
                  <a:lnTo>
                    <a:pt x="733577" y="3111500"/>
                  </a:lnTo>
                  <a:lnTo>
                    <a:pt x="733577" y="2362200"/>
                  </a:lnTo>
                  <a:lnTo>
                    <a:pt x="3060217" y="2362200"/>
                  </a:lnTo>
                  <a:lnTo>
                    <a:pt x="3060217" y="2324100"/>
                  </a:lnTo>
                  <a:lnTo>
                    <a:pt x="733577" y="2324100"/>
                  </a:lnTo>
                  <a:lnTo>
                    <a:pt x="733577" y="1574800"/>
                  </a:lnTo>
                  <a:lnTo>
                    <a:pt x="3060217" y="1574800"/>
                  </a:lnTo>
                  <a:lnTo>
                    <a:pt x="3060217" y="1536700"/>
                  </a:lnTo>
                  <a:lnTo>
                    <a:pt x="2309012" y="1536700"/>
                  </a:lnTo>
                  <a:lnTo>
                    <a:pt x="2309012" y="787400"/>
                  </a:lnTo>
                  <a:lnTo>
                    <a:pt x="3060217" y="787400"/>
                  </a:lnTo>
                  <a:lnTo>
                    <a:pt x="3060217" y="749300"/>
                  </a:lnTo>
                  <a:lnTo>
                    <a:pt x="2309012" y="749300"/>
                  </a:lnTo>
                  <a:lnTo>
                    <a:pt x="2309012" y="0"/>
                  </a:lnTo>
                  <a:lnTo>
                    <a:pt x="2272474" y="0"/>
                  </a:lnTo>
                  <a:lnTo>
                    <a:pt x="2272474" y="749300"/>
                  </a:lnTo>
                  <a:lnTo>
                    <a:pt x="2272474" y="787400"/>
                  </a:lnTo>
                  <a:lnTo>
                    <a:pt x="2272474" y="1536700"/>
                  </a:lnTo>
                  <a:lnTo>
                    <a:pt x="1521282" y="1536700"/>
                  </a:lnTo>
                  <a:lnTo>
                    <a:pt x="1521282" y="787400"/>
                  </a:lnTo>
                  <a:lnTo>
                    <a:pt x="2272474" y="787400"/>
                  </a:lnTo>
                  <a:lnTo>
                    <a:pt x="2272474" y="749300"/>
                  </a:lnTo>
                  <a:lnTo>
                    <a:pt x="1521282" y="749300"/>
                  </a:lnTo>
                  <a:lnTo>
                    <a:pt x="1521282" y="0"/>
                  </a:lnTo>
                  <a:lnTo>
                    <a:pt x="1484744" y="0"/>
                  </a:lnTo>
                  <a:lnTo>
                    <a:pt x="1484744" y="749300"/>
                  </a:lnTo>
                  <a:lnTo>
                    <a:pt x="1484744" y="787400"/>
                  </a:lnTo>
                  <a:lnTo>
                    <a:pt x="1484744" y="1536700"/>
                  </a:lnTo>
                  <a:lnTo>
                    <a:pt x="733577" y="1536700"/>
                  </a:lnTo>
                  <a:lnTo>
                    <a:pt x="733577" y="787400"/>
                  </a:lnTo>
                  <a:lnTo>
                    <a:pt x="1484744" y="787400"/>
                  </a:lnTo>
                  <a:lnTo>
                    <a:pt x="1484744" y="749300"/>
                  </a:lnTo>
                  <a:lnTo>
                    <a:pt x="733577" y="749300"/>
                  </a:lnTo>
                  <a:lnTo>
                    <a:pt x="733577" y="0"/>
                  </a:lnTo>
                  <a:lnTo>
                    <a:pt x="697039" y="0"/>
                  </a:lnTo>
                  <a:lnTo>
                    <a:pt x="697039" y="749300"/>
                  </a:lnTo>
                  <a:lnTo>
                    <a:pt x="0" y="749300"/>
                  </a:lnTo>
                  <a:lnTo>
                    <a:pt x="0" y="787400"/>
                  </a:lnTo>
                  <a:lnTo>
                    <a:pt x="697039" y="787400"/>
                  </a:lnTo>
                  <a:lnTo>
                    <a:pt x="697039" y="1536700"/>
                  </a:lnTo>
                  <a:lnTo>
                    <a:pt x="0" y="1536700"/>
                  </a:lnTo>
                  <a:lnTo>
                    <a:pt x="0" y="1574800"/>
                  </a:lnTo>
                  <a:lnTo>
                    <a:pt x="697039" y="1574800"/>
                  </a:lnTo>
                  <a:lnTo>
                    <a:pt x="697039" y="2324100"/>
                  </a:lnTo>
                  <a:lnTo>
                    <a:pt x="0" y="2324100"/>
                  </a:lnTo>
                  <a:lnTo>
                    <a:pt x="0" y="2362200"/>
                  </a:lnTo>
                  <a:lnTo>
                    <a:pt x="697039" y="2362200"/>
                  </a:lnTo>
                  <a:lnTo>
                    <a:pt x="697039" y="3111500"/>
                  </a:lnTo>
                  <a:lnTo>
                    <a:pt x="0" y="3111500"/>
                  </a:lnTo>
                  <a:lnTo>
                    <a:pt x="0" y="3149600"/>
                  </a:lnTo>
                  <a:lnTo>
                    <a:pt x="1484744" y="3149600"/>
                  </a:lnTo>
                  <a:lnTo>
                    <a:pt x="1484744" y="3898900"/>
                  </a:lnTo>
                  <a:lnTo>
                    <a:pt x="1484744" y="3937000"/>
                  </a:lnTo>
                  <a:lnTo>
                    <a:pt x="1484744" y="4686300"/>
                  </a:lnTo>
                  <a:lnTo>
                    <a:pt x="733577" y="4686300"/>
                  </a:lnTo>
                  <a:lnTo>
                    <a:pt x="733577" y="3937000"/>
                  </a:lnTo>
                  <a:lnTo>
                    <a:pt x="1484744" y="3937000"/>
                  </a:lnTo>
                  <a:lnTo>
                    <a:pt x="1484744" y="3898900"/>
                  </a:lnTo>
                  <a:lnTo>
                    <a:pt x="0" y="3898900"/>
                  </a:lnTo>
                  <a:lnTo>
                    <a:pt x="0" y="3937000"/>
                  </a:lnTo>
                  <a:lnTo>
                    <a:pt x="697039" y="3937000"/>
                  </a:lnTo>
                  <a:lnTo>
                    <a:pt x="697039" y="4686300"/>
                  </a:lnTo>
                  <a:lnTo>
                    <a:pt x="0" y="4686300"/>
                  </a:lnTo>
                  <a:lnTo>
                    <a:pt x="0" y="4724400"/>
                  </a:lnTo>
                  <a:lnTo>
                    <a:pt x="697039" y="4724400"/>
                  </a:lnTo>
                  <a:lnTo>
                    <a:pt x="697039" y="5105400"/>
                  </a:lnTo>
                  <a:lnTo>
                    <a:pt x="733577" y="5105400"/>
                  </a:lnTo>
                  <a:lnTo>
                    <a:pt x="733577" y="4724400"/>
                  </a:lnTo>
                  <a:lnTo>
                    <a:pt x="1484744" y="4724400"/>
                  </a:lnTo>
                  <a:lnTo>
                    <a:pt x="1484744" y="5105400"/>
                  </a:lnTo>
                  <a:lnTo>
                    <a:pt x="1521282" y="5105400"/>
                  </a:lnTo>
                  <a:lnTo>
                    <a:pt x="1521282" y="4724400"/>
                  </a:lnTo>
                  <a:lnTo>
                    <a:pt x="2272474" y="4724400"/>
                  </a:lnTo>
                  <a:lnTo>
                    <a:pt x="2272474" y="5105400"/>
                  </a:lnTo>
                  <a:lnTo>
                    <a:pt x="2309012" y="5105400"/>
                  </a:lnTo>
                  <a:lnTo>
                    <a:pt x="2309012" y="4724400"/>
                  </a:lnTo>
                  <a:lnTo>
                    <a:pt x="3060217" y="4724400"/>
                  </a:lnTo>
                  <a:lnTo>
                    <a:pt x="3060217" y="5105400"/>
                  </a:lnTo>
                  <a:lnTo>
                    <a:pt x="3096742" y="5105400"/>
                  </a:lnTo>
                  <a:lnTo>
                    <a:pt x="3096742" y="4724400"/>
                  </a:lnTo>
                  <a:lnTo>
                    <a:pt x="3847922" y="4724400"/>
                  </a:lnTo>
                  <a:lnTo>
                    <a:pt x="3847922" y="5105400"/>
                  </a:lnTo>
                  <a:lnTo>
                    <a:pt x="3884447" y="5105400"/>
                  </a:lnTo>
                  <a:lnTo>
                    <a:pt x="3884447" y="4724400"/>
                  </a:lnTo>
                  <a:lnTo>
                    <a:pt x="4635652" y="4724400"/>
                  </a:lnTo>
                  <a:lnTo>
                    <a:pt x="4635652" y="5105400"/>
                  </a:lnTo>
                  <a:lnTo>
                    <a:pt x="4672190" y="5105400"/>
                  </a:lnTo>
                  <a:lnTo>
                    <a:pt x="4672190" y="4724400"/>
                  </a:lnTo>
                  <a:lnTo>
                    <a:pt x="5423370" y="4724400"/>
                  </a:lnTo>
                  <a:lnTo>
                    <a:pt x="5423370" y="5105400"/>
                  </a:lnTo>
                  <a:lnTo>
                    <a:pt x="5459908" y="5105400"/>
                  </a:lnTo>
                  <a:lnTo>
                    <a:pt x="5459908" y="4724400"/>
                  </a:lnTo>
                  <a:lnTo>
                    <a:pt x="6211087" y="4724400"/>
                  </a:lnTo>
                  <a:lnTo>
                    <a:pt x="6211087" y="5105400"/>
                  </a:lnTo>
                  <a:lnTo>
                    <a:pt x="6247625" y="5105400"/>
                  </a:lnTo>
                  <a:lnTo>
                    <a:pt x="6247625" y="4724400"/>
                  </a:lnTo>
                  <a:lnTo>
                    <a:pt x="6998817" y="4724400"/>
                  </a:lnTo>
                  <a:lnTo>
                    <a:pt x="6998817" y="5105400"/>
                  </a:lnTo>
                  <a:lnTo>
                    <a:pt x="7035343" y="5105400"/>
                  </a:lnTo>
                  <a:lnTo>
                    <a:pt x="7035343" y="4724400"/>
                  </a:lnTo>
                  <a:lnTo>
                    <a:pt x="7620000" y="4724400"/>
                  </a:lnTo>
                  <a:lnTo>
                    <a:pt x="7620000" y="4686300"/>
                  </a:lnTo>
                  <a:lnTo>
                    <a:pt x="7035343" y="4686300"/>
                  </a:lnTo>
                  <a:lnTo>
                    <a:pt x="7035343" y="3937000"/>
                  </a:lnTo>
                  <a:lnTo>
                    <a:pt x="7620000" y="3937000"/>
                  </a:lnTo>
                  <a:lnTo>
                    <a:pt x="7620000" y="3898900"/>
                  </a:lnTo>
                  <a:lnTo>
                    <a:pt x="7035343" y="3898900"/>
                  </a:lnTo>
                  <a:lnTo>
                    <a:pt x="7035343" y="3149600"/>
                  </a:lnTo>
                  <a:lnTo>
                    <a:pt x="7620000" y="3149600"/>
                  </a:lnTo>
                  <a:lnTo>
                    <a:pt x="7620000" y="3111500"/>
                  </a:lnTo>
                  <a:lnTo>
                    <a:pt x="7035343" y="3111500"/>
                  </a:lnTo>
                  <a:lnTo>
                    <a:pt x="7035343" y="2362200"/>
                  </a:lnTo>
                  <a:lnTo>
                    <a:pt x="7620000" y="2362200"/>
                  </a:lnTo>
                  <a:lnTo>
                    <a:pt x="7620000" y="2324100"/>
                  </a:lnTo>
                  <a:lnTo>
                    <a:pt x="7035343" y="2324100"/>
                  </a:lnTo>
                  <a:lnTo>
                    <a:pt x="7035343" y="1574800"/>
                  </a:lnTo>
                  <a:lnTo>
                    <a:pt x="7620000" y="1574800"/>
                  </a:lnTo>
                  <a:lnTo>
                    <a:pt x="7620000" y="1536700"/>
                  </a:lnTo>
                  <a:lnTo>
                    <a:pt x="7035343" y="1536700"/>
                  </a:lnTo>
                  <a:lnTo>
                    <a:pt x="7035343" y="787400"/>
                  </a:lnTo>
                  <a:lnTo>
                    <a:pt x="7620000" y="787400"/>
                  </a:lnTo>
                  <a:lnTo>
                    <a:pt x="7620000" y="749300"/>
                  </a:lnTo>
                  <a:close/>
                </a:path>
              </a:pathLst>
            </a:custGeom>
            <a:solidFill>
              <a:srgbClr val="4299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6104" y="361398"/>
            <a:ext cx="6444615" cy="1775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450" spc="-565">
                <a:solidFill>
                  <a:srgbClr val="000000"/>
                </a:solidFill>
                <a:latin typeface="Tahoma"/>
                <a:cs typeface="Tahoma"/>
              </a:rPr>
              <a:t>Project</a:t>
            </a:r>
            <a:r>
              <a:rPr dirty="0" sz="11450" spc="-20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11450" spc="-180">
                <a:solidFill>
                  <a:srgbClr val="000000"/>
                </a:solidFill>
                <a:latin typeface="Tahoma"/>
                <a:cs typeface="Tahoma"/>
              </a:rPr>
              <a:t>By:</a:t>
            </a:r>
            <a:endParaRPr sz="114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35914" y="2317882"/>
            <a:ext cx="2665095" cy="568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50" spc="10" b="1">
                <a:latin typeface="Tahoma"/>
                <a:cs typeface="Tahoma"/>
              </a:rPr>
              <a:t>kelompok</a:t>
            </a:r>
            <a:r>
              <a:rPr dirty="0" sz="3550" spc="55" b="1">
                <a:latin typeface="Tahoma"/>
                <a:cs typeface="Tahoma"/>
              </a:rPr>
              <a:t> </a:t>
            </a:r>
            <a:r>
              <a:rPr dirty="0" sz="3550" spc="-235" b="1">
                <a:latin typeface="Tahoma"/>
                <a:cs typeface="Tahoma"/>
              </a:rPr>
              <a:t>7</a:t>
            </a:r>
            <a:endParaRPr sz="35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02261" y="5438030"/>
            <a:ext cx="2207260" cy="596900"/>
          </a:xfrm>
          <a:custGeom>
            <a:avLst/>
            <a:gdLst/>
            <a:ahLst/>
            <a:cxnLst/>
            <a:rect l="l" t="t" r="r" b="b"/>
            <a:pathLst>
              <a:path w="2207260" h="596900">
                <a:moveTo>
                  <a:pt x="1908819" y="596702"/>
                </a:moveTo>
                <a:lnTo>
                  <a:pt x="298351" y="596702"/>
                </a:lnTo>
                <a:lnTo>
                  <a:pt x="249957" y="592797"/>
                </a:lnTo>
                <a:lnTo>
                  <a:pt x="204049" y="581492"/>
                </a:lnTo>
                <a:lnTo>
                  <a:pt x="161241" y="563400"/>
                </a:lnTo>
                <a:lnTo>
                  <a:pt x="122148" y="539137"/>
                </a:lnTo>
                <a:lnTo>
                  <a:pt x="87385" y="509317"/>
                </a:lnTo>
                <a:lnTo>
                  <a:pt x="57564" y="474553"/>
                </a:lnTo>
                <a:lnTo>
                  <a:pt x="33301" y="435460"/>
                </a:lnTo>
                <a:lnTo>
                  <a:pt x="15210" y="392653"/>
                </a:lnTo>
                <a:lnTo>
                  <a:pt x="3904" y="346745"/>
                </a:lnTo>
                <a:lnTo>
                  <a:pt x="0" y="298351"/>
                </a:lnTo>
                <a:lnTo>
                  <a:pt x="3904" y="249957"/>
                </a:lnTo>
                <a:lnTo>
                  <a:pt x="15210" y="204049"/>
                </a:lnTo>
                <a:lnTo>
                  <a:pt x="33301" y="161241"/>
                </a:lnTo>
                <a:lnTo>
                  <a:pt x="57564" y="122148"/>
                </a:lnTo>
                <a:lnTo>
                  <a:pt x="87385" y="87385"/>
                </a:lnTo>
                <a:lnTo>
                  <a:pt x="122148" y="57564"/>
                </a:lnTo>
                <a:lnTo>
                  <a:pt x="161241" y="33301"/>
                </a:lnTo>
                <a:lnTo>
                  <a:pt x="204049" y="15210"/>
                </a:lnTo>
                <a:lnTo>
                  <a:pt x="249957" y="3904"/>
                </a:lnTo>
                <a:lnTo>
                  <a:pt x="298351" y="0"/>
                </a:lnTo>
                <a:lnTo>
                  <a:pt x="1908819" y="0"/>
                </a:lnTo>
                <a:lnTo>
                  <a:pt x="1955773" y="3716"/>
                </a:lnTo>
                <a:lnTo>
                  <a:pt x="2001148" y="14645"/>
                </a:lnTo>
                <a:lnTo>
                  <a:pt x="2044143" y="32454"/>
                </a:lnTo>
                <a:lnTo>
                  <a:pt x="2083955" y="56811"/>
                </a:lnTo>
                <a:lnTo>
                  <a:pt x="2119785" y="87385"/>
                </a:lnTo>
                <a:lnTo>
                  <a:pt x="2150359" y="123214"/>
                </a:lnTo>
                <a:lnTo>
                  <a:pt x="2174716" y="163027"/>
                </a:lnTo>
                <a:lnTo>
                  <a:pt x="2192525" y="206022"/>
                </a:lnTo>
                <a:lnTo>
                  <a:pt x="2203453" y="251397"/>
                </a:lnTo>
                <a:lnTo>
                  <a:pt x="2207170" y="298351"/>
                </a:lnTo>
                <a:lnTo>
                  <a:pt x="2203453" y="345305"/>
                </a:lnTo>
                <a:lnTo>
                  <a:pt x="2192525" y="390680"/>
                </a:lnTo>
                <a:lnTo>
                  <a:pt x="2174716" y="433674"/>
                </a:lnTo>
                <a:lnTo>
                  <a:pt x="2150359" y="473487"/>
                </a:lnTo>
                <a:lnTo>
                  <a:pt x="2119785" y="509317"/>
                </a:lnTo>
                <a:lnTo>
                  <a:pt x="2083955" y="539890"/>
                </a:lnTo>
                <a:lnTo>
                  <a:pt x="2044143" y="564247"/>
                </a:lnTo>
                <a:lnTo>
                  <a:pt x="2001148" y="582056"/>
                </a:lnTo>
                <a:lnTo>
                  <a:pt x="1955773" y="592985"/>
                </a:lnTo>
                <a:lnTo>
                  <a:pt x="1908819" y="596702"/>
                </a:lnTo>
                <a:close/>
              </a:path>
            </a:pathLst>
          </a:custGeom>
          <a:solidFill>
            <a:srgbClr val="538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57136" y="3766146"/>
            <a:ext cx="4897755" cy="211391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ctr" marL="12700" marR="5080">
              <a:lnSpc>
                <a:spcPts val="5780"/>
              </a:lnSpc>
              <a:spcBef>
                <a:spcPts val="600"/>
              </a:spcBef>
            </a:pPr>
            <a:r>
              <a:rPr dirty="0" sz="5100" spc="434">
                <a:latin typeface="Tahoma"/>
                <a:cs typeface="Tahoma"/>
              </a:rPr>
              <a:t>A</a:t>
            </a:r>
            <a:r>
              <a:rPr dirty="0" sz="5100" spc="-95">
                <a:latin typeface="Tahoma"/>
                <a:cs typeface="Tahoma"/>
              </a:rPr>
              <a:t>r</a:t>
            </a:r>
            <a:r>
              <a:rPr dirty="0" sz="5100" spc="235">
                <a:latin typeface="Tahoma"/>
                <a:cs typeface="Tahoma"/>
              </a:rPr>
              <a:t>a</a:t>
            </a:r>
            <a:r>
              <a:rPr dirty="0" sz="5100" spc="-110">
                <a:latin typeface="Tahoma"/>
                <a:cs typeface="Tahoma"/>
              </a:rPr>
              <a:t>f</a:t>
            </a:r>
            <a:r>
              <a:rPr dirty="0" sz="5100" spc="350">
                <a:latin typeface="Tahoma"/>
                <a:cs typeface="Tahoma"/>
              </a:rPr>
              <a:t>i</a:t>
            </a:r>
            <a:r>
              <a:rPr dirty="0" sz="5100" spc="-315">
                <a:latin typeface="Tahoma"/>
                <a:cs typeface="Tahoma"/>
              </a:rPr>
              <a:t> </a:t>
            </a:r>
            <a:r>
              <a:rPr dirty="0" sz="5100" spc="445">
                <a:latin typeface="Tahoma"/>
                <a:cs typeface="Tahoma"/>
              </a:rPr>
              <a:t>R</a:t>
            </a:r>
            <a:r>
              <a:rPr dirty="0" sz="5100" spc="235">
                <a:latin typeface="Tahoma"/>
                <a:cs typeface="Tahoma"/>
              </a:rPr>
              <a:t>a</a:t>
            </a:r>
            <a:r>
              <a:rPr dirty="0" sz="5100" spc="260">
                <a:latin typeface="Tahoma"/>
                <a:cs typeface="Tahoma"/>
              </a:rPr>
              <a:t>m</a:t>
            </a:r>
            <a:r>
              <a:rPr dirty="0" sz="5100" spc="235">
                <a:latin typeface="Tahoma"/>
                <a:cs typeface="Tahoma"/>
              </a:rPr>
              <a:t>a</a:t>
            </a:r>
            <a:r>
              <a:rPr dirty="0" sz="5100" spc="90">
                <a:latin typeface="Tahoma"/>
                <a:cs typeface="Tahoma"/>
              </a:rPr>
              <a:t>d</a:t>
            </a:r>
            <a:r>
              <a:rPr dirty="0" sz="5100" spc="65">
                <a:latin typeface="Tahoma"/>
                <a:cs typeface="Tahoma"/>
              </a:rPr>
              <a:t>h</a:t>
            </a:r>
            <a:r>
              <a:rPr dirty="0" sz="5100" spc="235">
                <a:latin typeface="Tahoma"/>
                <a:cs typeface="Tahoma"/>
              </a:rPr>
              <a:t>a</a:t>
            </a:r>
            <a:r>
              <a:rPr dirty="0" sz="5100" spc="215">
                <a:latin typeface="Tahoma"/>
                <a:cs typeface="Tahoma"/>
              </a:rPr>
              <a:t>n  </a:t>
            </a:r>
            <a:r>
              <a:rPr dirty="0" sz="5100" spc="305">
                <a:latin typeface="Tahoma"/>
                <a:cs typeface="Tahoma"/>
              </a:rPr>
              <a:t>Maulana</a:t>
            </a:r>
            <a:endParaRPr sz="5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dirty="0" sz="1850" spc="434">
                <a:solidFill>
                  <a:srgbClr val="090046"/>
                </a:solidFill>
                <a:latin typeface="Microsoft Sans Serif"/>
                <a:cs typeface="Microsoft Sans Serif"/>
              </a:rPr>
              <a:t>122450002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67300" y="3766910"/>
            <a:ext cx="1802130" cy="806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100" spc="965">
                <a:latin typeface="Tahoma"/>
                <a:cs typeface="Tahoma"/>
              </a:rPr>
              <a:t>M</a:t>
            </a:r>
            <a:r>
              <a:rPr dirty="0" sz="5100" spc="225">
                <a:latin typeface="Tahoma"/>
                <a:cs typeface="Tahoma"/>
              </a:rPr>
              <a:t>e</a:t>
            </a:r>
            <a:r>
              <a:rPr dirty="0" sz="5100" spc="114">
                <a:latin typeface="Tahoma"/>
                <a:cs typeface="Tahoma"/>
              </a:rPr>
              <a:t>i</a:t>
            </a:r>
            <a:r>
              <a:rPr dirty="0" sz="5100" spc="-95">
                <a:latin typeface="Tahoma"/>
                <a:cs typeface="Tahoma"/>
              </a:rPr>
              <a:t>r</a:t>
            </a:r>
            <a:r>
              <a:rPr dirty="0" sz="5100" spc="470">
                <a:latin typeface="Tahoma"/>
                <a:cs typeface="Tahoma"/>
              </a:rPr>
              <a:t>a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6251" y="4500335"/>
            <a:ext cx="4304665" cy="806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100" spc="160">
                <a:latin typeface="Tahoma"/>
                <a:cs typeface="Tahoma"/>
              </a:rPr>
              <a:t>Listyaningrum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4834" y="5438699"/>
            <a:ext cx="2207260" cy="596900"/>
          </a:xfrm>
          <a:custGeom>
            <a:avLst/>
            <a:gdLst/>
            <a:ahLst/>
            <a:cxnLst/>
            <a:rect l="l" t="t" r="r" b="b"/>
            <a:pathLst>
              <a:path w="2207259" h="596900">
                <a:moveTo>
                  <a:pt x="1908819" y="596702"/>
                </a:moveTo>
                <a:lnTo>
                  <a:pt x="298351" y="596702"/>
                </a:lnTo>
                <a:lnTo>
                  <a:pt x="249957" y="592797"/>
                </a:lnTo>
                <a:lnTo>
                  <a:pt x="204049" y="581492"/>
                </a:lnTo>
                <a:lnTo>
                  <a:pt x="161241" y="563400"/>
                </a:lnTo>
                <a:lnTo>
                  <a:pt x="122148" y="539137"/>
                </a:lnTo>
                <a:lnTo>
                  <a:pt x="87385" y="509317"/>
                </a:lnTo>
                <a:lnTo>
                  <a:pt x="57564" y="474553"/>
                </a:lnTo>
                <a:lnTo>
                  <a:pt x="33301" y="435460"/>
                </a:lnTo>
                <a:lnTo>
                  <a:pt x="15210" y="392653"/>
                </a:lnTo>
                <a:lnTo>
                  <a:pt x="3904" y="346745"/>
                </a:lnTo>
                <a:lnTo>
                  <a:pt x="0" y="298351"/>
                </a:lnTo>
                <a:lnTo>
                  <a:pt x="3904" y="249957"/>
                </a:lnTo>
                <a:lnTo>
                  <a:pt x="15210" y="204049"/>
                </a:lnTo>
                <a:lnTo>
                  <a:pt x="33301" y="161241"/>
                </a:lnTo>
                <a:lnTo>
                  <a:pt x="57564" y="122148"/>
                </a:lnTo>
                <a:lnTo>
                  <a:pt x="87385" y="87385"/>
                </a:lnTo>
                <a:lnTo>
                  <a:pt x="122148" y="57564"/>
                </a:lnTo>
                <a:lnTo>
                  <a:pt x="161241" y="33301"/>
                </a:lnTo>
                <a:lnTo>
                  <a:pt x="204049" y="15210"/>
                </a:lnTo>
                <a:lnTo>
                  <a:pt x="249957" y="3904"/>
                </a:lnTo>
                <a:lnTo>
                  <a:pt x="298351" y="0"/>
                </a:lnTo>
                <a:lnTo>
                  <a:pt x="1908819" y="0"/>
                </a:lnTo>
                <a:lnTo>
                  <a:pt x="1957213" y="3904"/>
                </a:lnTo>
                <a:lnTo>
                  <a:pt x="2003121" y="15210"/>
                </a:lnTo>
                <a:lnTo>
                  <a:pt x="2045928" y="33301"/>
                </a:lnTo>
                <a:lnTo>
                  <a:pt x="2085021" y="57564"/>
                </a:lnTo>
                <a:lnTo>
                  <a:pt x="2119785" y="87385"/>
                </a:lnTo>
                <a:lnTo>
                  <a:pt x="2149606" y="122148"/>
                </a:lnTo>
                <a:lnTo>
                  <a:pt x="2173869" y="161241"/>
                </a:lnTo>
                <a:lnTo>
                  <a:pt x="2191960" y="204049"/>
                </a:lnTo>
                <a:lnTo>
                  <a:pt x="2203265" y="249957"/>
                </a:lnTo>
                <a:lnTo>
                  <a:pt x="2207170" y="298351"/>
                </a:lnTo>
                <a:lnTo>
                  <a:pt x="2203265" y="346745"/>
                </a:lnTo>
                <a:lnTo>
                  <a:pt x="2191960" y="392653"/>
                </a:lnTo>
                <a:lnTo>
                  <a:pt x="2173869" y="435460"/>
                </a:lnTo>
                <a:lnTo>
                  <a:pt x="2149606" y="474553"/>
                </a:lnTo>
                <a:lnTo>
                  <a:pt x="2119785" y="509317"/>
                </a:lnTo>
                <a:lnTo>
                  <a:pt x="2085021" y="539137"/>
                </a:lnTo>
                <a:lnTo>
                  <a:pt x="2045928" y="563400"/>
                </a:lnTo>
                <a:lnTo>
                  <a:pt x="2003121" y="581492"/>
                </a:lnTo>
                <a:lnTo>
                  <a:pt x="1957213" y="592797"/>
                </a:lnTo>
                <a:lnTo>
                  <a:pt x="1908819" y="596702"/>
                </a:lnTo>
                <a:close/>
              </a:path>
            </a:pathLst>
          </a:custGeom>
          <a:solidFill>
            <a:srgbClr val="538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617335" y="5568213"/>
            <a:ext cx="1702435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434">
                <a:solidFill>
                  <a:srgbClr val="090046"/>
                </a:solidFill>
                <a:latin typeface="Microsoft Sans Serif"/>
                <a:cs typeface="Microsoft Sans Serif"/>
              </a:rPr>
              <a:t>122450011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43364" y="3766146"/>
            <a:ext cx="3418840" cy="806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100" spc="195">
                <a:latin typeface="Tahoma"/>
                <a:cs typeface="Tahoma"/>
              </a:rPr>
              <a:t>Febiya</a:t>
            </a:r>
            <a:r>
              <a:rPr dirty="0" sz="5100" spc="-380">
                <a:latin typeface="Tahoma"/>
                <a:cs typeface="Tahoma"/>
              </a:rPr>
              <a:t> </a:t>
            </a:r>
            <a:r>
              <a:rPr dirty="0" sz="5100" spc="125">
                <a:latin typeface="Tahoma"/>
                <a:cs typeface="Tahoma"/>
              </a:rPr>
              <a:t>Jom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97351" y="3575050"/>
            <a:ext cx="788035" cy="787400"/>
          </a:xfrm>
          <a:prstGeom prst="rect">
            <a:avLst/>
          </a:prstGeom>
          <a:solidFill>
            <a:srgbClr val="F0C2BC"/>
          </a:solidFill>
          <a:ln w="36532">
            <a:solidFill>
              <a:srgbClr val="429986"/>
            </a:solidFill>
          </a:ln>
        </p:spPr>
        <p:txBody>
          <a:bodyPr wrap="square" lIns="0" tIns="207010" rIns="0" bIns="0" rtlCol="0" vert="horz">
            <a:spAutoFit/>
          </a:bodyPr>
          <a:lstStyle/>
          <a:p>
            <a:pPr marL="134620">
              <a:lnSpc>
                <a:spcPts val="4570"/>
              </a:lnSpc>
              <a:spcBef>
                <a:spcPts val="1630"/>
              </a:spcBef>
            </a:pPr>
            <a:r>
              <a:rPr dirty="0" sz="5100" spc="254">
                <a:latin typeface="Tahoma"/>
                <a:cs typeface="Tahoma"/>
              </a:rPr>
              <a:t>y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435574" y="4499571"/>
            <a:ext cx="2172970" cy="806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100" spc="565">
                <a:latin typeface="Tahoma"/>
                <a:cs typeface="Tahoma"/>
              </a:rPr>
              <a:t>P</a:t>
            </a:r>
            <a:r>
              <a:rPr dirty="0" sz="5100" spc="-95">
                <a:latin typeface="Tahoma"/>
                <a:cs typeface="Tahoma"/>
              </a:rPr>
              <a:t>r</a:t>
            </a:r>
            <a:r>
              <a:rPr dirty="0" sz="5100" spc="235">
                <a:latin typeface="Tahoma"/>
                <a:cs typeface="Tahoma"/>
              </a:rPr>
              <a:t>a</a:t>
            </a:r>
            <a:r>
              <a:rPr dirty="0" sz="5100" spc="270">
                <a:latin typeface="Tahoma"/>
                <a:cs typeface="Tahoma"/>
              </a:rPr>
              <a:t>t</a:t>
            </a:r>
            <a:r>
              <a:rPr dirty="0" sz="5100" spc="114">
                <a:latin typeface="Tahoma"/>
                <a:cs typeface="Tahoma"/>
              </a:rPr>
              <a:t>i</a:t>
            </a:r>
            <a:r>
              <a:rPr dirty="0" sz="5100" spc="290">
                <a:latin typeface="Tahoma"/>
                <a:cs typeface="Tahoma"/>
              </a:rPr>
              <a:t>w</a:t>
            </a:r>
            <a:r>
              <a:rPr dirty="0" sz="5100" spc="350">
                <a:latin typeface="Tahoma"/>
                <a:cs typeface="Tahoma"/>
              </a:rPr>
              <a:t>i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4418402" y="5438030"/>
            <a:ext cx="2207260" cy="596900"/>
          </a:xfrm>
          <a:custGeom>
            <a:avLst/>
            <a:gdLst/>
            <a:ahLst/>
            <a:cxnLst/>
            <a:rect l="l" t="t" r="r" b="b"/>
            <a:pathLst>
              <a:path w="2207259" h="596900">
                <a:moveTo>
                  <a:pt x="1908819" y="596702"/>
                </a:moveTo>
                <a:lnTo>
                  <a:pt x="298351" y="596702"/>
                </a:lnTo>
                <a:lnTo>
                  <a:pt x="249957" y="592797"/>
                </a:lnTo>
                <a:lnTo>
                  <a:pt x="204049" y="581492"/>
                </a:lnTo>
                <a:lnTo>
                  <a:pt x="161241" y="563400"/>
                </a:lnTo>
                <a:lnTo>
                  <a:pt x="122148" y="539137"/>
                </a:lnTo>
                <a:lnTo>
                  <a:pt x="87385" y="509317"/>
                </a:lnTo>
                <a:lnTo>
                  <a:pt x="57564" y="474553"/>
                </a:lnTo>
                <a:lnTo>
                  <a:pt x="33301" y="435460"/>
                </a:lnTo>
                <a:lnTo>
                  <a:pt x="15210" y="392653"/>
                </a:lnTo>
                <a:lnTo>
                  <a:pt x="3904" y="346745"/>
                </a:lnTo>
                <a:lnTo>
                  <a:pt x="0" y="298351"/>
                </a:lnTo>
                <a:lnTo>
                  <a:pt x="3904" y="249957"/>
                </a:lnTo>
                <a:lnTo>
                  <a:pt x="15210" y="204049"/>
                </a:lnTo>
                <a:lnTo>
                  <a:pt x="33301" y="161241"/>
                </a:lnTo>
                <a:lnTo>
                  <a:pt x="57564" y="122148"/>
                </a:lnTo>
                <a:lnTo>
                  <a:pt x="87385" y="87385"/>
                </a:lnTo>
                <a:lnTo>
                  <a:pt x="122148" y="57564"/>
                </a:lnTo>
                <a:lnTo>
                  <a:pt x="161241" y="33301"/>
                </a:lnTo>
                <a:lnTo>
                  <a:pt x="204049" y="15210"/>
                </a:lnTo>
                <a:lnTo>
                  <a:pt x="249957" y="3904"/>
                </a:lnTo>
                <a:lnTo>
                  <a:pt x="298351" y="0"/>
                </a:lnTo>
                <a:lnTo>
                  <a:pt x="1908819" y="0"/>
                </a:lnTo>
                <a:lnTo>
                  <a:pt x="1957213" y="3904"/>
                </a:lnTo>
                <a:lnTo>
                  <a:pt x="2003121" y="15210"/>
                </a:lnTo>
                <a:lnTo>
                  <a:pt x="2045928" y="33301"/>
                </a:lnTo>
                <a:lnTo>
                  <a:pt x="2085021" y="57564"/>
                </a:lnTo>
                <a:lnTo>
                  <a:pt x="2119785" y="87385"/>
                </a:lnTo>
                <a:lnTo>
                  <a:pt x="2149606" y="122148"/>
                </a:lnTo>
                <a:lnTo>
                  <a:pt x="2173869" y="161241"/>
                </a:lnTo>
                <a:lnTo>
                  <a:pt x="2191960" y="204049"/>
                </a:lnTo>
                <a:lnTo>
                  <a:pt x="2203265" y="249957"/>
                </a:lnTo>
                <a:lnTo>
                  <a:pt x="2207170" y="298351"/>
                </a:lnTo>
                <a:lnTo>
                  <a:pt x="2203265" y="346745"/>
                </a:lnTo>
                <a:lnTo>
                  <a:pt x="2191960" y="392653"/>
                </a:lnTo>
                <a:lnTo>
                  <a:pt x="2173869" y="435460"/>
                </a:lnTo>
                <a:lnTo>
                  <a:pt x="2149606" y="474553"/>
                </a:lnTo>
                <a:lnTo>
                  <a:pt x="2119785" y="509317"/>
                </a:lnTo>
                <a:lnTo>
                  <a:pt x="2085021" y="539137"/>
                </a:lnTo>
                <a:lnTo>
                  <a:pt x="2045928" y="563400"/>
                </a:lnTo>
                <a:lnTo>
                  <a:pt x="2003121" y="581492"/>
                </a:lnTo>
                <a:lnTo>
                  <a:pt x="1957213" y="592797"/>
                </a:lnTo>
                <a:lnTo>
                  <a:pt x="1908819" y="596702"/>
                </a:lnTo>
                <a:close/>
              </a:path>
            </a:pathLst>
          </a:custGeom>
          <a:solidFill>
            <a:srgbClr val="538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4534179" y="5149850"/>
            <a:ext cx="2363470" cy="787400"/>
          </a:xfrm>
          <a:prstGeom prst="rect">
            <a:avLst/>
          </a:prstGeom>
          <a:ln w="36532">
            <a:solidFill>
              <a:srgbClr val="429986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149225">
              <a:lnSpc>
                <a:spcPct val="100000"/>
              </a:lnSpc>
              <a:spcBef>
                <a:spcPts val="1235"/>
              </a:spcBef>
            </a:pPr>
            <a:r>
              <a:rPr dirty="0" sz="1850" spc="434">
                <a:solidFill>
                  <a:srgbClr val="090046"/>
                </a:solidFill>
                <a:latin typeface="Microsoft Sans Serif"/>
                <a:cs typeface="Microsoft Sans Serif"/>
              </a:rPr>
              <a:t>122450074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68000" y="6743700"/>
            <a:ext cx="697230" cy="749300"/>
          </a:xfrm>
          <a:prstGeom prst="rect">
            <a:avLst/>
          </a:prstGeom>
          <a:solidFill>
            <a:srgbClr val="F0C2BC"/>
          </a:solidFill>
        </p:spPr>
        <p:txBody>
          <a:bodyPr wrap="square" lIns="0" tIns="90170" rIns="0" bIns="0" rtlCol="0" vert="horz">
            <a:spAutoFit/>
          </a:bodyPr>
          <a:lstStyle/>
          <a:p>
            <a:pPr marL="53340">
              <a:lnSpc>
                <a:spcPts val="5185"/>
              </a:lnSpc>
              <a:spcBef>
                <a:spcPts val="710"/>
              </a:spcBef>
            </a:pPr>
            <a:r>
              <a:rPr dirty="0" sz="5100" spc="434">
                <a:latin typeface="Tahoma"/>
                <a:cs typeface="Tahoma"/>
              </a:rPr>
              <a:t>A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171008" y="6724650"/>
            <a:ext cx="788035" cy="787400"/>
          </a:xfrm>
          <a:prstGeom prst="rect">
            <a:avLst/>
          </a:prstGeom>
          <a:solidFill>
            <a:srgbClr val="F0C2BC"/>
          </a:solidFill>
          <a:ln w="36532">
            <a:solidFill>
              <a:srgbClr val="429986"/>
            </a:solidFill>
          </a:ln>
        </p:spPr>
        <p:txBody>
          <a:bodyPr wrap="square" lIns="0" tIns="109220" rIns="0" bIns="0" rtlCol="0" vert="horz">
            <a:spAutoFit/>
          </a:bodyPr>
          <a:lstStyle/>
          <a:p>
            <a:pPr>
              <a:lnSpc>
                <a:spcPts val="5335"/>
              </a:lnSpc>
              <a:spcBef>
                <a:spcPts val="860"/>
              </a:spcBef>
            </a:pPr>
            <a:r>
              <a:rPr dirty="0" sz="5100" spc="229">
                <a:latin typeface="Tahoma"/>
                <a:cs typeface="Tahoma"/>
              </a:rPr>
              <a:t>lia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958740" y="6724650"/>
            <a:ext cx="788035" cy="787400"/>
          </a:xfrm>
          <a:prstGeom prst="rect">
            <a:avLst/>
          </a:prstGeom>
          <a:solidFill>
            <a:srgbClr val="F0C2BC"/>
          </a:solidFill>
          <a:ln w="36532">
            <a:solidFill>
              <a:srgbClr val="429986"/>
            </a:solidFill>
          </a:ln>
        </p:spPr>
        <p:txBody>
          <a:bodyPr wrap="square" lIns="0" tIns="109220" rIns="0" bIns="0" rtlCol="0" vert="horz">
            <a:spAutoFit/>
          </a:bodyPr>
          <a:lstStyle/>
          <a:p>
            <a:pPr marL="42545">
              <a:lnSpc>
                <a:spcPts val="5335"/>
              </a:lnSpc>
              <a:spcBef>
                <a:spcPts val="860"/>
              </a:spcBef>
            </a:pPr>
            <a:r>
              <a:rPr dirty="0" sz="5100" spc="965">
                <a:latin typeface="Tahoma"/>
                <a:cs typeface="Tahoma"/>
              </a:rPr>
              <a:t>M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52901" y="6818476"/>
            <a:ext cx="3404235" cy="806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470785" algn="l"/>
              </a:tabLst>
            </a:pPr>
            <a:r>
              <a:rPr dirty="0" sz="5100" spc="365">
                <a:latin typeface="Tahoma"/>
                <a:cs typeface="Tahoma"/>
              </a:rPr>
              <a:t>ma	</a:t>
            </a:r>
            <a:r>
              <a:rPr dirty="0" sz="5100" spc="190">
                <a:latin typeface="Tahoma"/>
                <a:cs typeface="Tahoma"/>
              </a:rPr>
              <a:t>ela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534179" y="6724650"/>
            <a:ext cx="788035" cy="787400"/>
          </a:xfrm>
          <a:prstGeom prst="rect">
            <a:avLst/>
          </a:prstGeom>
          <a:solidFill>
            <a:srgbClr val="F0C2BC"/>
          </a:solidFill>
          <a:ln w="36532">
            <a:solidFill>
              <a:srgbClr val="429986"/>
            </a:solidFill>
          </a:ln>
        </p:spPr>
        <p:txBody>
          <a:bodyPr wrap="square" lIns="0" tIns="109220" rIns="0" bIns="0" rtlCol="0" vert="horz">
            <a:spAutoFit/>
          </a:bodyPr>
          <a:lstStyle/>
          <a:p>
            <a:pPr>
              <a:lnSpc>
                <a:spcPts val="5335"/>
              </a:lnSpc>
              <a:spcBef>
                <a:spcPts val="860"/>
              </a:spcBef>
            </a:pPr>
            <a:r>
              <a:rPr dirty="0" sz="5100" spc="210">
                <a:latin typeface="Tahoma"/>
                <a:cs typeface="Tahoma"/>
              </a:rPr>
              <a:t>ni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171008" y="7512050"/>
            <a:ext cx="813435" cy="787400"/>
          </a:xfrm>
          <a:prstGeom prst="rect">
            <a:avLst/>
          </a:prstGeom>
          <a:solidFill>
            <a:srgbClr val="F0C2BC"/>
          </a:solidFill>
          <a:ln w="36532">
            <a:solidFill>
              <a:srgbClr val="429986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1270">
              <a:lnSpc>
                <a:spcPts val="5760"/>
              </a:lnSpc>
              <a:spcBef>
                <a:spcPts val="434"/>
              </a:spcBef>
            </a:pPr>
            <a:r>
              <a:rPr dirty="0" sz="5100" spc="565">
                <a:latin typeface="Tahoma"/>
                <a:cs typeface="Tahoma"/>
              </a:rPr>
              <a:t>P</a:t>
            </a:r>
            <a:r>
              <a:rPr dirty="0" sz="5100" spc="65">
                <a:latin typeface="Tahoma"/>
                <a:cs typeface="Tahoma"/>
              </a:rPr>
              <a:t>u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958740" y="7512050"/>
            <a:ext cx="788035" cy="787400"/>
          </a:xfrm>
          <a:prstGeom prst="rect">
            <a:avLst/>
          </a:prstGeom>
          <a:solidFill>
            <a:srgbClr val="F0C2BC"/>
          </a:solidFill>
          <a:ln w="36532">
            <a:solidFill>
              <a:srgbClr val="429986"/>
            </a:solidFill>
          </a:ln>
        </p:spPr>
        <p:txBody>
          <a:bodyPr wrap="square" lIns="0" tIns="55244" rIns="0" bIns="0" rtlCol="0" vert="horz">
            <a:spAutoFit/>
          </a:bodyPr>
          <a:lstStyle/>
          <a:p>
            <a:pPr marL="13335">
              <a:lnSpc>
                <a:spcPts val="5760"/>
              </a:lnSpc>
              <a:spcBef>
                <a:spcPts val="434"/>
              </a:spcBef>
            </a:pPr>
            <a:r>
              <a:rPr dirty="0" sz="5100" spc="175">
                <a:latin typeface="Tahoma"/>
                <a:cs typeface="Tahoma"/>
              </a:rPr>
              <a:t>tri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802034" y="8490359"/>
            <a:ext cx="2207260" cy="596900"/>
          </a:xfrm>
          <a:custGeom>
            <a:avLst/>
            <a:gdLst/>
            <a:ahLst/>
            <a:cxnLst/>
            <a:rect l="l" t="t" r="r" b="b"/>
            <a:pathLst>
              <a:path w="2207259" h="596900">
                <a:moveTo>
                  <a:pt x="1908819" y="596702"/>
                </a:moveTo>
                <a:lnTo>
                  <a:pt x="298351" y="596702"/>
                </a:lnTo>
                <a:lnTo>
                  <a:pt x="249957" y="592797"/>
                </a:lnTo>
                <a:lnTo>
                  <a:pt x="204049" y="581492"/>
                </a:lnTo>
                <a:lnTo>
                  <a:pt x="161241" y="563400"/>
                </a:lnTo>
                <a:lnTo>
                  <a:pt x="122148" y="539137"/>
                </a:lnTo>
                <a:lnTo>
                  <a:pt x="87385" y="509317"/>
                </a:lnTo>
                <a:lnTo>
                  <a:pt x="57564" y="474553"/>
                </a:lnTo>
                <a:lnTo>
                  <a:pt x="33301" y="435460"/>
                </a:lnTo>
                <a:lnTo>
                  <a:pt x="15210" y="392653"/>
                </a:lnTo>
                <a:lnTo>
                  <a:pt x="3904" y="346745"/>
                </a:lnTo>
                <a:lnTo>
                  <a:pt x="0" y="298351"/>
                </a:lnTo>
                <a:lnTo>
                  <a:pt x="3904" y="249957"/>
                </a:lnTo>
                <a:lnTo>
                  <a:pt x="15210" y="204049"/>
                </a:lnTo>
                <a:lnTo>
                  <a:pt x="33301" y="161241"/>
                </a:lnTo>
                <a:lnTo>
                  <a:pt x="57564" y="122148"/>
                </a:lnTo>
                <a:lnTo>
                  <a:pt x="87385" y="87385"/>
                </a:lnTo>
                <a:lnTo>
                  <a:pt x="122148" y="57564"/>
                </a:lnTo>
                <a:lnTo>
                  <a:pt x="161241" y="33301"/>
                </a:lnTo>
                <a:lnTo>
                  <a:pt x="204049" y="15210"/>
                </a:lnTo>
                <a:lnTo>
                  <a:pt x="249957" y="3904"/>
                </a:lnTo>
                <a:lnTo>
                  <a:pt x="298351" y="0"/>
                </a:lnTo>
                <a:lnTo>
                  <a:pt x="1908819" y="0"/>
                </a:lnTo>
                <a:lnTo>
                  <a:pt x="1957213" y="3904"/>
                </a:lnTo>
                <a:lnTo>
                  <a:pt x="2003121" y="15210"/>
                </a:lnTo>
                <a:lnTo>
                  <a:pt x="2045928" y="33301"/>
                </a:lnTo>
                <a:lnTo>
                  <a:pt x="2085021" y="57564"/>
                </a:lnTo>
                <a:lnTo>
                  <a:pt x="2119785" y="87385"/>
                </a:lnTo>
                <a:lnTo>
                  <a:pt x="2149606" y="122148"/>
                </a:lnTo>
                <a:lnTo>
                  <a:pt x="2173869" y="161241"/>
                </a:lnTo>
                <a:lnTo>
                  <a:pt x="2191960" y="204049"/>
                </a:lnTo>
                <a:lnTo>
                  <a:pt x="2203265" y="249957"/>
                </a:lnTo>
                <a:lnTo>
                  <a:pt x="2207170" y="298351"/>
                </a:lnTo>
                <a:lnTo>
                  <a:pt x="2203265" y="346745"/>
                </a:lnTo>
                <a:lnTo>
                  <a:pt x="2191960" y="392653"/>
                </a:lnTo>
                <a:lnTo>
                  <a:pt x="2173869" y="435460"/>
                </a:lnTo>
                <a:lnTo>
                  <a:pt x="2149606" y="474553"/>
                </a:lnTo>
                <a:lnTo>
                  <a:pt x="2119785" y="509317"/>
                </a:lnTo>
                <a:lnTo>
                  <a:pt x="2085021" y="539137"/>
                </a:lnTo>
                <a:lnTo>
                  <a:pt x="2045928" y="563400"/>
                </a:lnTo>
                <a:lnTo>
                  <a:pt x="2003121" y="581492"/>
                </a:lnTo>
                <a:lnTo>
                  <a:pt x="1957213" y="592797"/>
                </a:lnTo>
                <a:lnTo>
                  <a:pt x="1908819" y="596702"/>
                </a:lnTo>
                <a:close/>
              </a:path>
            </a:pathLst>
          </a:custGeom>
          <a:solidFill>
            <a:srgbClr val="538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1383300" y="8299450"/>
            <a:ext cx="3151505" cy="787400"/>
          </a:xfrm>
          <a:prstGeom prst="rect">
            <a:avLst/>
          </a:prstGeom>
          <a:ln w="36532">
            <a:solidFill>
              <a:srgbClr val="429986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683895">
              <a:lnSpc>
                <a:spcPct val="100000"/>
              </a:lnSpc>
            </a:pPr>
            <a:r>
              <a:rPr dirty="0" sz="1850" spc="434">
                <a:solidFill>
                  <a:srgbClr val="090046"/>
                </a:solidFill>
                <a:latin typeface="Microsoft Sans Serif"/>
                <a:cs typeface="Microsoft Sans Serif"/>
              </a:rPr>
              <a:t>122450122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238295" y="8755868"/>
            <a:ext cx="2207260" cy="596900"/>
          </a:xfrm>
          <a:custGeom>
            <a:avLst/>
            <a:gdLst/>
            <a:ahLst/>
            <a:cxnLst/>
            <a:rect l="l" t="t" r="r" b="b"/>
            <a:pathLst>
              <a:path w="2207259" h="596900">
                <a:moveTo>
                  <a:pt x="1908819" y="596702"/>
                </a:moveTo>
                <a:lnTo>
                  <a:pt x="298351" y="596702"/>
                </a:lnTo>
                <a:lnTo>
                  <a:pt x="249957" y="592797"/>
                </a:lnTo>
                <a:lnTo>
                  <a:pt x="204049" y="581492"/>
                </a:lnTo>
                <a:lnTo>
                  <a:pt x="161241" y="563400"/>
                </a:lnTo>
                <a:lnTo>
                  <a:pt x="122148" y="539137"/>
                </a:lnTo>
                <a:lnTo>
                  <a:pt x="87385" y="509317"/>
                </a:lnTo>
                <a:lnTo>
                  <a:pt x="57564" y="474553"/>
                </a:lnTo>
                <a:lnTo>
                  <a:pt x="33301" y="435460"/>
                </a:lnTo>
                <a:lnTo>
                  <a:pt x="15210" y="392653"/>
                </a:lnTo>
                <a:lnTo>
                  <a:pt x="3904" y="346745"/>
                </a:lnTo>
                <a:lnTo>
                  <a:pt x="0" y="298351"/>
                </a:lnTo>
                <a:lnTo>
                  <a:pt x="3904" y="249957"/>
                </a:lnTo>
                <a:lnTo>
                  <a:pt x="15210" y="204049"/>
                </a:lnTo>
                <a:lnTo>
                  <a:pt x="33301" y="161241"/>
                </a:lnTo>
                <a:lnTo>
                  <a:pt x="57564" y="122148"/>
                </a:lnTo>
                <a:lnTo>
                  <a:pt x="87385" y="87385"/>
                </a:lnTo>
                <a:lnTo>
                  <a:pt x="122148" y="57564"/>
                </a:lnTo>
                <a:lnTo>
                  <a:pt x="161241" y="33301"/>
                </a:lnTo>
                <a:lnTo>
                  <a:pt x="204049" y="15210"/>
                </a:lnTo>
                <a:lnTo>
                  <a:pt x="249957" y="3904"/>
                </a:lnTo>
                <a:lnTo>
                  <a:pt x="298351" y="0"/>
                </a:lnTo>
                <a:lnTo>
                  <a:pt x="1908819" y="0"/>
                </a:lnTo>
                <a:lnTo>
                  <a:pt x="1957213" y="3904"/>
                </a:lnTo>
                <a:lnTo>
                  <a:pt x="2003121" y="15210"/>
                </a:lnTo>
                <a:lnTo>
                  <a:pt x="2045928" y="33301"/>
                </a:lnTo>
                <a:lnTo>
                  <a:pt x="2085021" y="57564"/>
                </a:lnTo>
                <a:lnTo>
                  <a:pt x="2119785" y="87385"/>
                </a:lnTo>
                <a:lnTo>
                  <a:pt x="2149606" y="122148"/>
                </a:lnTo>
                <a:lnTo>
                  <a:pt x="2173869" y="161241"/>
                </a:lnTo>
                <a:lnTo>
                  <a:pt x="2191960" y="204049"/>
                </a:lnTo>
                <a:lnTo>
                  <a:pt x="2203265" y="249957"/>
                </a:lnTo>
                <a:lnTo>
                  <a:pt x="2207170" y="298351"/>
                </a:lnTo>
                <a:lnTo>
                  <a:pt x="2203265" y="346745"/>
                </a:lnTo>
                <a:lnTo>
                  <a:pt x="2191960" y="392653"/>
                </a:lnTo>
                <a:lnTo>
                  <a:pt x="2173869" y="435460"/>
                </a:lnTo>
                <a:lnTo>
                  <a:pt x="2149606" y="474553"/>
                </a:lnTo>
                <a:lnTo>
                  <a:pt x="2119785" y="509317"/>
                </a:lnTo>
                <a:lnTo>
                  <a:pt x="2085021" y="539137"/>
                </a:lnTo>
                <a:lnTo>
                  <a:pt x="2045928" y="563400"/>
                </a:lnTo>
                <a:lnTo>
                  <a:pt x="2003121" y="581492"/>
                </a:lnTo>
                <a:lnTo>
                  <a:pt x="1957213" y="592797"/>
                </a:lnTo>
                <a:lnTo>
                  <a:pt x="1908819" y="596702"/>
                </a:lnTo>
                <a:close/>
              </a:path>
            </a:pathLst>
          </a:custGeom>
          <a:solidFill>
            <a:srgbClr val="5382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4803925" y="7083985"/>
            <a:ext cx="3075940" cy="211391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ctr" marL="12700" marR="5080">
              <a:lnSpc>
                <a:spcPts val="5780"/>
              </a:lnSpc>
              <a:spcBef>
                <a:spcPts val="600"/>
              </a:spcBef>
            </a:pPr>
            <a:r>
              <a:rPr dirty="0" sz="5100" spc="250">
                <a:latin typeface="Tahoma"/>
                <a:cs typeface="Tahoma"/>
              </a:rPr>
              <a:t>F</a:t>
            </a:r>
            <a:r>
              <a:rPr dirty="0" sz="5100" spc="235">
                <a:latin typeface="Tahoma"/>
                <a:cs typeface="Tahoma"/>
              </a:rPr>
              <a:t>a</a:t>
            </a:r>
            <a:r>
              <a:rPr dirty="0" sz="5100" spc="-95">
                <a:latin typeface="Tahoma"/>
                <a:cs typeface="Tahoma"/>
              </a:rPr>
              <a:t>r</a:t>
            </a:r>
            <a:r>
              <a:rPr dirty="0" sz="5100" spc="225">
                <a:latin typeface="Tahoma"/>
                <a:cs typeface="Tahoma"/>
              </a:rPr>
              <a:t>e</a:t>
            </a:r>
            <a:r>
              <a:rPr dirty="0" sz="5100" spc="350">
                <a:latin typeface="Tahoma"/>
                <a:cs typeface="Tahoma"/>
              </a:rPr>
              <a:t>l</a:t>
            </a:r>
            <a:r>
              <a:rPr dirty="0" sz="5100" spc="-315">
                <a:latin typeface="Tahoma"/>
                <a:cs typeface="Tahoma"/>
              </a:rPr>
              <a:t> </a:t>
            </a:r>
            <a:r>
              <a:rPr dirty="0" sz="5100" spc="-30">
                <a:latin typeface="Tahoma"/>
                <a:cs typeface="Tahoma"/>
              </a:rPr>
              <a:t>J</a:t>
            </a:r>
            <a:r>
              <a:rPr dirty="0" sz="5100" spc="65">
                <a:latin typeface="Tahoma"/>
                <a:cs typeface="Tahoma"/>
              </a:rPr>
              <a:t>u</a:t>
            </a:r>
            <a:r>
              <a:rPr dirty="0" sz="5100" spc="114">
                <a:latin typeface="Tahoma"/>
                <a:cs typeface="Tahoma"/>
              </a:rPr>
              <a:t>li</a:t>
            </a:r>
            <a:r>
              <a:rPr dirty="0" sz="5100" spc="270">
                <a:latin typeface="Tahoma"/>
                <a:cs typeface="Tahoma"/>
              </a:rPr>
              <a:t>o  </a:t>
            </a:r>
            <a:r>
              <a:rPr dirty="0" sz="5100" spc="280">
                <a:latin typeface="Tahoma"/>
                <a:cs typeface="Tahoma"/>
              </a:rPr>
              <a:t>Akbar</a:t>
            </a:r>
            <a:endParaRPr sz="5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155"/>
              </a:spcBef>
            </a:pPr>
            <a:r>
              <a:rPr dirty="0" sz="1850" spc="434">
                <a:solidFill>
                  <a:srgbClr val="090046"/>
                </a:solidFill>
                <a:latin typeface="Microsoft Sans Serif"/>
                <a:cs typeface="Microsoft Sans Serif"/>
              </a:rPr>
              <a:t>122450110</a:t>
            </a:r>
            <a:endParaRPr sz="18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2998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877925"/>
            <a:ext cx="5060315" cy="257810"/>
            <a:chOff x="0" y="877925"/>
            <a:chExt cx="5060315" cy="257810"/>
          </a:xfrm>
        </p:grpSpPr>
        <p:sp>
          <p:nvSpPr>
            <p:cNvPr id="4" name="object 4"/>
            <p:cNvSpPr/>
            <p:nvPr/>
          </p:nvSpPr>
          <p:spPr>
            <a:xfrm>
              <a:off x="0" y="896975"/>
              <a:ext cx="5060315" cy="238760"/>
            </a:xfrm>
            <a:custGeom>
              <a:avLst/>
              <a:gdLst/>
              <a:ahLst/>
              <a:cxnLst/>
              <a:rect l="l" t="t" r="r" b="b"/>
              <a:pathLst>
                <a:path w="5060315" h="238759">
                  <a:moveTo>
                    <a:pt x="0" y="0"/>
                  </a:moveTo>
                  <a:lnTo>
                    <a:pt x="5059699" y="0"/>
                  </a:lnTo>
                  <a:lnTo>
                    <a:pt x="5059699" y="238702"/>
                  </a:lnTo>
                  <a:lnTo>
                    <a:pt x="0" y="2387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877925"/>
              <a:ext cx="5057775" cy="31750"/>
            </a:xfrm>
            <a:custGeom>
              <a:avLst/>
              <a:gdLst/>
              <a:ahLst/>
              <a:cxnLst/>
              <a:rect l="l" t="t" r="r" b="b"/>
              <a:pathLst>
                <a:path w="5057775" h="31750">
                  <a:moveTo>
                    <a:pt x="0" y="31259"/>
                  </a:moveTo>
                  <a:lnTo>
                    <a:pt x="5057221" y="31259"/>
                  </a:lnTo>
                  <a:lnTo>
                    <a:pt x="5057221" y="0"/>
                  </a:lnTo>
                  <a:lnTo>
                    <a:pt x="0" y="0"/>
                  </a:lnTo>
                  <a:lnTo>
                    <a:pt x="0" y="31259"/>
                  </a:lnTo>
                  <a:close/>
                </a:path>
              </a:pathLst>
            </a:custGeom>
            <a:solidFill>
              <a:srgbClr val="1529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1633317"/>
            <a:ext cx="18288000" cy="8653780"/>
            <a:chOff x="0" y="1633317"/>
            <a:chExt cx="18288000" cy="8653780"/>
          </a:xfrm>
        </p:grpSpPr>
        <p:sp>
          <p:nvSpPr>
            <p:cNvPr id="7" name="object 7"/>
            <p:cNvSpPr/>
            <p:nvPr/>
          </p:nvSpPr>
          <p:spPr>
            <a:xfrm>
              <a:off x="0" y="8371447"/>
              <a:ext cx="18288000" cy="1915795"/>
            </a:xfrm>
            <a:custGeom>
              <a:avLst/>
              <a:gdLst/>
              <a:ahLst/>
              <a:cxnLst/>
              <a:rect l="l" t="t" r="r" b="b"/>
              <a:pathLst>
                <a:path w="18288000" h="1915795">
                  <a:moveTo>
                    <a:pt x="18288000" y="1915551"/>
                  </a:moveTo>
                  <a:lnTo>
                    <a:pt x="0" y="1915551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1915551"/>
                  </a:lnTo>
                  <a:close/>
                </a:path>
              </a:pathLst>
            </a:custGeom>
            <a:solidFill>
              <a:srgbClr val="F0C2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108511" y="1639788"/>
              <a:ext cx="4457700" cy="6733540"/>
            </a:xfrm>
            <a:custGeom>
              <a:avLst/>
              <a:gdLst/>
              <a:ahLst/>
              <a:cxnLst/>
              <a:rect l="l" t="t" r="r" b="b"/>
              <a:pathLst>
                <a:path w="4457700" h="6733540">
                  <a:moveTo>
                    <a:pt x="4415115" y="6733319"/>
                  </a:moveTo>
                  <a:lnTo>
                    <a:pt x="42504" y="6733319"/>
                  </a:lnTo>
                  <a:lnTo>
                    <a:pt x="25962" y="6729978"/>
                  </a:lnTo>
                  <a:lnTo>
                    <a:pt x="12451" y="6720868"/>
                  </a:lnTo>
                  <a:lnTo>
                    <a:pt x="3340" y="6707357"/>
                  </a:lnTo>
                  <a:lnTo>
                    <a:pt x="0" y="6690814"/>
                  </a:lnTo>
                  <a:lnTo>
                    <a:pt x="0" y="42504"/>
                  </a:lnTo>
                  <a:lnTo>
                    <a:pt x="3340" y="25962"/>
                  </a:lnTo>
                  <a:lnTo>
                    <a:pt x="12451" y="12451"/>
                  </a:lnTo>
                  <a:lnTo>
                    <a:pt x="25962" y="3340"/>
                  </a:lnTo>
                  <a:lnTo>
                    <a:pt x="42504" y="0"/>
                  </a:lnTo>
                  <a:lnTo>
                    <a:pt x="4415098" y="0"/>
                  </a:lnTo>
                  <a:lnTo>
                    <a:pt x="4431641" y="3340"/>
                  </a:lnTo>
                  <a:lnTo>
                    <a:pt x="4445152" y="12451"/>
                  </a:lnTo>
                  <a:lnTo>
                    <a:pt x="4454263" y="25962"/>
                  </a:lnTo>
                  <a:lnTo>
                    <a:pt x="4457604" y="42504"/>
                  </a:lnTo>
                  <a:lnTo>
                    <a:pt x="4457604" y="6690814"/>
                  </a:lnTo>
                  <a:lnTo>
                    <a:pt x="4454272" y="6707364"/>
                  </a:lnTo>
                  <a:lnTo>
                    <a:pt x="4445167" y="6720874"/>
                  </a:lnTo>
                  <a:lnTo>
                    <a:pt x="4431658" y="6729981"/>
                  </a:lnTo>
                  <a:lnTo>
                    <a:pt x="4415115" y="6733319"/>
                  </a:lnTo>
                  <a:close/>
                </a:path>
              </a:pathLst>
            </a:custGeom>
            <a:solidFill>
              <a:srgbClr val="B465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416555" y="2189816"/>
              <a:ext cx="3844925" cy="3779520"/>
            </a:xfrm>
            <a:custGeom>
              <a:avLst/>
              <a:gdLst/>
              <a:ahLst/>
              <a:cxnLst/>
              <a:rect l="l" t="t" r="r" b="b"/>
              <a:pathLst>
                <a:path w="3844925" h="3779520">
                  <a:moveTo>
                    <a:pt x="1161560" y="3779249"/>
                  </a:moveTo>
                  <a:lnTo>
                    <a:pt x="443377" y="3779249"/>
                  </a:lnTo>
                  <a:lnTo>
                    <a:pt x="395067" y="3776648"/>
                  </a:lnTo>
                  <a:lnTo>
                    <a:pt x="348263" y="3769023"/>
                  </a:lnTo>
                  <a:lnTo>
                    <a:pt x="303237" y="3756645"/>
                  </a:lnTo>
                  <a:lnTo>
                    <a:pt x="260259" y="3739785"/>
                  </a:lnTo>
                  <a:lnTo>
                    <a:pt x="219598" y="3718714"/>
                  </a:lnTo>
                  <a:lnTo>
                    <a:pt x="181526" y="3693702"/>
                  </a:lnTo>
                  <a:lnTo>
                    <a:pt x="146313" y="3665019"/>
                  </a:lnTo>
                  <a:lnTo>
                    <a:pt x="114230" y="3632935"/>
                  </a:lnTo>
                  <a:lnTo>
                    <a:pt x="85547" y="3597723"/>
                  </a:lnTo>
                  <a:lnTo>
                    <a:pt x="60535" y="3559651"/>
                  </a:lnTo>
                  <a:lnTo>
                    <a:pt x="39463" y="3518990"/>
                  </a:lnTo>
                  <a:lnTo>
                    <a:pt x="22604" y="3476012"/>
                  </a:lnTo>
                  <a:lnTo>
                    <a:pt x="10226" y="3430985"/>
                  </a:lnTo>
                  <a:lnTo>
                    <a:pt x="2601" y="3384182"/>
                  </a:lnTo>
                  <a:lnTo>
                    <a:pt x="0" y="3335872"/>
                  </a:lnTo>
                  <a:lnTo>
                    <a:pt x="0" y="443377"/>
                  </a:lnTo>
                  <a:lnTo>
                    <a:pt x="2601" y="395067"/>
                  </a:lnTo>
                  <a:lnTo>
                    <a:pt x="10226" y="348263"/>
                  </a:lnTo>
                  <a:lnTo>
                    <a:pt x="22604" y="303237"/>
                  </a:lnTo>
                  <a:lnTo>
                    <a:pt x="39463" y="260258"/>
                  </a:lnTo>
                  <a:lnTo>
                    <a:pt x="60535" y="219598"/>
                  </a:lnTo>
                  <a:lnTo>
                    <a:pt x="85547" y="181526"/>
                  </a:lnTo>
                  <a:lnTo>
                    <a:pt x="114230" y="146313"/>
                  </a:lnTo>
                  <a:lnTo>
                    <a:pt x="146313" y="114230"/>
                  </a:lnTo>
                  <a:lnTo>
                    <a:pt x="181526" y="85547"/>
                  </a:lnTo>
                  <a:lnTo>
                    <a:pt x="219598" y="60535"/>
                  </a:lnTo>
                  <a:lnTo>
                    <a:pt x="260259" y="39463"/>
                  </a:lnTo>
                  <a:lnTo>
                    <a:pt x="303237" y="22604"/>
                  </a:lnTo>
                  <a:lnTo>
                    <a:pt x="348263" y="10226"/>
                  </a:lnTo>
                  <a:lnTo>
                    <a:pt x="395067" y="2601"/>
                  </a:lnTo>
                  <a:lnTo>
                    <a:pt x="443377" y="0"/>
                  </a:lnTo>
                  <a:lnTo>
                    <a:pt x="1161561" y="0"/>
                  </a:lnTo>
                  <a:lnTo>
                    <a:pt x="1209871" y="2601"/>
                  </a:lnTo>
                  <a:lnTo>
                    <a:pt x="1256674" y="10226"/>
                  </a:lnTo>
                  <a:lnTo>
                    <a:pt x="1301700" y="22604"/>
                  </a:lnTo>
                  <a:lnTo>
                    <a:pt x="1344679" y="39463"/>
                  </a:lnTo>
                  <a:lnTo>
                    <a:pt x="1385339" y="60535"/>
                  </a:lnTo>
                  <a:lnTo>
                    <a:pt x="1423411" y="85547"/>
                  </a:lnTo>
                  <a:lnTo>
                    <a:pt x="1458624" y="114230"/>
                  </a:lnTo>
                  <a:lnTo>
                    <a:pt x="1490707" y="146313"/>
                  </a:lnTo>
                  <a:lnTo>
                    <a:pt x="1519390" y="181526"/>
                  </a:lnTo>
                  <a:lnTo>
                    <a:pt x="1544403" y="219598"/>
                  </a:lnTo>
                  <a:lnTo>
                    <a:pt x="1565474" y="260259"/>
                  </a:lnTo>
                  <a:lnTo>
                    <a:pt x="1582334" y="303237"/>
                  </a:lnTo>
                  <a:lnTo>
                    <a:pt x="1594711" y="348263"/>
                  </a:lnTo>
                  <a:lnTo>
                    <a:pt x="1602336" y="395067"/>
                  </a:lnTo>
                  <a:lnTo>
                    <a:pt x="1604938" y="443377"/>
                  </a:lnTo>
                  <a:lnTo>
                    <a:pt x="1604938" y="3335872"/>
                  </a:lnTo>
                  <a:lnTo>
                    <a:pt x="1602336" y="3384182"/>
                  </a:lnTo>
                  <a:lnTo>
                    <a:pt x="1594711" y="3430985"/>
                  </a:lnTo>
                  <a:lnTo>
                    <a:pt x="1582334" y="3476012"/>
                  </a:lnTo>
                  <a:lnTo>
                    <a:pt x="1565474" y="3518990"/>
                  </a:lnTo>
                  <a:lnTo>
                    <a:pt x="1544403" y="3559651"/>
                  </a:lnTo>
                  <a:lnTo>
                    <a:pt x="1519390" y="3597723"/>
                  </a:lnTo>
                  <a:lnTo>
                    <a:pt x="1490707" y="3632935"/>
                  </a:lnTo>
                  <a:lnTo>
                    <a:pt x="1458624" y="3665019"/>
                  </a:lnTo>
                  <a:lnTo>
                    <a:pt x="1423411" y="3693702"/>
                  </a:lnTo>
                  <a:lnTo>
                    <a:pt x="1385339" y="3718714"/>
                  </a:lnTo>
                  <a:lnTo>
                    <a:pt x="1344679" y="3739785"/>
                  </a:lnTo>
                  <a:lnTo>
                    <a:pt x="1301700" y="3756645"/>
                  </a:lnTo>
                  <a:lnTo>
                    <a:pt x="1256674" y="3769023"/>
                  </a:lnTo>
                  <a:lnTo>
                    <a:pt x="1209870" y="3776648"/>
                  </a:lnTo>
                  <a:lnTo>
                    <a:pt x="1161560" y="3779249"/>
                  </a:lnTo>
                  <a:close/>
                </a:path>
                <a:path w="3844925" h="3779520">
                  <a:moveTo>
                    <a:pt x="3401105" y="3779249"/>
                  </a:moveTo>
                  <a:lnTo>
                    <a:pt x="2682921" y="3779249"/>
                  </a:lnTo>
                  <a:lnTo>
                    <a:pt x="2634611" y="3776648"/>
                  </a:lnTo>
                  <a:lnTo>
                    <a:pt x="2587808" y="3769023"/>
                  </a:lnTo>
                  <a:lnTo>
                    <a:pt x="2542782" y="3756645"/>
                  </a:lnTo>
                  <a:lnTo>
                    <a:pt x="2499803" y="3739785"/>
                  </a:lnTo>
                  <a:lnTo>
                    <a:pt x="2459143" y="3718714"/>
                  </a:lnTo>
                  <a:lnTo>
                    <a:pt x="2421071" y="3693702"/>
                  </a:lnTo>
                  <a:lnTo>
                    <a:pt x="2385858" y="3665019"/>
                  </a:lnTo>
                  <a:lnTo>
                    <a:pt x="2353775" y="3632935"/>
                  </a:lnTo>
                  <a:lnTo>
                    <a:pt x="2325092" y="3597723"/>
                  </a:lnTo>
                  <a:lnTo>
                    <a:pt x="2300079" y="3559651"/>
                  </a:lnTo>
                  <a:lnTo>
                    <a:pt x="2279008" y="3518990"/>
                  </a:lnTo>
                  <a:lnTo>
                    <a:pt x="2262148" y="3476012"/>
                  </a:lnTo>
                  <a:lnTo>
                    <a:pt x="2249771" y="3430985"/>
                  </a:lnTo>
                  <a:lnTo>
                    <a:pt x="2242146" y="3384182"/>
                  </a:lnTo>
                  <a:lnTo>
                    <a:pt x="2239544" y="3335872"/>
                  </a:lnTo>
                  <a:lnTo>
                    <a:pt x="2239544" y="443377"/>
                  </a:lnTo>
                  <a:lnTo>
                    <a:pt x="2242146" y="395067"/>
                  </a:lnTo>
                  <a:lnTo>
                    <a:pt x="2249771" y="348263"/>
                  </a:lnTo>
                  <a:lnTo>
                    <a:pt x="2262148" y="303237"/>
                  </a:lnTo>
                  <a:lnTo>
                    <a:pt x="2279008" y="260258"/>
                  </a:lnTo>
                  <a:lnTo>
                    <a:pt x="2300079" y="219598"/>
                  </a:lnTo>
                  <a:lnTo>
                    <a:pt x="2325092" y="181526"/>
                  </a:lnTo>
                  <a:lnTo>
                    <a:pt x="2353775" y="146313"/>
                  </a:lnTo>
                  <a:lnTo>
                    <a:pt x="2385858" y="114230"/>
                  </a:lnTo>
                  <a:lnTo>
                    <a:pt x="2421071" y="85547"/>
                  </a:lnTo>
                  <a:lnTo>
                    <a:pt x="2459143" y="60535"/>
                  </a:lnTo>
                  <a:lnTo>
                    <a:pt x="2499803" y="39463"/>
                  </a:lnTo>
                  <a:lnTo>
                    <a:pt x="2542782" y="22604"/>
                  </a:lnTo>
                  <a:lnTo>
                    <a:pt x="2587808" y="10226"/>
                  </a:lnTo>
                  <a:lnTo>
                    <a:pt x="2634611" y="2601"/>
                  </a:lnTo>
                  <a:lnTo>
                    <a:pt x="2682921" y="0"/>
                  </a:lnTo>
                  <a:lnTo>
                    <a:pt x="3401122" y="0"/>
                  </a:lnTo>
                  <a:lnTo>
                    <a:pt x="3449432" y="2601"/>
                  </a:lnTo>
                  <a:lnTo>
                    <a:pt x="3496235" y="10226"/>
                  </a:lnTo>
                  <a:lnTo>
                    <a:pt x="3541262" y="22604"/>
                  </a:lnTo>
                  <a:lnTo>
                    <a:pt x="3584240" y="39463"/>
                  </a:lnTo>
                  <a:lnTo>
                    <a:pt x="3624901" y="60535"/>
                  </a:lnTo>
                  <a:lnTo>
                    <a:pt x="3662973" y="85547"/>
                  </a:lnTo>
                  <a:lnTo>
                    <a:pt x="3698185" y="114230"/>
                  </a:lnTo>
                  <a:lnTo>
                    <a:pt x="3730269" y="146313"/>
                  </a:lnTo>
                  <a:lnTo>
                    <a:pt x="3758952" y="181526"/>
                  </a:lnTo>
                  <a:lnTo>
                    <a:pt x="3783964" y="219598"/>
                  </a:lnTo>
                  <a:lnTo>
                    <a:pt x="3805035" y="260259"/>
                  </a:lnTo>
                  <a:lnTo>
                    <a:pt x="3821895" y="303237"/>
                  </a:lnTo>
                  <a:lnTo>
                    <a:pt x="3834273" y="348263"/>
                  </a:lnTo>
                  <a:lnTo>
                    <a:pt x="3841897" y="395067"/>
                  </a:lnTo>
                  <a:lnTo>
                    <a:pt x="3844499" y="443377"/>
                  </a:lnTo>
                  <a:lnTo>
                    <a:pt x="3844499" y="3335872"/>
                  </a:lnTo>
                  <a:lnTo>
                    <a:pt x="3841897" y="3384182"/>
                  </a:lnTo>
                  <a:lnTo>
                    <a:pt x="3834273" y="3430985"/>
                  </a:lnTo>
                  <a:lnTo>
                    <a:pt x="3821895" y="3476012"/>
                  </a:lnTo>
                  <a:lnTo>
                    <a:pt x="3805035" y="3518990"/>
                  </a:lnTo>
                  <a:lnTo>
                    <a:pt x="3783964" y="3559651"/>
                  </a:lnTo>
                  <a:lnTo>
                    <a:pt x="3758951" y="3597723"/>
                  </a:lnTo>
                  <a:lnTo>
                    <a:pt x="3730267" y="3632935"/>
                  </a:lnTo>
                  <a:lnTo>
                    <a:pt x="3698183" y="3665019"/>
                  </a:lnTo>
                  <a:lnTo>
                    <a:pt x="3662969" y="3693702"/>
                  </a:lnTo>
                  <a:lnTo>
                    <a:pt x="3624896" y="3718714"/>
                  </a:lnTo>
                  <a:lnTo>
                    <a:pt x="3584234" y="3739785"/>
                  </a:lnTo>
                  <a:lnTo>
                    <a:pt x="3541253" y="3756645"/>
                  </a:lnTo>
                  <a:lnTo>
                    <a:pt x="3496224" y="3769023"/>
                  </a:lnTo>
                  <a:lnTo>
                    <a:pt x="3449418" y="3776648"/>
                  </a:lnTo>
                  <a:lnTo>
                    <a:pt x="3401105" y="3779249"/>
                  </a:lnTo>
                  <a:close/>
                </a:path>
              </a:pathLst>
            </a:custGeom>
            <a:solidFill>
              <a:srgbClr val="8CA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076337" y="1639797"/>
              <a:ext cx="525145" cy="6733540"/>
            </a:xfrm>
            <a:custGeom>
              <a:avLst/>
              <a:gdLst/>
              <a:ahLst/>
              <a:cxnLst/>
              <a:rect l="l" t="t" r="r" b="b"/>
              <a:pathLst>
                <a:path w="525144" h="6733540">
                  <a:moveTo>
                    <a:pt x="111480" y="4502429"/>
                  </a:moveTo>
                  <a:lnTo>
                    <a:pt x="0" y="4502429"/>
                  </a:lnTo>
                  <a:lnTo>
                    <a:pt x="0" y="4874018"/>
                  </a:lnTo>
                  <a:lnTo>
                    <a:pt x="111480" y="4874018"/>
                  </a:lnTo>
                  <a:lnTo>
                    <a:pt x="111480" y="4502429"/>
                  </a:lnTo>
                  <a:close/>
                </a:path>
                <a:path w="525144" h="6733540">
                  <a:moveTo>
                    <a:pt x="293433" y="0"/>
                  </a:moveTo>
                  <a:lnTo>
                    <a:pt x="228511" y="0"/>
                  </a:lnTo>
                  <a:lnTo>
                    <a:pt x="228511" y="6733337"/>
                  </a:lnTo>
                  <a:lnTo>
                    <a:pt x="293433" y="6733337"/>
                  </a:lnTo>
                  <a:lnTo>
                    <a:pt x="293433" y="0"/>
                  </a:lnTo>
                  <a:close/>
                </a:path>
                <a:path w="525144" h="6733540">
                  <a:moveTo>
                    <a:pt x="524929" y="4502429"/>
                  </a:moveTo>
                  <a:lnTo>
                    <a:pt x="413448" y="4502429"/>
                  </a:lnTo>
                  <a:lnTo>
                    <a:pt x="413448" y="4874018"/>
                  </a:lnTo>
                  <a:lnTo>
                    <a:pt x="524929" y="4874018"/>
                  </a:lnTo>
                  <a:lnTo>
                    <a:pt x="524929" y="4502429"/>
                  </a:lnTo>
                  <a:close/>
                </a:path>
              </a:pathLst>
            </a:custGeom>
            <a:solidFill>
              <a:srgbClr val="F9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102039" y="1633317"/>
              <a:ext cx="4467225" cy="6743700"/>
            </a:xfrm>
            <a:custGeom>
              <a:avLst/>
              <a:gdLst/>
              <a:ahLst/>
              <a:cxnLst/>
              <a:rect l="l" t="t" r="r" b="b"/>
              <a:pathLst>
                <a:path w="4467225" h="6743700">
                  <a:moveTo>
                    <a:pt x="48976" y="6730999"/>
                  </a:moveTo>
                  <a:lnTo>
                    <a:pt x="14360" y="6730999"/>
                  </a:lnTo>
                  <a:lnTo>
                    <a:pt x="3854" y="6705599"/>
                  </a:lnTo>
                  <a:lnTo>
                    <a:pt x="0" y="6692899"/>
                  </a:lnTo>
                  <a:lnTo>
                    <a:pt x="0" y="38099"/>
                  </a:lnTo>
                  <a:lnTo>
                    <a:pt x="3854" y="25399"/>
                  </a:lnTo>
                  <a:lnTo>
                    <a:pt x="14360" y="12699"/>
                  </a:lnTo>
                  <a:lnTo>
                    <a:pt x="29929" y="0"/>
                  </a:lnTo>
                  <a:lnTo>
                    <a:pt x="4440617" y="0"/>
                  </a:lnTo>
                  <a:lnTo>
                    <a:pt x="4456188" y="12699"/>
                  </a:lnTo>
                  <a:lnTo>
                    <a:pt x="23511" y="12699"/>
                  </a:lnTo>
                  <a:lnTo>
                    <a:pt x="15780" y="25399"/>
                  </a:lnTo>
                  <a:lnTo>
                    <a:pt x="12943" y="38099"/>
                  </a:lnTo>
                  <a:lnTo>
                    <a:pt x="12943" y="6692899"/>
                  </a:lnTo>
                  <a:lnTo>
                    <a:pt x="15780" y="6705599"/>
                  </a:lnTo>
                  <a:lnTo>
                    <a:pt x="23511" y="6718299"/>
                  </a:lnTo>
                  <a:lnTo>
                    <a:pt x="34966" y="6718299"/>
                  </a:lnTo>
                  <a:lnTo>
                    <a:pt x="48976" y="6730999"/>
                  </a:lnTo>
                  <a:close/>
                </a:path>
                <a:path w="4467225" h="6743700">
                  <a:moveTo>
                    <a:pt x="2209292" y="6730999"/>
                  </a:moveTo>
                  <a:lnTo>
                    <a:pt x="2196349" y="6730999"/>
                  </a:lnTo>
                  <a:lnTo>
                    <a:pt x="2196349" y="12699"/>
                  </a:lnTo>
                  <a:lnTo>
                    <a:pt x="2209292" y="12699"/>
                  </a:lnTo>
                  <a:lnTo>
                    <a:pt x="2209292" y="6730999"/>
                  </a:lnTo>
                  <a:close/>
                </a:path>
                <a:path w="4467225" h="6743700">
                  <a:moveTo>
                    <a:pt x="2274214" y="6730999"/>
                  </a:moveTo>
                  <a:lnTo>
                    <a:pt x="2261271" y="6730999"/>
                  </a:lnTo>
                  <a:lnTo>
                    <a:pt x="2261271" y="12699"/>
                  </a:lnTo>
                  <a:lnTo>
                    <a:pt x="2274214" y="12699"/>
                  </a:lnTo>
                  <a:lnTo>
                    <a:pt x="2274214" y="6730999"/>
                  </a:lnTo>
                  <a:close/>
                </a:path>
                <a:path w="4467225" h="6743700">
                  <a:moveTo>
                    <a:pt x="4456196" y="6730999"/>
                  </a:moveTo>
                  <a:lnTo>
                    <a:pt x="4421569" y="6730999"/>
                  </a:lnTo>
                  <a:lnTo>
                    <a:pt x="4435579" y="6718299"/>
                  </a:lnTo>
                  <a:lnTo>
                    <a:pt x="4447035" y="6718299"/>
                  </a:lnTo>
                  <a:lnTo>
                    <a:pt x="4454766" y="6705599"/>
                  </a:lnTo>
                  <a:lnTo>
                    <a:pt x="4457603" y="6692899"/>
                  </a:lnTo>
                  <a:lnTo>
                    <a:pt x="4457620" y="38099"/>
                  </a:lnTo>
                  <a:lnTo>
                    <a:pt x="4454783" y="25399"/>
                  </a:lnTo>
                  <a:lnTo>
                    <a:pt x="4447052" y="12699"/>
                  </a:lnTo>
                  <a:lnTo>
                    <a:pt x="4456188" y="12699"/>
                  </a:lnTo>
                  <a:lnTo>
                    <a:pt x="4466699" y="25399"/>
                  </a:lnTo>
                  <a:lnTo>
                    <a:pt x="4467223" y="25399"/>
                  </a:lnTo>
                  <a:lnTo>
                    <a:pt x="4467223" y="6705599"/>
                  </a:lnTo>
                  <a:lnTo>
                    <a:pt x="4466706" y="6705599"/>
                  </a:lnTo>
                  <a:lnTo>
                    <a:pt x="4456196" y="6730999"/>
                  </a:lnTo>
                  <a:close/>
                </a:path>
                <a:path w="4467225" h="6743700">
                  <a:moveTo>
                    <a:pt x="1578017" y="4432299"/>
                  </a:moveTo>
                  <a:lnTo>
                    <a:pt x="655953" y="4432299"/>
                  </a:lnTo>
                  <a:lnTo>
                    <a:pt x="562320" y="4406899"/>
                  </a:lnTo>
                  <a:lnTo>
                    <a:pt x="518232" y="4394199"/>
                  </a:lnTo>
                  <a:lnTo>
                    <a:pt x="476285" y="4368799"/>
                  </a:lnTo>
                  <a:lnTo>
                    <a:pt x="436721" y="4343399"/>
                  </a:lnTo>
                  <a:lnTo>
                    <a:pt x="399780" y="4317999"/>
                  </a:lnTo>
                  <a:lnTo>
                    <a:pt x="365703" y="4292599"/>
                  </a:lnTo>
                  <a:lnTo>
                    <a:pt x="334732" y="4254499"/>
                  </a:lnTo>
                  <a:lnTo>
                    <a:pt x="307108" y="4216399"/>
                  </a:lnTo>
                  <a:lnTo>
                    <a:pt x="283073" y="4178299"/>
                  </a:lnTo>
                  <a:lnTo>
                    <a:pt x="262866" y="4140199"/>
                  </a:lnTo>
                  <a:lnTo>
                    <a:pt x="246730" y="4089399"/>
                  </a:lnTo>
                  <a:lnTo>
                    <a:pt x="234906" y="4051299"/>
                  </a:lnTo>
                  <a:lnTo>
                    <a:pt x="227634" y="4000499"/>
                  </a:lnTo>
                  <a:lnTo>
                    <a:pt x="225157" y="3949699"/>
                  </a:lnTo>
                  <a:lnTo>
                    <a:pt x="225157" y="927099"/>
                  </a:lnTo>
                  <a:lnTo>
                    <a:pt x="227634" y="876299"/>
                  </a:lnTo>
                  <a:lnTo>
                    <a:pt x="234906" y="825499"/>
                  </a:lnTo>
                  <a:lnTo>
                    <a:pt x="246730" y="787399"/>
                  </a:lnTo>
                  <a:lnTo>
                    <a:pt x="262866" y="736599"/>
                  </a:lnTo>
                  <a:lnTo>
                    <a:pt x="283073" y="698499"/>
                  </a:lnTo>
                  <a:lnTo>
                    <a:pt x="307108" y="660399"/>
                  </a:lnTo>
                  <a:lnTo>
                    <a:pt x="334732" y="622299"/>
                  </a:lnTo>
                  <a:lnTo>
                    <a:pt x="365703" y="584199"/>
                  </a:lnTo>
                  <a:lnTo>
                    <a:pt x="399780" y="558799"/>
                  </a:lnTo>
                  <a:lnTo>
                    <a:pt x="436721" y="533399"/>
                  </a:lnTo>
                  <a:lnTo>
                    <a:pt x="476285" y="507999"/>
                  </a:lnTo>
                  <a:lnTo>
                    <a:pt x="518232" y="482599"/>
                  </a:lnTo>
                  <a:lnTo>
                    <a:pt x="562319" y="469899"/>
                  </a:lnTo>
                  <a:lnTo>
                    <a:pt x="655953" y="444499"/>
                  </a:lnTo>
                  <a:lnTo>
                    <a:pt x="1578017" y="444499"/>
                  </a:lnTo>
                  <a:lnTo>
                    <a:pt x="1671650" y="469899"/>
                  </a:lnTo>
                  <a:lnTo>
                    <a:pt x="1715737" y="482599"/>
                  </a:lnTo>
                  <a:lnTo>
                    <a:pt x="1757684" y="507999"/>
                  </a:lnTo>
                  <a:lnTo>
                    <a:pt x="1797248" y="533399"/>
                  </a:lnTo>
                  <a:lnTo>
                    <a:pt x="1815719" y="546099"/>
                  </a:lnTo>
                  <a:lnTo>
                    <a:pt x="757893" y="546099"/>
                  </a:lnTo>
                  <a:lnTo>
                    <a:pt x="709583" y="558799"/>
                  </a:lnTo>
                  <a:lnTo>
                    <a:pt x="662779" y="558799"/>
                  </a:lnTo>
                  <a:lnTo>
                    <a:pt x="617753" y="571499"/>
                  </a:lnTo>
                  <a:lnTo>
                    <a:pt x="574775" y="584199"/>
                  </a:lnTo>
                  <a:lnTo>
                    <a:pt x="534114" y="609599"/>
                  </a:lnTo>
                  <a:lnTo>
                    <a:pt x="496042" y="634999"/>
                  </a:lnTo>
                  <a:lnTo>
                    <a:pt x="460829" y="660399"/>
                  </a:lnTo>
                  <a:lnTo>
                    <a:pt x="428746" y="698499"/>
                  </a:lnTo>
                  <a:lnTo>
                    <a:pt x="400063" y="736599"/>
                  </a:lnTo>
                  <a:lnTo>
                    <a:pt x="375051" y="774699"/>
                  </a:lnTo>
                  <a:lnTo>
                    <a:pt x="353979" y="812799"/>
                  </a:lnTo>
                  <a:lnTo>
                    <a:pt x="337120" y="850899"/>
                  </a:lnTo>
                  <a:lnTo>
                    <a:pt x="324742" y="901699"/>
                  </a:lnTo>
                  <a:lnTo>
                    <a:pt x="317117" y="939799"/>
                  </a:lnTo>
                  <a:lnTo>
                    <a:pt x="314516" y="990599"/>
                  </a:lnTo>
                  <a:lnTo>
                    <a:pt x="314516" y="3886199"/>
                  </a:lnTo>
                  <a:lnTo>
                    <a:pt x="317117" y="3936999"/>
                  </a:lnTo>
                  <a:lnTo>
                    <a:pt x="324742" y="3975099"/>
                  </a:lnTo>
                  <a:lnTo>
                    <a:pt x="337120" y="4025899"/>
                  </a:lnTo>
                  <a:lnTo>
                    <a:pt x="353979" y="4063999"/>
                  </a:lnTo>
                  <a:lnTo>
                    <a:pt x="375051" y="4114799"/>
                  </a:lnTo>
                  <a:lnTo>
                    <a:pt x="400063" y="4152899"/>
                  </a:lnTo>
                  <a:lnTo>
                    <a:pt x="428746" y="4178299"/>
                  </a:lnTo>
                  <a:lnTo>
                    <a:pt x="460829" y="4216399"/>
                  </a:lnTo>
                  <a:lnTo>
                    <a:pt x="496042" y="4241799"/>
                  </a:lnTo>
                  <a:lnTo>
                    <a:pt x="534114" y="4267199"/>
                  </a:lnTo>
                  <a:lnTo>
                    <a:pt x="574775" y="4292599"/>
                  </a:lnTo>
                  <a:lnTo>
                    <a:pt x="617753" y="4305299"/>
                  </a:lnTo>
                  <a:lnTo>
                    <a:pt x="662779" y="4317999"/>
                  </a:lnTo>
                  <a:lnTo>
                    <a:pt x="709583" y="4330699"/>
                  </a:lnTo>
                  <a:lnTo>
                    <a:pt x="1815719" y="4330699"/>
                  </a:lnTo>
                  <a:lnTo>
                    <a:pt x="1797248" y="4343399"/>
                  </a:lnTo>
                  <a:lnTo>
                    <a:pt x="1757684" y="4368799"/>
                  </a:lnTo>
                  <a:lnTo>
                    <a:pt x="1715737" y="4394199"/>
                  </a:lnTo>
                  <a:lnTo>
                    <a:pt x="1671650" y="4406899"/>
                  </a:lnTo>
                  <a:lnTo>
                    <a:pt x="1578017" y="4432299"/>
                  </a:lnTo>
                  <a:close/>
                </a:path>
                <a:path w="4467225" h="6743700">
                  <a:moveTo>
                    <a:pt x="3817561" y="4432299"/>
                  </a:moveTo>
                  <a:lnTo>
                    <a:pt x="2895497" y="4432299"/>
                  </a:lnTo>
                  <a:lnTo>
                    <a:pt x="2801864" y="4406899"/>
                  </a:lnTo>
                  <a:lnTo>
                    <a:pt x="2757776" y="4394199"/>
                  </a:lnTo>
                  <a:lnTo>
                    <a:pt x="2715830" y="4368799"/>
                  </a:lnTo>
                  <a:lnTo>
                    <a:pt x="2676265" y="4343399"/>
                  </a:lnTo>
                  <a:lnTo>
                    <a:pt x="2639324" y="4317999"/>
                  </a:lnTo>
                  <a:lnTo>
                    <a:pt x="2605248" y="4292599"/>
                  </a:lnTo>
                  <a:lnTo>
                    <a:pt x="2574277" y="4254499"/>
                  </a:lnTo>
                  <a:lnTo>
                    <a:pt x="2546653" y="4216399"/>
                  </a:lnTo>
                  <a:lnTo>
                    <a:pt x="2522617" y="4178299"/>
                  </a:lnTo>
                  <a:lnTo>
                    <a:pt x="2502410" y="4140199"/>
                  </a:lnTo>
                  <a:lnTo>
                    <a:pt x="2486274" y="4089399"/>
                  </a:lnTo>
                  <a:lnTo>
                    <a:pt x="2474450" y="4051299"/>
                  </a:lnTo>
                  <a:lnTo>
                    <a:pt x="2467179" y="4000499"/>
                  </a:lnTo>
                  <a:lnTo>
                    <a:pt x="2464701" y="3949699"/>
                  </a:lnTo>
                  <a:lnTo>
                    <a:pt x="2464701" y="927099"/>
                  </a:lnTo>
                  <a:lnTo>
                    <a:pt x="2467179" y="876299"/>
                  </a:lnTo>
                  <a:lnTo>
                    <a:pt x="2474450" y="825499"/>
                  </a:lnTo>
                  <a:lnTo>
                    <a:pt x="2486274" y="787399"/>
                  </a:lnTo>
                  <a:lnTo>
                    <a:pt x="2502410" y="736599"/>
                  </a:lnTo>
                  <a:lnTo>
                    <a:pt x="2522617" y="698499"/>
                  </a:lnTo>
                  <a:lnTo>
                    <a:pt x="2546653" y="660399"/>
                  </a:lnTo>
                  <a:lnTo>
                    <a:pt x="2574277" y="622299"/>
                  </a:lnTo>
                  <a:lnTo>
                    <a:pt x="2605248" y="584199"/>
                  </a:lnTo>
                  <a:lnTo>
                    <a:pt x="2639324" y="558799"/>
                  </a:lnTo>
                  <a:lnTo>
                    <a:pt x="2676265" y="533399"/>
                  </a:lnTo>
                  <a:lnTo>
                    <a:pt x="2715830" y="507999"/>
                  </a:lnTo>
                  <a:lnTo>
                    <a:pt x="2757776" y="482599"/>
                  </a:lnTo>
                  <a:lnTo>
                    <a:pt x="2801864" y="469899"/>
                  </a:lnTo>
                  <a:lnTo>
                    <a:pt x="2895497" y="444499"/>
                  </a:lnTo>
                  <a:lnTo>
                    <a:pt x="3817561" y="444499"/>
                  </a:lnTo>
                  <a:lnTo>
                    <a:pt x="3911194" y="469899"/>
                  </a:lnTo>
                  <a:lnTo>
                    <a:pt x="3955282" y="482599"/>
                  </a:lnTo>
                  <a:lnTo>
                    <a:pt x="3997229" y="507999"/>
                  </a:lnTo>
                  <a:lnTo>
                    <a:pt x="4036793" y="533399"/>
                  </a:lnTo>
                  <a:lnTo>
                    <a:pt x="4055264" y="546099"/>
                  </a:lnTo>
                  <a:lnTo>
                    <a:pt x="2997437" y="546099"/>
                  </a:lnTo>
                  <a:lnTo>
                    <a:pt x="2949127" y="558799"/>
                  </a:lnTo>
                  <a:lnTo>
                    <a:pt x="2902324" y="558799"/>
                  </a:lnTo>
                  <a:lnTo>
                    <a:pt x="2857298" y="571499"/>
                  </a:lnTo>
                  <a:lnTo>
                    <a:pt x="2814319" y="584199"/>
                  </a:lnTo>
                  <a:lnTo>
                    <a:pt x="2773659" y="609599"/>
                  </a:lnTo>
                  <a:lnTo>
                    <a:pt x="2735587" y="634999"/>
                  </a:lnTo>
                  <a:lnTo>
                    <a:pt x="2700374" y="660399"/>
                  </a:lnTo>
                  <a:lnTo>
                    <a:pt x="2668291" y="698499"/>
                  </a:lnTo>
                  <a:lnTo>
                    <a:pt x="2639608" y="736599"/>
                  </a:lnTo>
                  <a:lnTo>
                    <a:pt x="2614595" y="774699"/>
                  </a:lnTo>
                  <a:lnTo>
                    <a:pt x="2593524" y="812799"/>
                  </a:lnTo>
                  <a:lnTo>
                    <a:pt x="2576664" y="850899"/>
                  </a:lnTo>
                  <a:lnTo>
                    <a:pt x="2564287" y="901699"/>
                  </a:lnTo>
                  <a:lnTo>
                    <a:pt x="2556662" y="939799"/>
                  </a:lnTo>
                  <a:lnTo>
                    <a:pt x="2554060" y="990599"/>
                  </a:lnTo>
                  <a:lnTo>
                    <a:pt x="2554060" y="3886199"/>
                  </a:lnTo>
                  <a:lnTo>
                    <a:pt x="2556662" y="3936999"/>
                  </a:lnTo>
                  <a:lnTo>
                    <a:pt x="2564287" y="3975099"/>
                  </a:lnTo>
                  <a:lnTo>
                    <a:pt x="2576664" y="4025899"/>
                  </a:lnTo>
                  <a:lnTo>
                    <a:pt x="2593524" y="4063999"/>
                  </a:lnTo>
                  <a:lnTo>
                    <a:pt x="2614595" y="4114799"/>
                  </a:lnTo>
                  <a:lnTo>
                    <a:pt x="2639608" y="4152899"/>
                  </a:lnTo>
                  <a:lnTo>
                    <a:pt x="2668291" y="4178299"/>
                  </a:lnTo>
                  <a:lnTo>
                    <a:pt x="2700374" y="4216399"/>
                  </a:lnTo>
                  <a:lnTo>
                    <a:pt x="2735587" y="4241799"/>
                  </a:lnTo>
                  <a:lnTo>
                    <a:pt x="2773659" y="4267199"/>
                  </a:lnTo>
                  <a:lnTo>
                    <a:pt x="2814319" y="4292599"/>
                  </a:lnTo>
                  <a:lnTo>
                    <a:pt x="2857298" y="4305299"/>
                  </a:lnTo>
                  <a:lnTo>
                    <a:pt x="2902324" y="4317999"/>
                  </a:lnTo>
                  <a:lnTo>
                    <a:pt x="2949127" y="4330699"/>
                  </a:lnTo>
                  <a:lnTo>
                    <a:pt x="4055263" y="4330699"/>
                  </a:lnTo>
                  <a:lnTo>
                    <a:pt x="4036793" y="4343399"/>
                  </a:lnTo>
                  <a:lnTo>
                    <a:pt x="3997228" y="4368799"/>
                  </a:lnTo>
                  <a:lnTo>
                    <a:pt x="3955282" y="4394199"/>
                  </a:lnTo>
                  <a:lnTo>
                    <a:pt x="3911194" y="4406899"/>
                  </a:lnTo>
                  <a:lnTo>
                    <a:pt x="3817561" y="4432299"/>
                  </a:lnTo>
                  <a:close/>
                </a:path>
                <a:path w="4467225" h="6743700">
                  <a:moveTo>
                    <a:pt x="1815719" y="4330699"/>
                  </a:moveTo>
                  <a:lnTo>
                    <a:pt x="1524387" y="4330699"/>
                  </a:lnTo>
                  <a:lnTo>
                    <a:pt x="1571190" y="4317999"/>
                  </a:lnTo>
                  <a:lnTo>
                    <a:pt x="1616216" y="4305299"/>
                  </a:lnTo>
                  <a:lnTo>
                    <a:pt x="1659195" y="4292599"/>
                  </a:lnTo>
                  <a:lnTo>
                    <a:pt x="1699855" y="4267199"/>
                  </a:lnTo>
                  <a:lnTo>
                    <a:pt x="1737927" y="4241799"/>
                  </a:lnTo>
                  <a:lnTo>
                    <a:pt x="1773140" y="4216399"/>
                  </a:lnTo>
                  <a:lnTo>
                    <a:pt x="1805223" y="4178299"/>
                  </a:lnTo>
                  <a:lnTo>
                    <a:pt x="1833906" y="4152899"/>
                  </a:lnTo>
                  <a:lnTo>
                    <a:pt x="1858919" y="4114799"/>
                  </a:lnTo>
                  <a:lnTo>
                    <a:pt x="1879990" y="4063999"/>
                  </a:lnTo>
                  <a:lnTo>
                    <a:pt x="1896850" y="4025899"/>
                  </a:lnTo>
                  <a:lnTo>
                    <a:pt x="1909227" y="3975099"/>
                  </a:lnTo>
                  <a:lnTo>
                    <a:pt x="1916852" y="3936999"/>
                  </a:lnTo>
                  <a:lnTo>
                    <a:pt x="1919454" y="3886199"/>
                  </a:lnTo>
                  <a:lnTo>
                    <a:pt x="1919454" y="990599"/>
                  </a:lnTo>
                  <a:lnTo>
                    <a:pt x="1916852" y="939799"/>
                  </a:lnTo>
                  <a:lnTo>
                    <a:pt x="1909227" y="901699"/>
                  </a:lnTo>
                  <a:lnTo>
                    <a:pt x="1896850" y="850899"/>
                  </a:lnTo>
                  <a:lnTo>
                    <a:pt x="1879990" y="812799"/>
                  </a:lnTo>
                  <a:lnTo>
                    <a:pt x="1858919" y="774699"/>
                  </a:lnTo>
                  <a:lnTo>
                    <a:pt x="1833906" y="736599"/>
                  </a:lnTo>
                  <a:lnTo>
                    <a:pt x="1805223" y="698499"/>
                  </a:lnTo>
                  <a:lnTo>
                    <a:pt x="1773140" y="660399"/>
                  </a:lnTo>
                  <a:lnTo>
                    <a:pt x="1737927" y="634999"/>
                  </a:lnTo>
                  <a:lnTo>
                    <a:pt x="1699855" y="609599"/>
                  </a:lnTo>
                  <a:lnTo>
                    <a:pt x="1659195" y="584199"/>
                  </a:lnTo>
                  <a:lnTo>
                    <a:pt x="1616216" y="571499"/>
                  </a:lnTo>
                  <a:lnTo>
                    <a:pt x="1571190" y="558799"/>
                  </a:lnTo>
                  <a:lnTo>
                    <a:pt x="1524387" y="558799"/>
                  </a:lnTo>
                  <a:lnTo>
                    <a:pt x="1476077" y="546099"/>
                  </a:lnTo>
                  <a:lnTo>
                    <a:pt x="1815719" y="546099"/>
                  </a:lnTo>
                  <a:lnTo>
                    <a:pt x="1834190" y="558799"/>
                  </a:lnTo>
                  <a:lnTo>
                    <a:pt x="1868266" y="584199"/>
                  </a:lnTo>
                  <a:lnTo>
                    <a:pt x="1899237" y="622299"/>
                  </a:lnTo>
                  <a:lnTo>
                    <a:pt x="1926861" y="660399"/>
                  </a:lnTo>
                  <a:lnTo>
                    <a:pt x="1950897" y="698499"/>
                  </a:lnTo>
                  <a:lnTo>
                    <a:pt x="1971103" y="736599"/>
                  </a:lnTo>
                  <a:lnTo>
                    <a:pt x="1987239" y="787399"/>
                  </a:lnTo>
                  <a:lnTo>
                    <a:pt x="1999064" y="825499"/>
                  </a:lnTo>
                  <a:lnTo>
                    <a:pt x="2006335" y="876299"/>
                  </a:lnTo>
                  <a:lnTo>
                    <a:pt x="2008813" y="927099"/>
                  </a:lnTo>
                  <a:lnTo>
                    <a:pt x="2008813" y="3949699"/>
                  </a:lnTo>
                  <a:lnTo>
                    <a:pt x="2006335" y="4000499"/>
                  </a:lnTo>
                  <a:lnTo>
                    <a:pt x="1999064" y="4051299"/>
                  </a:lnTo>
                  <a:lnTo>
                    <a:pt x="1987239" y="4089399"/>
                  </a:lnTo>
                  <a:lnTo>
                    <a:pt x="1971103" y="4140199"/>
                  </a:lnTo>
                  <a:lnTo>
                    <a:pt x="1950897" y="4178299"/>
                  </a:lnTo>
                  <a:lnTo>
                    <a:pt x="1926861" y="4216399"/>
                  </a:lnTo>
                  <a:lnTo>
                    <a:pt x="1899237" y="4254499"/>
                  </a:lnTo>
                  <a:lnTo>
                    <a:pt x="1868266" y="4292599"/>
                  </a:lnTo>
                  <a:lnTo>
                    <a:pt x="1834190" y="4317999"/>
                  </a:lnTo>
                  <a:lnTo>
                    <a:pt x="1815719" y="4330699"/>
                  </a:lnTo>
                  <a:close/>
                </a:path>
                <a:path w="4467225" h="6743700">
                  <a:moveTo>
                    <a:pt x="4055263" y="4330699"/>
                  </a:moveTo>
                  <a:lnTo>
                    <a:pt x="3763948" y="4330699"/>
                  </a:lnTo>
                  <a:lnTo>
                    <a:pt x="3810751" y="4317999"/>
                  </a:lnTo>
                  <a:lnTo>
                    <a:pt x="3855778" y="4305299"/>
                  </a:lnTo>
                  <a:lnTo>
                    <a:pt x="3898756" y="4292599"/>
                  </a:lnTo>
                  <a:lnTo>
                    <a:pt x="3939417" y="4267199"/>
                  </a:lnTo>
                  <a:lnTo>
                    <a:pt x="3977489" y="4241799"/>
                  </a:lnTo>
                  <a:lnTo>
                    <a:pt x="4012702" y="4216399"/>
                  </a:lnTo>
                  <a:lnTo>
                    <a:pt x="4044785" y="4178299"/>
                  </a:lnTo>
                  <a:lnTo>
                    <a:pt x="4073468" y="4152899"/>
                  </a:lnTo>
                  <a:lnTo>
                    <a:pt x="4098480" y="4114799"/>
                  </a:lnTo>
                  <a:lnTo>
                    <a:pt x="4119552" y="4063999"/>
                  </a:lnTo>
                  <a:lnTo>
                    <a:pt x="4136411" y="4025899"/>
                  </a:lnTo>
                  <a:lnTo>
                    <a:pt x="4148789" y="3975099"/>
                  </a:lnTo>
                  <a:lnTo>
                    <a:pt x="4156414" y="3936999"/>
                  </a:lnTo>
                  <a:lnTo>
                    <a:pt x="4159015" y="3886199"/>
                  </a:lnTo>
                  <a:lnTo>
                    <a:pt x="4158998" y="990599"/>
                  </a:lnTo>
                  <a:lnTo>
                    <a:pt x="4156396" y="939799"/>
                  </a:lnTo>
                  <a:lnTo>
                    <a:pt x="4148772" y="901699"/>
                  </a:lnTo>
                  <a:lnTo>
                    <a:pt x="4136394" y="850899"/>
                  </a:lnTo>
                  <a:lnTo>
                    <a:pt x="4119534" y="812799"/>
                  </a:lnTo>
                  <a:lnTo>
                    <a:pt x="4098463" y="774699"/>
                  </a:lnTo>
                  <a:lnTo>
                    <a:pt x="4073451" y="736599"/>
                  </a:lnTo>
                  <a:lnTo>
                    <a:pt x="4044768" y="698499"/>
                  </a:lnTo>
                  <a:lnTo>
                    <a:pt x="4012684" y="660399"/>
                  </a:lnTo>
                  <a:lnTo>
                    <a:pt x="3977472" y="634999"/>
                  </a:lnTo>
                  <a:lnTo>
                    <a:pt x="3939400" y="609599"/>
                  </a:lnTo>
                  <a:lnTo>
                    <a:pt x="3898739" y="584199"/>
                  </a:lnTo>
                  <a:lnTo>
                    <a:pt x="3855761" y="571499"/>
                  </a:lnTo>
                  <a:lnTo>
                    <a:pt x="3810734" y="558799"/>
                  </a:lnTo>
                  <a:lnTo>
                    <a:pt x="3763931" y="558799"/>
                  </a:lnTo>
                  <a:lnTo>
                    <a:pt x="3715621" y="546099"/>
                  </a:lnTo>
                  <a:lnTo>
                    <a:pt x="4055264" y="546099"/>
                  </a:lnTo>
                  <a:lnTo>
                    <a:pt x="4073734" y="558799"/>
                  </a:lnTo>
                  <a:lnTo>
                    <a:pt x="4107811" y="584199"/>
                  </a:lnTo>
                  <a:lnTo>
                    <a:pt x="4138781" y="622299"/>
                  </a:lnTo>
                  <a:lnTo>
                    <a:pt x="4166405" y="660399"/>
                  </a:lnTo>
                  <a:lnTo>
                    <a:pt x="4190441" y="698499"/>
                  </a:lnTo>
                  <a:lnTo>
                    <a:pt x="4210648" y="736599"/>
                  </a:lnTo>
                  <a:lnTo>
                    <a:pt x="4226784" y="787399"/>
                  </a:lnTo>
                  <a:lnTo>
                    <a:pt x="4238608" y="825499"/>
                  </a:lnTo>
                  <a:lnTo>
                    <a:pt x="4245879" y="876299"/>
                  </a:lnTo>
                  <a:lnTo>
                    <a:pt x="4248357" y="927099"/>
                  </a:lnTo>
                  <a:lnTo>
                    <a:pt x="4248357" y="3949699"/>
                  </a:lnTo>
                  <a:lnTo>
                    <a:pt x="4245879" y="4000499"/>
                  </a:lnTo>
                  <a:lnTo>
                    <a:pt x="4238608" y="4051299"/>
                  </a:lnTo>
                  <a:lnTo>
                    <a:pt x="4226784" y="4089399"/>
                  </a:lnTo>
                  <a:lnTo>
                    <a:pt x="4210648" y="4140199"/>
                  </a:lnTo>
                  <a:lnTo>
                    <a:pt x="4190441" y="4178299"/>
                  </a:lnTo>
                  <a:lnTo>
                    <a:pt x="4166405" y="4216399"/>
                  </a:lnTo>
                  <a:lnTo>
                    <a:pt x="4138781" y="4254499"/>
                  </a:lnTo>
                  <a:lnTo>
                    <a:pt x="4107810" y="4292599"/>
                  </a:lnTo>
                  <a:lnTo>
                    <a:pt x="4073734" y="4317999"/>
                  </a:lnTo>
                  <a:lnTo>
                    <a:pt x="4055263" y="4330699"/>
                  </a:lnTo>
                  <a:close/>
                </a:path>
                <a:path w="4467225" h="6743700">
                  <a:moveTo>
                    <a:pt x="1427859" y="1155699"/>
                  </a:moveTo>
                  <a:lnTo>
                    <a:pt x="1421233" y="1155699"/>
                  </a:lnTo>
                  <a:lnTo>
                    <a:pt x="1112222" y="812799"/>
                  </a:lnTo>
                  <a:lnTo>
                    <a:pt x="1109978" y="812799"/>
                  </a:lnTo>
                  <a:lnTo>
                    <a:pt x="1115224" y="800099"/>
                  </a:lnTo>
                  <a:lnTo>
                    <a:pt x="1119332" y="800099"/>
                  </a:lnTo>
                  <a:lnTo>
                    <a:pt x="1431898" y="1142999"/>
                  </a:lnTo>
                  <a:lnTo>
                    <a:pt x="1431725" y="1142999"/>
                  </a:lnTo>
                  <a:lnTo>
                    <a:pt x="1427859" y="1155699"/>
                  </a:lnTo>
                  <a:close/>
                </a:path>
                <a:path w="4467225" h="6743700">
                  <a:moveTo>
                    <a:pt x="3681676" y="1155699"/>
                  </a:moveTo>
                  <a:lnTo>
                    <a:pt x="3675049" y="1155699"/>
                  </a:lnTo>
                  <a:lnTo>
                    <a:pt x="3366055" y="812799"/>
                  </a:lnTo>
                  <a:lnTo>
                    <a:pt x="3363795" y="812799"/>
                  </a:lnTo>
                  <a:lnTo>
                    <a:pt x="3369041" y="800099"/>
                  </a:lnTo>
                  <a:lnTo>
                    <a:pt x="3373148" y="800099"/>
                  </a:lnTo>
                  <a:lnTo>
                    <a:pt x="3375547" y="812799"/>
                  </a:lnTo>
                  <a:lnTo>
                    <a:pt x="3683281" y="1142999"/>
                  </a:lnTo>
                  <a:lnTo>
                    <a:pt x="3685541" y="1142999"/>
                  </a:lnTo>
                  <a:lnTo>
                    <a:pt x="3681676" y="1155699"/>
                  </a:lnTo>
                  <a:close/>
                </a:path>
                <a:path w="4467225" h="6743700">
                  <a:moveTo>
                    <a:pt x="1553580" y="3136899"/>
                  </a:moveTo>
                  <a:lnTo>
                    <a:pt x="1542915" y="3136899"/>
                  </a:lnTo>
                  <a:lnTo>
                    <a:pt x="591859" y="2108199"/>
                  </a:lnTo>
                  <a:lnTo>
                    <a:pt x="592032" y="2108199"/>
                  </a:lnTo>
                  <a:lnTo>
                    <a:pt x="597278" y="2095499"/>
                  </a:lnTo>
                  <a:lnTo>
                    <a:pt x="601385" y="2095499"/>
                  </a:lnTo>
                  <a:lnTo>
                    <a:pt x="1551164" y="3124199"/>
                  </a:lnTo>
                  <a:lnTo>
                    <a:pt x="1553580" y="3136899"/>
                  </a:lnTo>
                  <a:close/>
                </a:path>
                <a:path w="4467225" h="6743700">
                  <a:moveTo>
                    <a:pt x="3807431" y="3136899"/>
                  </a:moveTo>
                  <a:lnTo>
                    <a:pt x="3796766" y="3136899"/>
                  </a:lnTo>
                  <a:lnTo>
                    <a:pt x="2848144" y="2108199"/>
                  </a:lnTo>
                  <a:lnTo>
                    <a:pt x="2845883" y="2108199"/>
                  </a:lnTo>
                  <a:lnTo>
                    <a:pt x="2851129" y="2095499"/>
                  </a:lnTo>
                  <a:lnTo>
                    <a:pt x="2857635" y="2095499"/>
                  </a:lnTo>
                  <a:lnTo>
                    <a:pt x="3804997" y="3124199"/>
                  </a:lnTo>
                  <a:lnTo>
                    <a:pt x="3807431" y="3136899"/>
                  </a:lnTo>
                  <a:close/>
                </a:path>
                <a:path w="4467225" h="6743700">
                  <a:moveTo>
                    <a:pt x="1553580" y="3543299"/>
                  </a:moveTo>
                  <a:lnTo>
                    <a:pt x="1542915" y="3543299"/>
                  </a:lnTo>
                  <a:lnTo>
                    <a:pt x="986036" y="2946399"/>
                  </a:lnTo>
                  <a:lnTo>
                    <a:pt x="986208" y="2933699"/>
                  </a:lnTo>
                  <a:lnTo>
                    <a:pt x="995562" y="2933699"/>
                  </a:lnTo>
                  <a:lnTo>
                    <a:pt x="1551164" y="3530599"/>
                  </a:lnTo>
                  <a:lnTo>
                    <a:pt x="1553580" y="3543299"/>
                  </a:lnTo>
                  <a:close/>
                </a:path>
                <a:path w="4467225" h="6743700">
                  <a:moveTo>
                    <a:pt x="3807431" y="3543299"/>
                  </a:moveTo>
                  <a:lnTo>
                    <a:pt x="3796766" y="3543299"/>
                  </a:lnTo>
                  <a:lnTo>
                    <a:pt x="3242320" y="2946399"/>
                  </a:lnTo>
                  <a:lnTo>
                    <a:pt x="3239886" y="2946399"/>
                  </a:lnTo>
                  <a:lnTo>
                    <a:pt x="3240059" y="2933699"/>
                  </a:lnTo>
                  <a:lnTo>
                    <a:pt x="3251811" y="2933699"/>
                  </a:lnTo>
                  <a:lnTo>
                    <a:pt x="3804997" y="3530599"/>
                  </a:lnTo>
                  <a:lnTo>
                    <a:pt x="3807431" y="3543299"/>
                  </a:lnTo>
                  <a:close/>
                </a:path>
                <a:path w="4467225" h="6743700">
                  <a:moveTo>
                    <a:pt x="2092252" y="4876799"/>
                  </a:moveTo>
                  <a:lnTo>
                    <a:pt x="1967826" y="4876799"/>
                  </a:lnTo>
                  <a:lnTo>
                    <a:pt x="1967826" y="4495799"/>
                  </a:lnTo>
                  <a:lnTo>
                    <a:pt x="2092252" y="4495799"/>
                  </a:lnTo>
                  <a:lnTo>
                    <a:pt x="2092252" y="4508499"/>
                  </a:lnTo>
                  <a:lnTo>
                    <a:pt x="1980769" y="4508499"/>
                  </a:lnTo>
                  <a:lnTo>
                    <a:pt x="1980769" y="4864099"/>
                  </a:lnTo>
                  <a:lnTo>
                    <a:pt x="2092252" y="4864099"/>
                  </a:lnTo>
                  <a:lnTo>
                    <a:pt x="2092252" y="4876799"/>
                  </a:lnTo>
                  <a:close/>
                </a:path>
                <a:path w="4467225" h="6743700">
                  <a:moveTo>
                    <a:pt x="2505705" y="4876799"/>
                  </a:moveTo>
                  <a:lnTo>
                    <a:pt x="2381279" y="4876799"/>
                  </a:lnTo>
                  <a:lnTo>
                    <a:pt x="2381279" y="4495799"/>
                  </a:lnTo>
                  <a:lnTo>
                    <a:pt x="2505705" y="4495799"/>
                  </a:lnTo>
                  <a:lnTo>
                    <a:pt x="2505705" y="4508499"/>
                  </a:lnTo>
                  <a:lnTo>
                    <a:pt x="2394222" y="4508499"/>
                  </a:lnTo>
                  <a:lnTo>
                    <a:pt x="2394222" y="4864099"/>
                  </a:lnTo>
                  <a:lnTo>
                    <a:pt x="2505705" y="4864099"/>
                  </a:lnTo>
                  <a:lnTo>
                    <a:pt x="2505705" y="4876799"/>
                  </a:lnTo>
                  <a:close/>
                </a:path>
                <a:path w="4467225" h="6743700">
                  <a:moveTo>
                    <a:pt x="2092252" y="4864099"/>
                  </a:moveTo>
                  <a:lnTo>
                    <a:pt x="2079309" y="4864099"/>
                  </a:lnTo>
                  <a:lnTo>
                    <a:pt x="2079309" y="4508499"/>
                  </a:lnTo>
                  <a:lnTo>
                    <a:pt x="2092252" y="4508499"/>
                  </a:lnTo>
                  <a:lnTo>
                    <a:pt x="2092252" y="4864099"/>
                  </a:lnTo>
                  <a:close/>
                </a:path>
                <a:path w="4467225" h="6743700">
                  <a:moveTo>
                    <a:pt x="2505705" y="4864099"/>
                  </a:moveTo>
                  <a:lnTo>
                    <a:pt x="2492762" y="4864099"/>
                  </a:lnTo>
                  <a:lnTo>
                    <a:pt x="2492762" y="4508499"/>
                  </a:lnTo>
                  <a:lnTo>
                    <a:pt x="2505705" y="4508499"/>
                  </a:lnTo>
                  <a:lnTo>
                    <a:pt x="2505705" y="4864099"/>
                  </a:lnTo>
                  <a:close/>
                </a:path>
                <a:path w="4467225" h="6743700">
                  <a:moveTo>
                    <a:pt x="4421587" y="6743699"/>
                  </a:moveTo>
                  <a:lnTo>
                    <a:pt x="48976" y="6743699"/>
                  </a:lnTo>
                  <a:lnTo>
                    <a:pt x="29929" y="6730999"/>
                  </a:lnTo>
                  <a:lnTo>
                    <a:pt x="4440626" y="6730999"/>
                  </a:lnTo>
                  <a:lnTo>
                    <a:pt x="4421587" y="6743699"/>
                  </a:lnTo>
                  <a:close/>
                </a:path>
              </a:pathLst>
            </a:custGeom>
            <a:solidFill>
              <a:srgbClr val="1529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156917" y="4486295"/>
              <a:ext cx="7655559" cy="3280410"/>
            </a:xfrm>
            <a:custGeom>
              <a:avLst/>
              <a:gdLst/>
              <a:ahLst/>
              <a:cxnLst/>
              <a:rect l="l" t="t" r="r" b="b"/>
              <a:pathLst>
                <a:path w="7655559" h="3280409">
                  <a:moveTo>
                    <a:pt x="6973528" y="2366893"/>
                  </a:moveTo>
                  <a:lnTo>
                    <a:pt x="682002" y="2366893"/>
                  </a:lnTo>
                  <a:lnTo>
                    <a:pt x="632939" y="2363592"/>
                  </a:lnTo>
                  <a:lnTo>
                    <a:pt x="585878" y="2353976"/>
                  </a:lnTo>
                  <a:lnTo>
                    <a:pt x="541254" y="2338477"/>
                  </a:lnTo>
                  <a:lnTo>
                    <a:pt x="499498" y="2317524"/>
                  </a:lnTo>
                  <a:lnTo>
                    <a:pt x="461042" y="2291548"/>
                  </a:lnTo>
                  <a:lnTo>
                    <a:pt x="426314" y="2260981"/>
                  </a:lnTo>
                  <a:lnTo>
                    <a:pt x="395748" y="2226253"/>
                  </a:lnTo>
                  <a:lnTo>
                    <a:pt x="369773" y="2187795"/>
                  </a:lnTo>
                  <a:lnTo>
                    <a:pt x="348820" y="2146037"/>
                  </a:lnTo>
                  <a:lnTo>
                    <a:pt x="333321" y="2101411"/>
                  </a:lnTo>
                  <a:lnTo>
                    <a:pt x="323707" y="2054347"/>
                  </a:lnTo>
                  <a:lnTo>
                    <a:pt x="320407" y="2005294"/>
                  </a:lnTo>
                  <a:lnTo>
                    <a:pt x="320407" y="361598"/>
                  </a:lnTo>
                  <a:lnTo>
                    <a:pt x="323708" y="312531"/>
                  </a:lnTo>
                  <a:lnTo>
                    <a:pt x="333324" y="265471"/>
                  </a:lnTo>
                  <a:lnTo>
                    <a:pt x="348823" y="220847"/>
                  </a:lnTo>
                  <a:lnTo>
                    <a:pt x="369776" y="179092"/>
                  </a:lnTo>
                  <a:lnTo>
                    <a:pt x="395750" y="140636"/>
                  </a:lnTo>
                  <a:lnTo>
                    <a:pt x="426317" y="105909"/>
                  </a:lnTo>
                  <a:lnTo>
                    <a:pt x="461043" y="75343"/>
                  </a:lnTo>
                  <a:lnTo>
                    <a:pt x="499500" y="49368"/>
                  </a:lnTo>
                  <a:lnTo>
                    <a:pt x="541255" y="28416"/>
                  </a:lnTo>
                  <a:lnTo>
                    <a:pt x="585878" y="12916"/>
                  </a:lnTo>
                  <a:lnTo>
                    <a:pt x="632939" y="3300"/>
                  </a:lnTo>
                  <a:lnTo>
                    <a:pt x="682006" y="0"/>
                  </a:lnTo>
                  <a:lnTo>
                    <a:pt x="6973505" y="0"/>
                  </a:lnTo>
                  <a:lnTo>
                    <a:pt x="7022573" y="3300"/>
                  </a:lnTo>
                  <a:lnTo>
                    <a:pt x="7069633" y="12916"/>
                  </a:lnTo>
                  <a:lnTo>
                    <a:pt x="7114257" y="28416"/>
                  </a:lnTo>
                  <a:lnTo>
                    <a:pt x="7156012" y="49368"/>
                  </a:lnTo>
                  <a:lnTo>
                    <a:pt x="7194468" y="75343"/>
                  </a:lnTo>
                  <a:lnTo>
                    <a:pt x="7229195" y="105909"/>
                  </a:lnTo>
                  <a:lnTo>
                    <a:pt x="7259761" y="140636"/>
                  </a:lnTo>
                  <a:lnTo>
                    <a:pt x="7285736" y="179092"/>
                  </a:lnTo>
                  <a:lnTo>
                    <a:pt x="7306688" y="220847"/>
                  </a:lnTo>
                  <a:lnTo>
                    <a:pt x="7322188" y="265471"/>
                  </a:lnTo>
                  <a:lnTo>
                    <a:pt x="7331803" y="312531"/>
                  </a:lnTo>
                  <a:lnTo>
                    <a:pt x="7335104" y="361598"/>
                  </a:lnTo>
                  <a:lnTo>
                    <a:pt x="7335103" y="2005294"/>
                  </a:lnTo>
                  <a:lnTo>
                    <a:pt x="7331805" y="2054361"/>
                  </a:lnTo>
                  <a:lnTo>
                    <a:pt x="7322192" y="2101422"/>
                  </a:lnTo>
                  <a:lnTo>
                    <a:pt x="7306695" y="2146045"/>
                  </a:lnTo>
                  <a:lnTo>
                    <a:pt x="7285745" y="2187801"/>
                  </a:lnTo>
                  <a:lnTo>
                    <a:pt x="7259773" y="2226257"/>
                  </a:lnTo>
                  <a:lnTo>
                    <a:pt x="7229209" y="2260984"/>
                  </a:lnTo>
                  <a:lnTo>
                    <a:pt x="7194484" y="2291550"/>
                  </a:lnTo>
                  <a:lnTo>
                    <a:pt x="7156028" y="2317525"/>
                  </a:lnTo>
                  <a:lnTo>
                    <a:pt x="7114274" y="2338477"/>
                  </a:lnTo>
                  <a:lnTo>
                    <a:pt x="7069651" y="2353977"/>
                  </a:lnTo>
                  <a:lnTo>
                    <a:pt x="7022591" y="2363592"/>
                  </a:lnTo>
                  <a:lnTo>
                    <a:pt x="6973528" y="2366893"/>
                  </a:lnTo>
                  <a:close/>
                </a:path>
                <a:path w="7655559" h="3280409">
                  <a:moveTo>
                    <a:pt x="7488695" y="3280265"/>
                  </a:moveTo>
                  <a:lnTo>
                    <a:pt x="166835" y="3280265"/>
                  </a:lnTo>
                  <a:lnTo>
                    <a:pt x="122484" y="3274305"/>
                  </a:lnTo>
                  <a:lnTo>
                    <a:pt x="82631" y="3257486"/>
                  </a:lnTo>
                  <a:lnTo>
                    <a:pt x="48865" y="3231399"/>
                  </a:lnTo>
                  <a:lnTo>
                    <a:pt x="22778" y="3197633"/>
                  </a:lnTo>
                  <a:lnTo>
                    <a:pt x="5959" y="3157780"/>
                  </a:lnTo>
                  <a:lnTo>
                    <a:pt x="0" y="3113429"/>
                  </a:lnTo>
                  <a:lnTo>
                    <a:pt x="14" y="2817572"/>
                  </a:lnTo>
                  <a:lnTo>
                    <a:pt x="287294" y="2457577"/>
                  </a:lnTo>
                  <a:lnTo>
                    <a:pt x="325706" y="2419230"/>
                  </a:lnTo>
                  <a:lnTo>
                    <a:pt x="371129" y="2390744"/>
                  </a:lnTo>
                  <a:lnTo>
                    <a:pt x="421726" y="2373003"/>
                  </a:lnTo>
                  <a:lnTo>
                    <a:pt x="475658" y="2366893"/>
                  </a:lnTo>
                  <a:lnTo>
                    <a:pt x="682006" y="2366893"/>
                  </a:lnTo>
                  <a:lnTo>
                    <a:pt x="7179893" y="2366893"/>
                  </a:lnTo>
                  <a:lnTo>
                    <a:pt x="7233823" y="2373003"/>
                  </a:lnTo>
                  <a:lnTo>
                    <a:pt x="7284420" y="2390744"/>
                  </a:lnTo>
                  <a:lnTo>
                    <a:pt x="7329843" y="2419230"/>
                  </a:lnTo>
                  <a:lnTo>
                    <a:pt x="7368255" y="2457577"/>
                  </a:lnTo>
                  <a:lnTo>
                    <a:pt x="7655516" y="2817572"/>
                  </a:lnTo>
                  <a:lnTo>
                    <a:pt x="7655531" y="3113429"/>
                  </a:lnTo>
                  <a:lnTo>
                    <a:pt x="7649571" y="3157788"/>
                  </a:lnTo>
                  <a:lnTo>
                    <a:pt x="7632753" y="3197646"/>
                  </a:lnTo>
                  <a:lnTo>
                    <a:pt x="7606665" y="3231413"/>
                  </a:lnTo>
                  <a:lnTo>
                    <a:pt x="7572899" y="3257499"/>
                  </a:lnTo>
                  <a:lnTo>
                    <a:pt x="7533046" y="3274313"/>
                  </a:lnTo>
                  <a:lnTo>
                    <a:pt x="7488695" y="3280265"/>
                  </a:lnTo>
                  <a:close/>
                </a:path>
                <a:path w="7655559" h="3280409">
                  <a:moveTo>
                    <a:pt x="0" y="2817590"/>
                  </a:moveTo>
                  <a:close/>
                </a:path>
                <a:path w="7655559" h="3280409">
                  <a:moveTo>
                    <a:pt x="7655531" y="2817590"/>
                  </a:move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477324" y="4100891"/>
              <a:ext cx="7089775" cy="4853305"/>
            </a:xfrm>
            <a:custGeom>
              <a:avLst/>
              <a:gdLst/>
              <a:ahLst/>
              <a:cxnLst/>
              <a:rect l="l" t="t" r="r" b="b"/>
              <a:pathLst>
                <a:path w="7089775" h="4853305">
                  <a:moveTo>
                    <a:pt x="5647699" y="385403"/>
                  </a:moveTo>
                  <a:lnTo>
                    <a:pt x="5539199" y="385403"/>
                  </a:lnTo>
                  <a:lnTo>
                    <a:pt x="5907999" y="35949"/>
                  </a:lnTo>
                  <a:lnTo>
                    <a:pt x="5926600" y="20667"/>
                  </a:lnTo>
                  <a:lnTo>
                    <a:pt x="5947801" y="9383"/>
                  </a:lnTo>
                  <a:lnTo>
                    <a:pt x="5970988" y="2395"/>
                  </a:lnTo>
                  <a:lnTo>
                    <a:pt x="5995549" y="0"/>
                  </a:lnTo>
                  <a:lnTo>
                    <a:pt x="6919032" y="0"/>
                  </a:lnTo>
                  <a:lnTo>
                    <a:pt x="6964329" y="6105"/>
                  </a:lnTo>
                  <a:lnTo>
                    <a:pt x="7005067" y="23329"/>
                  </a:lnTo>
                  <a:lnTo>
                    <a:pt x="7039607" y="50031"/>
                  </a:lnTo>
                  <a:lnTo>
                    <a:pt x="7058614" y="74621"/>
                  </a:lnTo>
                  <a:lnTo>
                    <a:pt x="5995530" y="74621"/>
                  </a:lnTo>
                  <a:lnTo>
                    <a:pt x="5985671" y="75586"/>
                  </a:lnTo>
                  <a:lnTo>
                    <a:pt x="5976332" y="78422"/>
                  </a:lnTo>
                  <a:lnTo>
                    <a:pt x="5967730" y="83043"/>
                  </a:lnTo>
                  <a:lnTo>
                    <a:pt x="5960085" y="89359"/>
                  </a:lnTo>
                  <a:lnTo>
                    <a:pt x="5647699" y="385403"/>
                  </a:lnTo>
                  <a:close/>
                </a:path>
                <a:path w="7089775" h="4853305">
                  <a:moveTo>
                    <a:pt x="7052325" y="949357"/>
                  </a:moveTo>
                  <a:lnTo>
                    <a:pt x="7037806" y="946424"/>
                  </a:lnTo>
                  <a:lnTo>
                    <a:pt x="7025946" y="938425"/>
                  </a:lnTo>
                  <a:lnTo>
                    <a:pt x="7017947" y="926565"/>
                  </a:lnTo>
                  <a:lnTo>
                    <a:pt x="7015014" y="912047"/>
                  </a:lnTo>
                  <a:lnTo>
                    <a:pt x="7015014" y="170622"/>
                  </a:lnTo>
                  <a:lnTo>
                    <a:pt x="7007456" y="133294"/>
                  </a:lnTo>
                  <a:lnTo>
                    <a:pt x="6986861" y="102775"/>
                  </a:lnTo>
                  <a:lnTo>
                    <a:pt x="6956341" y="82179"/>
                  </a:lnTo>
                  <a:lnTo>
                    <a:pt x="6919013" y="74621"/>
                  </a:lnTo>
                  <a:lnTo>
                    <a:pt x="7058614" y="74621"/>
                  </a:lnTo>
                  <a:lnTo>
                    <a:pt x="7066307" y="84574"/>
                  </a:lnTo>
                  <a:lnTo>
                    <a:pt x="7083530" y="125317"/>
                  </a:lnTo>
                  <a:lnTo>
                    <a:pt x="7089636" y="170622"/>
                  </a:lnTo>
                  <a:lnTo>
                    <a:pt x="7089636" y="912047"/>
                  </a:lnTo>
                  <a:lnTo>
                    <a:pt x="7086702" y="926565"/>
                  </a:lnTo>
                  <a:lnTo>
                    <a:pt x="7078704" y="938425"/>
                  </a:lnTo>
                  <a:lnTo>
                    <a:pt x="7066843" y="946424"/>
                  </a:lnTo>
                  <a:lnTo>
                    <a:pt x="7052325" y="949357"/>
                  </a:lnTo>
                  <a:close/>
                </a:path>
                <a:path w="7089775" h="4853305">
                  <a:moveTo>
                    <a:pt x="7014716" y="4852790"/>
                  </a:moveTo>
                  <a:lnTo>
                    <a:pt x="0" y="4852790"/>
                  </a:lnTo>
                  <a:lnTo>
                    <a:pt x="0" y="3665686"/>
                  </a:lnTo>
                  <a:lnTo>
                    <a:pt x="7014716" y="3665686"/>
                  </a:lnTo>
                  <a:lnTo>
                    <a:pt x="7014716" y="4852790"/>
                  </a:lnTo>
                  <a:close/>
                </a:path>
              </a:pathLst>
            </a:custGeom>
            <a:solidFill>
              <a:srgbClr val="F9E7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9921" y="2927431"/>
              <a:ext cx="7669522" cy="6845299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0" y="909184"/>
            <a:ext cx="10240645" cy="217804"/>
          </a:xfrm>
          <a:custGeom>
            <a:avLst/>
            <a:gdLst/>
            <a:ahLst/>
            <a:cxnLst/>
            <a:rect l="l" t="t" r="r" b="b"/>
            <a:pathLst>
              <a:path w="10240645" h="217805">
                <a:moveTo>
                  <a:pt x="10240434" y="217329"/>
                </a:moveTo>
                <a:lnTo>
                  <a:pt x="0" y="217329"/>
                </a:lnTo>
                <a:lnTo>
                  <a:pt x="0" y="0"/>
                </a:lnTo>
                <a:lnTo>
                  <a:pt x="10240434" y="0"/>
                </a:lnTo>
                <a:lnTo>
                  <a:pt x="10240434" y="2173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430314" y="1164413"/>
            <a:ext cx="217804" cy="7218045"/>
          </a:xfrm>
          <a:custGeom>
            <a:avLst/>
            <a:gdLst/>
            <a:ahLst/>
            <a:cxnLst/>
            <a:rect l="l" t="t" r="r" b="b"/>
            <a:pathLst>
              <a:path w="217804" h="7218045">
                <a:moveTo>
                  <a:pt x="217329" y="7217880"/>
                </a:moveTo>
                <a:lnTo>
                  <a:pt x="0" y="7217880"/>
                </a:lnTo>
                <a:lnTo>
                  <a:pt x="0" y="0"/>
                </a:lnTo>
                <a:lnTo>
                  <a:pt x="217329" y="0"/>
                </a:lnTo>
                <a:lnTo>
                  <a:pt x="217329" y="72178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430314" y="105954"/>
            <a:ext cx="217804" cy="765810"/>
          </a:xfrm>
          <a:custGeom>
            <a:avLst/>
            <a:gdLst/>
            <a:ahLst/>
            <a:cxnLst/>
            <a:rect l="l" t="t" r="r" b="b"/>
            <a:pathLst>
              <a:path w="217804" h="765810">
                <a:moveTo>
                  <a:pt x="217329" y="765353"/>
                </a:moveTo>
                <a:lnTo>
                  <a:pt x="0" y="765353"/>
                </a:lnTo>
                <a:lnTo>
                  <a:pt x="0" y="0"/>
                </a:lnTo>
                <a:lnTo>
                  <a:pt x="217329" y="0"/>
                </a:lnTo>
                <a:lnTo>
                  <a:pt x="217329" y="7653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87122" y="1513654"/>
            <a:ext cx="8300084" cy="793115"/>
          </a:xfrm>
          <a:custGeom>
            <a:avLst/>
            <a:gdLst/>
            <a:ahLst/>
            <a:cxnLst/>
            <a:rect l="l" t="t" r="r" b="b"/>
            <a:pathLst>
              <a:path w="8300084" h="793114">
                <a:moveTo>
                  <a:pt x="916826" y="792588"/>
                </a:moveTo>
                <a:lnTo>
                  <a:pt x="153900" y="792588"/>
                </a:lnTo>
                <a:lnTo>
                  <a:pt x="111647" y="786978"/>
                </a:lnTo>
                <a:lnTo>
                  <a:pt x="74642" y="771335"/>
                </a:lnTo>
                <a:lnTo>
                  <a:pt x="43931" y="747439"/>
                </a:lnTo>
                <a:lnTo>
                  <a:pt x="20557" y="717071"/>
                </a:lnTo>
                <a:lnTo>
                  <a:pt x="5566" y="682010"/>
                </a:lnTo>
                <a:lnTo>
                  <a:pt x="0" y="644037"/>
                </a:lnTo>
                <a:lnTo>
                  <a:pt x="4904" y="604931"/>
                </a:lnTo>
                <a:lnTo>
                  <a:pt x="21322" y="566474"/>
                </a:lnTo>
                <a:lnTo>
                  <a:pt x="316546" y="74252"/>
                </a:lnTo>
                <a:lnTo>
                  <a:pt x="341232" y="43250"/>
                </a:lnTo>
                <a:lnTo>
                  <a:pt x="372729" y="19890"/>
                </a:lnTo>
                <a:lnTo>
                  <a:pt x="409280" y="5153"/>
                </a:lnTo>
                <a:lnTo>
                  <a:pt x="449124" y="23"/>
                </a:lnTo>
                <a:lnTo>
                  <a:pt x="452053" y="23"/>
                </a:lnTo>
                <a:lnTo>
                  <a:pt x="452053" y="91702"/>
                </a:lnTo>
                <a:lnTo>
                  <a:pt x="470598" y="91702"/>
                </a:lnTo>
                <a:lnTo>
                  <a:pt x="413206" y="106977"/>
                </a:lnTo>
                <a:lnTo>
                  <a:pt x="370992" y="148766"/>
                </a:lnTo>
                <a:lnTo>
                  <a:pt x="149234" y="527122"/>
                </a:lnTo>
                <a:lnTo>
                  <a:pt x="134754" y="566721"/>
                </a:lnTo>
                <a:lnTo>
                  <a:pt x="135185" y="606391"/>
                </a:lnTo>
                <a:lnTo>
                  <a:pt x="148669" y="642890"/>
                </a:lnTo>
                <a:lnTo>
                  <a:pt x="173346" y="672974"/>
                </a:lnTo>
                <a:lnTo>
                  <a:pt x="207356" y="693403"/>
                </a:lnTo>
                <a:lnTo>
                  <a:pt x="248841" y="700933"/>
                </a:lnTo>
                <a:lnTo>
                  <a:pt x="1057078" y="700933"/>
                </a:lnTo>
                <a:lnTo>
                  <a:pt x="1050175" y="717071"/>
                </a:lnTo>
                <a:lnTo>
                  <a:pt x="1026798" y="747439"/>
                </a:lnTo>
                <a:lnTo>
                  <a:pt x="996085" y="771335"/>
                </a:lnTo>
                <a:lnTo>
                  <a:pt x="959080" y="786978"/>
                </a:lnTo>
                <a:lnTo>
                  <a:pt x="916826" y="792588"/>
                </a:lnTo>
                <a:close/>
              </a:path>
              <a:path w="8300084" h="793114">
                <a:moveTo>
                  <a:pt x="1057078" y="700933"/>
                </a:moveTo>
                <a:lnTo>
                  <a:pt x="821957" y="700933"/>
                </a:lnTo>
                <a:lnTo>
                  <a:pt x="863440" y="693401"/>
                </a:lnTo>
                <a:lnTo>
                  <a:pt x="897447" y="672969"/>
                </a:lnTo>
                <a:lnTo>
                  <a:pt x="922120" y="642881"/>
                </a:lnTo>
                <a:lnTo>
                  <a:pt x="935598" y="606391"/>
                </a:lnTo>
                <a:lnTo>
                  <a:pt x="936036" y="566721"/>
                </a:lnTo>
                <a:lnTo>
                  <a:pt x="921563" y="527122"/>
                </a:lnTo>
                <a:lnTo>
                  <a:pt x="699782" y="148766"/>
                </a:lnTo>
                <a:lnTo>
                  <a:pt x="657585" y="106977"/>
                </a:lnTo>
                <a:lnTo>
                  <a:pt x="600176" y="91702"/>
                </a:lnTo>
                <a:lnTo>
                  <a:pt x="618721" y="91702"/>
                </a:lnTo>
                <a:lnTo>
                  <a:pt x="618721" y="23"/>
                </a:lnTo>
                <a:lnTo>
                  <a:pt x="621650" y="23"/>
                </a:lnTo>
                <a:lnTo>
                  <a:pt x="661498" y="5157"/>
                </a:lnTo>
                <a:lnTo>
                  <a:pt x="698054" y="19898"/>
                </a:lnTo>
                <a:lnTo>
                  <a:pt x="729552" y="43260"/>
                </a:lnTo>
                <a:lnTo>
                  <a:pt x="754228" y="74252"/>
                </a:lnTo>
                <a:lnTo>
                  <a:pt x="1049452" y="566474"/>
                </a:lnTo>
                <a:lnTo>
                  <a:pt x="1065855" y="604931"/>
                </a:lnTo>
                <a:lnTo>
                  <a:pt x="1070747" y="644037"/>
                </a:lnTo>
                <a:lnTo>
                  <a:pt x="1065173" y="682010"/>
                </a:lnTo>
                <a:lnTo>
                  <a:pt x="1057078" y="700933"/>
                </a:lnTo>
                <a:close/>
              </a:path>
              <a:path w="8300084" h="793114">
                <a:moveTo>
                  <a:pt x="4531313" y="792564"/>
                </a:moveTo>
                <a:lnTo>
                  <a:pt x="3768388" y="792564"/>
                </a:lnTo>
                <a:lnTo>
                  <a:pt x="3726135" y="786955"/>
                </a:lnTo>
                <a:lnTo>
                  <a:pt x="3689133" y="771315"/>
                </a:lnTo>
                <a:lnTo>
                  <a:pt x="3658425" y="747422"/>
                </a:lnTo>
                <a:lnTo>
                  <a:pt x="3635054" y="717056"/>
                </a:lnTo>
                <a:lnTo>
                  <a:pt x="3620063" y="681997"/>
                </a:lnTo>
                <a:lnTo>
                  <a:pt x="3614497" y="644023"/>
                </a:lnTo>
                <a:lnTo>
                  <a:pt x="3619398" y="604914"/>
                </a:lnTo>
                <a:lnTo>
                  <a:pt x="3635810" y="566450"/>
                </a:lnTo>
                <a:lnTo>
                  <a:pt x="3931034" y="74228"/>
                </a:lnTo>
                <a:lnTo>
                  <a:pt x="3955733" y="43226"/>
                </a:lnTo>
                <a:lnTo>
                  <a:pt x="3987239" y="19866"/>
                </a:lnTo>
                <a:lnTo>
                  <a:pt x="4023793" y="5130"/>
                </a:lnTo>
                <a:lnTo>
                  <a:pt x="4063612" y="0"/>
                </a:lnTo>
                <a:lnTo>
                  <a:pt x="4066540" y="0"/>
                </a:lnTo>
                <a:lnTo>
                  <a:pt x="4066540" y="91678"/>
                </a:lnTo>
                <a:lnTo>
                  <a:pt x="4085086" y="91678"/>
                </a:lnTo>
                <a:lnTo>
                  <a:pt x="4027685" y="106953"/>
                </a:lnTo>
                <a:lnTo>
                  <a:pt x="3985479" y="148742"/>
                </a:lnTo>
                <a:lnTo>
                  <a:pt x="3763722" y="527098"/>
                </a:lnTo>
                <a:lnTo>
                  <a:pt x="3749250" y="566698"/>
                </a:lnTo>
                <a:lnTo>
                  <a:pt x="3749687" y="606368"/>
                </a:lnTo>
                <a:lnTo>
                  <a:pt x="3763173" y="642866"/>
                </a:lnTo>
                <a:lnTo>
                  <a:pt x="3787848" y="672951"/>
                </a:lnTo>
                <a:lnTo>
                  <a:pt x="3821855" y="693379"/>
                </a:lnTo>
                <a:lnTo>
                  <a:pt x="3863328" y="700909"/>
                </a:lnTo>
                <a:lnTo>
                  <a:pt x="4671598" y="700909"/>
                </a:lnTo>
                <a:lnTo>
                  <a:pt x="4664689" y="717065"/>
                </a:lnTo>
                <a:lnTo>
                  <a:pt x="4641312" y="747432"/>
                </a:lnTo>
                <a:lnTo>
                  <a:pt x="4610596" y="771325"/>
                </a:lnTo>
                <a:lnTo>
                  <a:pt x="4573582" y="786962"/>
                </a:lnTo>
                <a:lnTo>
                  <a:pt x="4531313" y="792564"/>
                </a:lnTo>
                <a:close/>
              </a:path>
              <a:path w="8300084" h="793114">
                <a:moveTo>
                  <a:pt x="4671598" y="700909"/>
                </a:moveTo>
                <a:lnTo>
                  <a:pt x="4436445" y="700909"/>
                </a:lnTo>
                <a:lnTo>
                  <a:pt x="4477932" y="693378"/>
                </a:lnTo>
                <a:lnTo>
                  <a:pt x="4511944" y="672946"/>
                </a:lnTo>
                <a:lnTo>
                  <a:pt x="4536620" y="642857"/>
                </a:lnTo>
                <a:lnTo>
                  <a:pt x="4550100" y="606368"/>
                </a:lnTo>
                <a:lnTo>
                  <a:pt x="4550532" y="566698"/>
                </a:lnTo>
                <a:lnTo>
                  <a:pt x="4536051" y="527098"/>
                </a:lnTo>
                <a:lnTo>
                  <a:pt x="4314270" y="148742"/>
                </a:lnTo>
                <a:lnTo>
                  <a:pt x="4272055" y="106953"/>
                </a:lnTo>
                <a:lnTo>
                  <a:pt x="4214664" y="91678"/>
                </a:lnTo>
                <a:lnTo>
                  <a:pt x="4233209" y="91678"/>
                </a:lnTo>
                <a:lnTo>
                  <a:pt x="4233209" y="0"/>
                </a:lnTo>
                <a:lnTo>
                  <a:pt x="4236137" y="0"/>
                </a:lnTo>
                <a:lnTo>
                  <a:pt x="4275993" y="5133"/>
                </a:lnTo>
                <a:lnTo>
                  <a:pt x="4312553" y="19875"/>
                </a:lnTo>
                <a:lnTo>
                  <a:pt x="4344047" y="43236"/>
                </a:lnTo>
                <a:lnTo>
                  <a:pt x="4368715" y="74228"/>
                </a:lnTo>
                <a:lnTo>
                  <a:pt x="4663939" y="566450"/>
                </a:lnTo>
                <a:lnTo>
                  <a:pt x="4680351" y="604915"/>
                </a:lnTo>
                <a:lnTo>
                  <a:pt x="4685251" y="644026"/>
                </a:lnTo>
                <a:lnTo>
                  <a:pt x="4679683" y="682003"/>
                </a:lnTo>
                <a:lnTo>
                  <a:pt x="4671598" y="700909"/>
                </a:lnTo>
                <a:close/>
              </a:path>
              <a:path w="8300084" h="793114">
                <a:moveTo>
                  <a:pt x="8145825" y="792564"/>
                </a:moveTo>
                <a:lnTo>
                  <a:pt x="7382900" y="792564"/>
                </a:lnTo>
                <a:lnTo>
                  <a:pt x="7340647" y="786955"/>
                </a:lnTo>
                <a:lnTo>
                  <a:pt x="7303645" y="771315"/>
                </a:lnTo>
                <a:lnTo>
                  <a:pt x="7272937" y="747422"/>
                </a:lnTo>
                <a:lnTo>
                  <a:pt x="7249566" y="717056"/>
                </a:lnTo>
                <a:lnTo>
                  <a:pt x="7234575" y="681997"/>
                </a:lnTo>
                <a:lnTo>
                  <a:pt x="7229009" y="644023"/>
                </a:lnTo>
                <a:lnTo>
                  <a:pt x="7233910" y="604914"/>
                </a:lnTo>
                <a:lnTo>
                  <a:pt x="7250322" y="566450"/>
                </a:lnTo>
                <a:lnTo>
                  <a:pt x="7545546" y="74228"/>
                </a:lnTo>
                <a:lnTo>
                  <a:pt x="7570245" y="43226"/>
                </a:lnTo>
                <a:lnTo>
                  <a:pt x="7601751" y="19866"/>
                </a:lnTo>
                <a:lnTo>
                  <a:pt x="7638305" y="5130"/>
                </a:lnTo>
                <a:lnTo>
                  <a:pt x="7678124" y="0"/>
                </a:lnTo>
                <a:lnTo>
                  <a:pt x="7681052" y="0"/>
                </a:lnTo>
                <a:lnTo>
                  <a:pt x="7681052" y="91678"/>
                </a:lnTo>
                <a:lnTo>
                  <a:pt x="7699597" y="91678"/>
                </a:lnTo>
                <a:lnTo>
                  <a:pt x="7642197" y="106953"/>
                </a:lnTo>
                <a:lnTo>
                  <a:pt x="7599991" y="148742"/>
                </a:lnTo>
                <a:lnTo>
                  <a:pt x="7378233" y="527098"/>
                </a:lnTo>
                <a:lnTo>
                  <a:pt x="7363761" y="566698"/>
                </a:lnTo>
                <a:lnTo>
                  <a:pt x="7364198" y="606368"/>
                </a:lnTo>
                <a:lnTo>
                  <a:pt x="7377684" y="642866"/>
                </a:lnTo>
                <a:lnTo>
                  <a:pt x="7402359" y="672951"/>
                </a:lnTo>
                <a:lnTo>
                  <a:pt x="7436366" y="693379"/>
                </a:lnTo>
                <a:lnTo>
                  <a:pt x="7477839" y="700909"/>
                </a:lnTo>
                <a:lnTo>
                  <a:pt x="8286118" y="700909"/>
                </a:lnTo>
                <a:lnTo>
                  <a:pt x="8279209" y="717065"/>
                </a:lnTo>
                <a:lnTo>
                  <a:pt x="8255830" y="747432"/>
                </a:lnTo>
                <a:lnTo>
                  <a:pt x="8225110" y="771325"/>
                </a:lnTo>
                <a:lnTo>
                  <a:pt x="8188094" y="786962"/>
                </a:lnTo>
                <a:lnTo>
                  <a:pt x="8145825" y="792564"/>
                </a:lnTo>
                <a:close/>
              </a:path>
              <a:path w="8300084" h="793114">
                <a:moveTo>
                  <a:pt x="8286118" y="700909"/>
                </a:moveTo>
                <a:lnTo>
                  <a:pt x="8050956" y="700909"/>
                </a:lnTo>
                <a:lnTo>
                  <a:pt x="8092443" y="693378"/>
                </a:lnTo>
                <a:lnTo>
                  <a:pt x="8126455" y="672946"/>
                </a:lnTo>
                <a:lnTo>
                  <a:pt x="8151131" y="642857"/>
                </a:lnTo>
                <a:lnTo>
                  <a:pt x="8164612" y="606368"/>
                </a:lnTo>
                <a:lnTo>
                  <a:pt x="8165043" y="566698"/>
                </a:lnTo>
                <a:lnTo>
                  <a:pt x="8150562" y="527098"/>
                </a:lnTo>
                <a:lnTo>
                  <a:pt x="7928781" y="148742"/>
                </a:lnTo>
                <a:lnTo>
                  <a:pt x="7886567" y="106953"/>
                </a:lnTo>
                <a:lnTo>
                  <a:pt x="7829175" y="91678"/>
                </a:lnTo>
                <a:lnTo>
                  <a:pt x="7847720" y="91678"/>
                </a:lnTo>
                <a:lnTo>
                  <a:pt x="7847720" y="0"/>
                </a:lnTo>
                <a:lnTo>
                  <a:pt x="7850648" y="0"/>
                </a:lnTo>
                <a:lnTo>
                  <a:pt x="7890504" y="5133"/>
                </a:lnTo>
                <a:lnTo>
                  <a:pt x="7927064" y="19875"/>
                </a:lnTo>
                <a:lnTo>
                  <a:pt x="7958559" y="43236"/>
                </a:lnTo>
                <a:lnTo>
                  <a:pt x="7983226" y="74228"/>
                </a:lnTo>
                <a:lnTo>
                  <a:pt x="8278450" y="566450"/>
                </a:lnTo>
                <a:lnTo>
                  <a:pt x="8294869" y="604915"/>
                </a:lnTo>
                <a:lnTo>
                  <a:pt x="8299772" y="644026"/>
                </a:lnTo>
                <a:lnTo>
                  <a:pt x="8294204" y="682003"/>
                </a:lnTo>
                <a:lnTo>
                  <a:pt x="8286118" y="700909"/>
                </a:lnTo>
                <a:close/>
              </a:path>
            </a:pathLst>
          </a:custGeom>
          <a:solidFill>
            <a:srgbClr val="F0C2B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0" y="0"/>
            <a:ext cx="10901680" cy="8535035"/>
            <a:chOff x="0" y="0"/>
            <a:chExt cx="10901680" cy="8535035"/>
          </a:xfrm>
        </p:grpSpPr>
        <p:sp>
          <p:nvSpPr>
            <p:cNvPr id="20" name="object 20"/>
            <p:cNvSpPr/>
            <p:nvPr/>
          </p:nvSpPr>
          <p:spPr>
            <a:xfrm>
              <a:off x="10183989" y="0"/>
              <a:ext cx="710565" cy="8535035"/>
            </a:xfrm>
            <a:custGeom>
              <a:avLst/>
              <a:gdLst/>
              <a:ahLst/>
              <a:cxnLst/>
              <a:rect l="l" t="t" r="r" b="b"/>
              <a:pathLst>
                <a:path w="710565" h="8535035">
                  <a:moveTo>
                    <a:pt x="489175" y="1164413"/>
                  </a:moveTo>
                  <a:lnTo>
                    <a:pt x="78847" y="1164413"/>
                  </a:lnTo>
                  <a:lnTo>
                    <a:pt x="70124" y="1162651"/>
                  </a:lnTo>
                  <a:lnTo>
                    <a:pt x="63004" y="1157846"/>
                  </a:lnTo>
                  <a:lnTo>
                    <a:pt x="58204" y="1150724"/>
                  </a:lnTo>
                  <a:lnTo>
                    <a:pt x="56445" y="1142012"/>
                  </a:lnTo>
                  <a:lnTo>
                    <a:pt x="56445" y="893734"/>
                  </a:lnTo>
                  <a:lnTo>
                    <a:pt x="58207" y="885011"/>
                  </a:lnTo>
                  <a:lnTo>
                    <a:pt x="63012" y="877891"/>
                  </a:lnTo>
                  <a:lnTo>
                    <a:pt x="70134" y="873091"/>
                  </a:lnTo>
                  <a:lnTo>
                    <a:pt x="78847" y="871332"/>
                  </a:lnTo>
                  <a:lnTo>
                    <a:pt x="489175" y="871332"/>
                  </a:lnTo>
                  <a:lnTo>
                    <a:pt x="497897" y="873095"/>
                  </a:lnTo>
                  <a:lnTo>
                    <a:pt x="505018" y="877900"/>
                  </a:lnTo>
                  <a:lnTo>
                    <a:pt x="509817" y="885021"/>
                  </a:lnTo>
                  <a:lnTo>
                    <a:pt x="511577" y="893734"/>
                  </a:lnTo>
                  <a:lnTo>
                    <a:pt x="511577" y="1142012"/>
                  </a:lnTo>
                  <a:lnTo>
                    <a:pt x="509827" y="1150724"/>
                  </a:lnTo>
                  <a:lnTo>
                    <a:pt x="505027" y="1157846"/>
                  </a:lnTo>
                  <a:lnTo>
                    <a:pt x="497901" y="1162651"/>
                  </a:lnTo>
                  <a:lnTo>
                    <a:pt x="489175" y="1164413"/>
                  </a:lnTo>
                  <a:close/>
                </a:path>
                <a:path w="710565" h="8535035">
                  <a:moveTo>
                    <a:pt x="709980" y="8534798"/>
                  </a:moveTo>
                  <a:lnTo>
                    <a:pt x="0" y="8534798"/>
                  </a:lnTo>
                  <a:lnTo>
                    <a:pt x="0" y="8382294"/>
                  </a:lnTo>
                  <a:lnTo>
                    <a:pt x="709980" y="8382294"/>
                  </a:lnTo>
                  <a:lnTo>
                    <a:pt x="709980" y="8534798"/>
                  </a:lnTo>
                  <a:close/>
                </a:path>
                <a:path w="710565" h="8535035">
                  <a:moveTo>
                    <a:pt x="479129" y="105931"/>
                  </a:moveTo>
                  <a:lnTo>
                    <a:pt x="230851" y="105931"/>
                  </a:lnTo>
                  <a:lnTo>
                    <a:pt x="222133" y="104168"/>
                  </a:lnTo>
                  <a:lnTo>
                    <a:pt x="215011" y="99363"/>
                  </a:lnTo>
                  <a:lnTo>
                    <a:pt x="210210" y="92242"/>
                  </a:lnTo>
                  <a:lnTo>
                    <a:pt x="208449" y="83529"/>
                  </a:lnTo>
                  <a:lnTo>
                    <a:pt x="208449" y="0"/>
                  </a:lnTo>
                  <a:lnTo>
                    <a:pt x="501531" y="0"/>
                  </a:lnTo>
                  <a:lnTo>
                    <a:pt x="501531" y="83529"/>
                  </a:lnTo>
                  <a:lnTo>
                    <a:pt x="499764" y="92252"/>
                  </a:lnTo>
                  <a:lnTo>
                    <a:pt x="494958" y="99372"/>
                  </a:lnTo>
                  <a:lnTo>
                    <a:pt x="487835" y="104171"/>
                  </a:lnTo>
                  <a:lnTo>
                    <a:pt x="479129" y="105931"/>
                  </a:lnTo>
                  <a:close/>
                </a:path>
              </a:pathLst>
            </a:custGeom>
            <a:solidFill>
              <a:srgbClr val="8CAB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0" y="0"/>
              <a:ext cx="10901680" cy="8534400"/>
            </a:xfrm>
            <a:custGeom>
              <a:avLst/>
              <a:gdLst/>
              <a:ahLst/>
              <a:cxnLst/>
              <a:rect l="l" t="t" r="r" b="b"/>
              <a:pathLst>
                <a:path w="10901680" h="8534400">
                  <a:moveTo>
                    <a:pt x="10685263" y="101600"/>
                  </a:moveTo>
                  <a:lnTo>
                    <a:pt x="10392702" y="101600"/>
                  </a:lnTo>
                  <a:lnTo>
                    <a:pt x="10385978" y="88900"/>
                  </a:lnTo>
                  <a:lnTo>
                    <a:pt x="10383510" y="76200"/>
                  </a:lnTo>
                  <a:lnTo>
                    <a:pt x="10383510" y="0"/>
                  </a:lnTo>
                  <a:lnTo>
                    <a:pt x="10401389" y="0"/>
                  </a:lnTo>
                  <a:lnTo>
                    <a:pt x="10401389" y="88900"/>
                  </a:lnTo>
                  <a:lnTo>
                    <a:pt x="10691982" y="88900"/>
                  </a:lnTo>
                  <a:lnTo>
                    <a:pt x="10685263" y="101600"/>
                  </a:lnTo>
                  <a:close/>
                </a:path>
                <a:path w="10901680" h="8534400">
                  <a:moveTo>
                    <a:pt x="10691982" y="88900"/>
                  </a:moveTo>
                  <a:lnTo>
                    <a:pt x="10676616" y="88900"/>
                  </a:lnTo>
                  <a:lnTo>
                    <a:pt x="10676616" y="0"/>
                  </a:lnTo>
                  <a:lnTo>
                    <a:pt x="10694446" y="0"/>
                  </a:lnTo>
                  <a:lnTo>
                    <a:pt x="10694446" y="76200"/>
                  </a:lnTo>
                  <a:lnTo>
                    <a:pt x="10691982" y="88900"/>
                  </a:lnTo>
                  <a:close/>
                </a:path>
                <a:path w="10901680" h="8534400">
                  <a:moveTo>
                    <a:pt x="10663117" y="114300"/>
                  </a:moveTo>
                  <a:lnTo>
                    <a:pt x="10414840" y="114300"/>
                  </a:lnTo>
                  <a:lnTo>
                    <a:pt x="10402663" y="101600"/>
                  </a:lnTo>
                  <a:lnTo>
                    <a:pt x="10675304" y="101600"/>
                  </a:lnTo>
                  <a:lnTo>
                    <a:pt x="10663117" y="114300"/>
                  </a:lnTo>
                  <a:close/>
                </a:path>
                <a:path w="10901680" h="8534400">
                  <a:moveTo>
                    <a:pt x="10439265" y="850900"/>
                  </a:moveTo>
                  <a:lnTo>
                    <a:pt x="10421386" y="850900"/>
                  </a:lnTo>
                  <a:lnTo>
                    <a:pt x="10421386" y="114300"/>
                  </a:lnTo>
                  <a:lnTo>
                    <a:pt x="10439265" y="114300"/>
                  </a:lnTo>
                  <a:lnTo>
                    <a:pt x="10439265" y="850900"/>
                  </a:lnTo>
                  <a:close/>
                </a:path>
                <a:path w="10901680" h="8534400">
                  <a:moveTo>
                    <a:pt x="10656594" y="850900"/>
                  </a:moveTo>
                  <a:lnTo>
                    <a:pt x="10638739" y="850900"/>
                  </a:lnTo>
                  <a:lnTo>
                    <a:pt x="10638739" y="114300"/>
                  </a:lnTo>
                  <a:lnTo>
                    <a:pt x="10656594" y="114300"/>
                  </a:lnTo>
                  <a:lnTo>
                    <a:pt x="10656594" y="850900"/>
                  </a:lnTo>
                  <a:close/>
                </a:path>
                <a:path w="10901680" h="8534400">
                  <a:moveTo>
                    <a:pt x="10685341" y="863600"/>
                  </a:moveTo>
                  <a:lnTo>
                    <a:pt x="10250624" y="863600"/>
                  </a:lnTo>
                  <a:lnTo>
                    <a:pt x="10262811" y="850900"/>
                  </a:lnTo>
                  <a:lnTo>
                    <a:pt x="10673164" y="850900"/>
                  </a:lnTo>
                  <a:lnTo>
                    <a:pt x="10685341" y="863600"/>
                  </a:lnTo>
                  <a:close/>
                </a:path>
                <a:path w="10901680" h="8534400">
                  <a:moveTo>
                    <a:pt x="10685351" y="1168400"/>
                  </a:moveTo>
                  <a:lnTo>
                    <a:pt x="10250684" y="1168400"/>
                  </a:lnTo>
                  <a:lnTo>
                    <a:pt x="10240723" y="1155700"/>
                  </a:lnTo>
                  <a:lnTo>
                    <a:pt x="10233999" y="1143000"/>
                  </a:lnTo>
                  <a:lnTo>
                    <a:pt x="10231531" y="1130300"/>
                  </a:lnTo>
                  <a:lnTo>
                    <a:pt x="0" y="1130300"/>
                  </a:lnTo>
                  <a:lnTo>
                    <a:pt x="0" y="1104900"/>
                  </a:lnTo>
                  <a:lnTo>
                    <a:pt x="10231506" y="1104900"/>
                  </a:lnTo>
                  <a:lnTo>
                    <a:pt x="10231506" y="914400"/>
                  </a:lnTo>
                  <a:lnTo>
                    <a:pt x="0" y="914400"/>
                  </a:lnTo>
                  <a:lnTo>
                    <a:pt x="0" y="889000"/>
                  </a:lnTo>
                  <a:lnTo>
                    <a:pt x="10231482" y="889000"/>
                  </a:lnTo>
                  <a:lnTo>
                    <a:pt x="10233946" y="876300"/>
                  </a:lnTo>
                  <a:lnTo>
                    <a:pt x="10240665" y="863600"/>
                  </a:lnTo>
                  <a:lnTo>
                    <a:pt x="10695301" y="863600"/>
                  </a:lnTo>
                  <a:lnTo>
                    <a:pt x="10702025" y="876300"/>
                  </a:lnTo>
                  <a:lnTo>
                    <a:pt x="10249361" y="876300"/>
                  </a:lnTo>
                  <a:lnTo>
                    <a:pt x="10249361" y="1143000"/>
                  </a:lnTo>
                  <a:lnTo>
                    <a:pt x="10702029" y="1143000"/>
                  </a:lnTo>
                  <a:lnTo>
                    <a:pt x="10695310" y="1155700"/>
                  </a:lnTo>
                  <a:lnTo>
                    <a:pt x="10685351" y="1168400"/>
                  </a:lnTo>
                  <a:close/>
                </a:path>
                <a:path w="10901680" h="8534400">
                  <a:moveTo>
                    <a:pt x="10702029" y="1143000"/>
                  </a:moveTo>
                  <a:lnTo>
                    <a:pt x="10686639" y="1143000"/>
                  </a:lnTo>
                  <a:lnTo>
                    <a:pt x="10686639" y="876300"/>
                  </a:lnTo>
                  <a:lnTo>
                    <a:pt x="10702025" y="876300"/>
                  </a:lnTo>
                  <a:lnTo>
                    <a:pt x="10704493" y="889000"/>
                  </a:lnTo>
                  <a:lnTo>
                    <a:pt x="10704493" y="1130300"/>
                  </a:lnTo>
                  <a:lnTo>
                    <a:pt x="10702029" y="1143000"/>
                  </a:lnTo>
                  <a:close/>
                </a:path>
                <a:path w="10901680" h="8534400">
                  <a:moveTo>
                    <a:pt x="1505820" y="1104900"/>
                  </a:moveTo>
                  <a:lnTo>
                    <a:pt x="1339175" y="1104900"/>
                  </a:lnTo>
                  <a:lnTo>
                    <a:pt x="1339175" y="914400"/>
                  </a:lnTo>
                  <a:lnTo>
                    <a:pt x="1505820" y="914400"/>
                  </a:lnTo>
                  <a:lnTo>
                    <a:pt x="1505820" y="1104900"/>
                  </a:lnTo>
                  <a:close/>
                </a:path>
                <a:path w="10901680" h="8534400">
                  <a:moveTo>
                    <a:pt x="5120331" y="1104900"/>
                  </a:moveTo>
                  <a:lnTo>
                    <a:pt x="4953710" y="1104900"/>
                  </a:lnTo>
                  <a:lnTo>
                    <a:pt x="4953710" y="914400"/>
                  </a:lnTo>
                  <a:lnTo>
                    <a:pt x="5120331" y="914400"/>
                  </a:lnTo>
                  <a:lnTo>
                    <a:pt x="5120331" y="1104900"/>
                  </a:lnTo>
                  <a:close/>
                </a:path>
                <a:path w="10901680" h="8534400">
                  <a:moveTo>
                    <a:pt x="8734866" y="1104900"/>
                  </a:moveTo>
                  <a:lnTo>
                    <a:pt x="8568221" y="1104900"/>
                  </a:lnTo>
                  <a:lnTo>
                    <a:pt x="8568221" y="914400"/>
                  </a:lnTo>
                  <a:lnTo>
                    <a:pt x="8734866" y="914400"/>
                  </a:lnTo>
                  <a:lnTo>
                    <a:pt x="8734866" y="1104900"/>
                  </a:lnTo>
                  <a:close/>
                </a:path>
                <a:path w="10901680" h="8534400">
                  <a:moveTo>
                    <a:pt x="1505820" y="1498600"/>
                  </a:moveTo>
                  <a:lnTo>
                    <a:pt x="1339175" y="1498600"/>
                  </a:lnTo>
                  <a:lnTo>
                    <a:pt x="1339175" y="1130300"/>
                  </a:lnTo>
                  <a:lnTo>
                    <a:pt x="1505820" y="1130300"/>
                  </a:lnTo>
                  <a:lnTo>
                    <a:pt x="1505820" y="1498600"/>
                  </a:lnTo>
                  <a:close/>
                </a:path>
                <a:path w="10901680" h="8534400">
                  <a:moveTo>
                    <a:pt x="5120331" y="1498600"/>
                  </a:moveTo>
                  <a:lnTo>
                    <a:pt x="4953710" y="1498600"/>
                  </a:lnTo>
                  <a:lnTo>
                    <a:pt x="4953710" y="1130300"/>
                  </a:lnTo>
                  <a:lnTo>
                    <a:pt x="5120331" y="1130300"/>
                  </a:lnTo>
                  <a:lnTo>
                    <a:pt x="5120331" y="1498600"/>
                  </a:lnTo>
                  <a:close/>
                </a:path>
                <a:path w="10901680" h="8534400">
                  <a:moveTo>
                    <a:pt x="8734890" y="1498600"/>
                  </a:moveTo>
                  <a:lnTo>
                    <a:pt x="8568221" y="1498600"/>
                  </a:lnTo>
                  <a:lnTo>
                    <a:pt x="8568221" y="1130300"/>
                  </a:lnTo>
                  <a:lnTo>
                    <a:pt x="8734890" y="1130300"/>
                  </a:lnTo>
                  <a:lnTo>
                    <a:pt x="8734890" y="1498600"/>
                  </a:lnTo>
                  <a:close/>
                </a:path>
                <a:path w="10901680" h="8534400">
                  <a:moveTo>
                    <a:pt x="10439265" y="8369300"/>
                  </a:moveTo>
                  <a:lnTo>
                    <a:pt x="10421436" y="8369300"/>
                  </a:lnTo>
                  <a:lnTo>
                    <a:pt x="10421436" y="1168400"/>
                  </a:lnTo>
                  <a:lnTo>
                    <a:pt x="10439265" y="1168400"/>
                  </a:lnTo>
                  <a:lnTo>
                    <a:pt x="10439265" y="8369300"/>
                  </a:lnTo>
                  <a:close/>
                </a:path>
                <a:path w="10901680" h="8534400">
                  <a:moveTo>
                    <a:pt x="10656594" y="8369300"/>
                  </a:moveTo>
                  <a:lnTo>
                    <a:pt x="10638739" y="8369300"/>
                  </a:lnTo>
                  <a:lnTo>
                    <a:pt x="10638739" y="1168400"/>
                  </a:lnTo>
                  <a:lnTo>
                    <a:pt x="10656594" y="1168400"/>
                  </a:lnTo>
                  <a:lnTo>
                    <a:pt x="10656594" y="8369300"/>
                  </a:lnTo>
                  <a:close/>
                </a:path>
                <a:path w="10901680" h="8534400">
                  <a:moveTo>
                    <a:pt x="1803948" y="2311400"/>
                  </a:moveTo>
                  <a:lnTo>
                    <a:pt x="1041023" y="2311400"/>
                  </a:lnTo>
                  <a:lnTo>
                    <a:pt x="997589" y="2298700"/>
                  </a:lnTo>
                  <a:lnTo>
                    <a:pt x="958322" y="2286000"/>
                  </a:lnTo>
                  <a:lnTo>
                    <a:pt x="924845" y="2260600"/>
                  </a:lnTo>
                  <a:lnTo>
                    <a:pt x="898779" y="2222500"/>
                  </a:lnTo>
                  <a:lnTo>
                    <a:pt x="883089" y="2184400"/>
                  </a:lnTo>
                  <a:lnTo>
                    <a:pt x="878210" y="2146300"/>
                  </a:lnTo>
                  <a:lnTo>
                    <a:pt x="884116" y="2108200"/>
                  </a:lnTo>
                  <a:lnTo>
                    <a:pt x="900779" y="2070100"/>
                  </a:lnTo>
                  <a:lnTo>
                    <a:pt x="1196003" y="1574800"/>
                  </a:lnTo>
                  <a:lnTo>
                    <a:pt x="1255492" y="1524000"/>
                  </a:lnTo>
                  <a:lnTo>
                    <a:pt x="1294190" y="1498600"/>
                  </a:lnTo>
                  <a:lnTo>
                    <a:pt x="1550785" y="1498600"/>
                  </a:lnTo>
                  <a:lnTo>
                    <a:pt x="1570136" y="1511300"/>
                  </a:lnTo>
                  <a:lnTo>
                    <a:pt x="1330199" y="1511308"/>
                  </a:lnTo>
                  <a:lnTo>
                    <a:pt x="1294506" y="1524000"/>
                  </a:lnTo>
                  <a:lnTo>
                    <a:pt x="1233489" y="1562100"/>
                  </a:lnTo>
                  <a:lnTo>
                    <a:pt x="916086" y="2082800"/>
                  </a:lnTo>
                  <a:lnTo>
                    <a:pt x="896080" y="2146300"/>
                  </a:lnTo>
                  <a:lnTo>
                    <a:pt x="900402" y="2184400"/>
                  </a:lnTo>
                  <a:lnTo>
                    <a:pt x="914301" y="2222500"/>
                  </a:lnTo>
                  <a:lnTo>
                    <a:pt x="937499" y="2247900"/>
                  </a:lnTo>
                  <a:lnTo>
                    <a:pt x="967315" y="2273300"/>
                  </a:lnTo>
                  <a:lnTo>
                    <a:pt x="1002304" y="2286000"/>
                  </a:lnTo>
                  <a:lnTo>
                    <a:pt x="1886658" y="2286000"/>
                  </a:lnTo>
                  <a:lnTo>
                    <a:pt x="1847392" y="2298700"/>
                  </a:lnTo>
                  <a:lnTo>
                    <a:pt x="1803948" y="2311400"/>
                  </a:lnTo>
                  <a:close/>
                </a:path>
                <a:path w="10901680" h="8534400">
                  <a:moveTo>
                    <a:pt x="5418507" y="2311400"/>
                  </a:moveTo>
                  <a:lnTo>
                    <a:pt x="4655581" y="2311400"/>
                  </a:lnTo>
                  <a:lnTo>
                    <a:pt x="4612134" y="2298700"/>
                  </a:lnTo>
                  <a:lnTo>
                    <a:pt x="4572860" y="2286000"/>
                  </a:lnTo>
                  <a:lnTo>
                    <a:pt x="4539379" y="2260600"/>
                  </a:lnTo>
                  <a:lnTo>
                    <a:pt x="4513314" y="2222500"/>
                  </a:lnTo>
                  <a:lnTo>
                    <a:pt x="4497624" y="2184400"/>
                  </a:lnTo>
                  <a:lnTo>
                    <a:pt x="4492745" y="2146300"/>
                  </a:lnTo>
                  <a:lnTo>
                    <a:pt x="4498650" y="2108200"/>
                  </a:lnTo>
                  <a:lnTo>
                    <a:pt x="4515313" y="2070100"/>
                  </a:lnTo>
                  <a:lnTo>
                    <a:pt x="4810537" y="1574800"/>
                  </a:lnTo>
                  <a:lnTo>
                    <a:pt x="4870036" y="1524000"/>
                  </a:lnTo>
                  <a:lnTo>
                    <a:pt x="4908735" y="1498600"/>
                  </a:lnTo>
                  <a:lnTo>
                    <a:pt x="5165306" y="1498600"/>
                  </a:lnTo>
                  <a:lnTo>
                    <a:pt x="5184654" y="1511300"/>
                  </a:lnTo>
                  <a:lnTo>
                    <a:pt x="4944734" y="1511308"/>
                  </a:lnTo>
                  <a:lnTo>
                    <a:pt x="4909044" y="1524000"/>
                  </a:lnTo>
                  <a:lnTo>
                    <a:pt x="4848034" y="1562100"/>
                  </a:lnTo>
                  <a:lnTo>
                    <a:pt x="4530621" y="2082800"/>
                  </a:lnTo>
                  <a:lnTo>
                    <a:pt x="4510603" y="2146300"/>
                  </a:lnTo>
                  <a:lnTo>
                    <a:pt x="4514923" y="2184400"/>
                  </a:lnTo>
                  <a:lnTo>
                    <a:pt x="4528812" y="2222500"/>
                  </a:lnTo>
                  <a:lnTo>
                    <a:pt x="4552010" y="2247900"/>
                  </a:lnTo>
                  <a:lnTo>
                    <a:pt x="4581826" y="2273300"/>
                  </a:lnTo>
                  <a:lnTo>
                    <a:pt x="4616815" y="2286000"/>
                  </a:lnTo>
                  <a:lnTo>
                    <a:pt x="5501228" y="2286000"/>
                  </a:lnTo>
                  <a:lnTo>
                    <a:pt x="5461954" y="2298700"/>
                  </a:lnTo>
                  <a:lnTo>
                    <a:pt x="5418507" y="2311400"/>
                  </a:lnTo>
                  <a:close/>
                </a:path>
                <a:path w="10901680" h="8534400">
                  <a:moveTo>
                    <a:pt x="9033041" y="2311400"/>
                  </a:moveTo>
                  <a:lnTo>
                    <a:pt x="8270092" y="2311400"/>
                  </a:lnTo>
                  <a:lnTo>
                    <a:pt x="8226648" y="2298700"/>
                  </a:lnTo>
                  <a:lnTo>
                    <a:pt x="8187382" y="2286000"/>
                  </a:lnTo>
                  <a:lnTo>
                    <a:pt x="8153910" y="2260600"/>
                  </a:lnTo>
                  <a:lnTo>
                    <a:pt x="8127848" y="2222500"/>
                  </a:lnTo>
                  <a:lnTo>
                    <a:pt x="8112148" y="2184400"/>
                  </a:lnTo>
                  <a:lnTo>
                    <a:pt x="8107271" y="2146300"/>
                  </a:lnTo>
                  <a:lnTo>
                    <a:pt x="8113182" y="2108200"/>
                  </a:lnTo>
                  <a:lnTo>
                    <a:pt x="8129848" y="2070100"/>
                  </a:lnTo>
                  <a:lnTo>
                    <a:pt x="8425072" y="1574800"/>
                  </a:lnTo>
                  <a:lnTo>
                    <a:pt x="8484552" y="1524000"/>
                  </a:lnTo>
                  <a:lnTo>
                    <a:pt x="8523256" y="1498600"/>
                  </a:lnTo>
                  <a:lnTo>
                    <a:pt x="8779878" y="1498600"/>
                  </a:lnTo>
                  <a:lnTo>
                    <a:pt x="8799230" y="1511300"/>
                  </a:lnTo>
                  <a:lnTo>
                    <a:pt x="8559221" y="1511308"/>
                  </a:lnTo>
                  <a:lnTo>
                    <a:pt x="8523522" y="1524000"/>
                  </a:lnTo>
                  <a:lnTo>
                    <a:pt x="8462518" y="1562100"/>
                  </a:lnTo>
                  <a:lnTo>
                    <a:pt x="8145109" y="2082800"/>
                  </a:lnTo>
                  <a:lnTo>
                    <a:pt x="8125114" y="2146300"/>
                  </a:lnTo>
                  <a:lnTo>
                    <a:pt x="8129444" y="2184400"/>
                  </a:lnTo>
                  <a:lnTo>
                    <a:pt x="8143347" y="2222500"/>
                  </a:lnTo>
                  <a:lnTo>
                    <a:pt x="8166541" y="2247900"/>
                  </a:lnTo>
                  <a:lnTo>
                    <a:pt x="8196349" y="2273300"/>
                  </a:lnTo>
                  <a:lnTo>
                    <a:pt x="8231330" y="2286000"/>
                  </a:lnTo>
                  <a:lnTo>
                    <a:pt x="9115751" y="2286000"/>
                  </a:lnTo>
                  <a:lnTo>
                    <a:pt x="9076485" y="2298700"/>
                  </a:lnTo>
                  <a:lnTo>
                    <a:pt x="9033041" y="2311400"/>
                  </a:lnTo>
                  <a:close/>
                </a:path>
                <a:path w="10901680" h="8534400">
                  <a:moveTo>
                    <a:pt x="1709032" y="2222500"/>
                  </a:moveTo>
                  <a:lnTo>
                    <a:pt x="1135915" y="2222500"/>
                  </a:lnTo>
                  <a:lnTo>
                    <a:pt x="1103168" y="2209800"/>
                  </a:lnTo>
                  <a:lnTo>
                    <a:pt x="1047986" y="2184400"/>
                  </a:lnTo>
                  <a:lnTo>
                    <a:pt x="1015429" y="2120900"/>
                  </a:lnTo>
                  <a:lnTo>
                    <a:pt x="1011348" y="2095500"/>
                  </a:lnTo>
                  <a:lnTo>
                    <a:pt x="1015748" y="2057400"/>
                  </a:lnTo>
                  <a:lnTo>
                    <a:pt x="1250377" y="1651000"/>
                  </a:lnTo>
                  <a:lnTo>
                    <a:pt x="1284453" y="1612900"/>
                  </a:lnTo>
                  <a:lnTo>
                    <a:pt x="1330224" y="1587500"/>
                  </a:lnTo>
                  <a:lnTo>
                    <a:pt x="1330224" y="1511300"/>
                  </a:lnTo>
                  <a:lnTo>
                    <a:pt x="1514747" y="1511300"/>
                  </a:lnTo>
                  <a:lnTo>
                    <a:pt x="1514747" y="1587500"/>
                  </a:lnTo>
                  <a:lnTo>
                    <a:pt x="1538730" y="1600200"/>
                  </a:lnTo>
                  <a:lnTo>
                    <a:pt x="1357696" y="1600200"/>
                  </a:lnTo>
                  <a:lnTo>
                    <a:pt x="1357696" y="1612900"/>
                  </a:lnTo>
                  <a:lnTo>
                    <a:pt x="1330124" y="1612900"/>
                  </a:lnTo>
                  <a:lnTo>
                    <a:pt x="1282890" y="1638300"/>
                  </a:lnTo>
                  <a:lnTo>
                    <a:pt x="1044046" y="2044700"/>
                  </a:lnTo>
                  <a:lnTo>
                    <a:pt x="1029250" y="2095500"/>
                  </a:lnTo>
                  <a:lnTo>
                    <a:pt x="1032751" y="2120900"/>
                  </a:lnTo>
                  <a:lnTo>
                    <a:pt x="1043522" y="2146300"/>
                  </a:lnTo>
                  <a:lnTo>
                    <a:pt x="1060631" y="2171700"/>
                  </a:lnTo>
                  <a:lnTo>
                    <a:pt x="1082437" y="2184400"/>
                  </a:lnTo>
                  <a:lnTo>
                    <a:pt x="1107890" y="2197100"/>
                  </a:lnTo>
                  <a:lnTo>
                    <a:pt x="1771497" y="2197100"/>
                  </a:lnTo>
                  <a:lnTo>
                    <a:pt x="1741779" y="2209800"/>
                  </a:lnTo>
                  <a:lnTo>
                    <a:pt x="1709032" y="2222500"/>
                  </a:lnTo>
                  <a:close/>
                </a:path>
                <a:path w="10901680" h="8534400">
                  <a:moveTo>
                    <a:pt x="1886658" y="2286000"/>
                  </a:moveTo>
                  <a:lnTo>
                    <a:pt x="1842691" y="2286000"/>
                  </a:lnTo>
                  <a:lnTo>
                    <a:pt x="1877680" y="2273300"/>
                  </a:lnTo>
                  <a:lnTo>
                    <a:pt x="1907496" y="2247900"/>
                  </a:lnTo>
                  <a:lnTo>
                    <a:pt x="1930694" y="2222500"/>
                  </a:lnTo>
                  <a:lnTo>
                    <a:pt x="1944579" y="2184400"/>
                  </a:lnTo>
                  <a:lnTo>
                    <a:pt x="1948894" y="2146300"/>
                  </a:lnTo>
                  <a:lnTo>
                    <a:pt x="1943657" y="2108200"/>
                  </a:lnTo>
                  <a:lnTo>
                    <a:pt x="1633661" y="1587500"/>
                  </a:lnTo>
                  <a:lnTo>
                    <a:pt x="1583239" y="1536700"/>
                  </a:lnTo>
                  <a:lnTo>
                    <a:pt x="1514747" y="1511300"/>
                  </a:lnTo>
                  <a:lnTo>
                    <a:pt x="1570150" y="1511308"/>
                  </a:lnTo>
                  <a:lnTo>
                    <a:pt x="1622870" y="1549400"/>
                  </a:lnTo>
                  <a:lnTo>
                    <a:pt x="1944192" y="2070100"/>
                  </a:lnTo>
                  <a:lnTo>
                    <a:pt x="1960855" y="2108200"/>
                  </a:lnTo>
                  <a:lnTo>
                    <a:pt x="1966761" y="2146300"/>
                  </a:lnTo>
                  <a:lnTo>
                    <a:pt x="1961882" y="2184400"/>
                  </a:lnTo>
                  <a:lnTo>
                    <a:pt x="1946192" y="2222500"/>
                  </a:lnTo>
                  <a:lnTo>
                    <a:pt x="1920130" y="2260600"/>
                  </a:lnTo>
                  <a:lnTo>
                    <a:pt x="1886658" y="2286000"/>
                  </a:lnTo>
                  <a:close/>
                </a:path>
                <a:path w="10901680" h="8534400">
                  <a:moveTo>
                    <a:pt x="5323591" y="2222500"/>
                  </a:moveTo>
                  <a:lnTo>
                    <a:pt x="4750474" y="2222500"/>
                  </a:lnTo>
                  <a:lnTo>
                    <a:pt x="4717723" y="2209800"/>
                  </a:lnTo>
                  <a:lnTo>
                    <a:pt x="4662534" y="2184400"/>
                  </a:lnTo>
                  <a:lnTo>
                    <a:pt x="4629974" y="2120900"/>
                  </a:lnTo>
                  <a:lnTo>
                    <a:pt x="4625886" y="2095500"/>
                  </a:lnTo>
                  <a:lnTo>
                    <a:pt x="4630283" y="2057400"/>
                  </a:lnTo>
                  <a:lnTo>
                    <a:pt x="4864911" y="1651000"/>
                  </a:lnTo>
                  <a:lnTo>
                    <a:pt x="4898987" y="1612900"/>
                  </a:lnTo>
                  <a:lnTo>
                    <a:pt x="4944758" y="1587500"/>
                  </a:lnTo>
                  <a:lnTo>
                    <a:pt x="4944758" y="1511300"/>
                  </a:lnTo>
                  <a:lnTo>
                    <a:pt x="5129258" y="1511300"/>
                  </a:lnTo>
                  <a:lnTo>
                    <a:pt x="5129283" y="1587500"/>
                  </a:lnTo>
                  <a:lnTo>
                    <a:pt x="5153268" y="1600200"/>
                  </a:lnTo>
                  <a:lnTo>
                    <a:pt x="4972183" y="1600200"/>
                  </a:lnTo>
                  <a:lnTo>
                    <a:pt x="4972183" y="1612900"/>
                  </a:lnTo>
                  <a:lnTo>
                    <a:pt x="4944621" y="1612900"/>
                  </a:lnTo>
                  <a:lnTo>
                    <a:pt x="4897380" y="1638300"/>
                  </a:lnTo>
                  <a:lnTo>
                    <a:pt x="4658533" y="2044700"/>
                  </a:lnTo>
                  <a:lnTo>
                    <a:pt x="4643737" y="2095500"/>
                  </a:lnTo>
                  <a:lnTo>
                    <a:pt x="4647237" y="2120900"/>
                  </a:lnTo>
                  <a:lnTo>
                    <a:pt x="4658009" y="2146300"/>
                  </a:lnTo>
                  <a:lnTo>
                    <a:pt x="4675117" y="2171700"/>
                  </a:lnTo>
                  <a:lnTo>
                    <a:pt x="4696924" y="2184400"/>
                  </a:lnTo>
                  <a:lnTo>
                    <a:pt x="4722377" y="2197100"/>
                  </a:lnTo>
                  <a:lnTo>
                    <a:pt x="5386053" y="2197100"/>
                  </a:lnTo>
                  <a:lnTo>
                    <a:pt x="5356337" y="2209800"/>
                  </a:lnTo>
                  <a:lnTo>
                    <a:pt x="5323591" y="2222500"/>
                  </a:lnTo>
                  <a:close/>
                </a:path>
                <a:path w="10901680" h="8534400">
                  <a:moveTo>
                    <a:pt x="5129283" y="1511308"/>
                  </a:moveTo>
                  <a:close/>
                </a:path>
                <a:path w="10901680" h="8534400">
                  <a:moveTo>
                    <a:pt x="5501228" y="2286000"/>
                  </a:moveTo>
                  <a:lnTo>
                    <a:pt x="5457178" y="2286000"/>
                  </a:lnTo>
                  <a:lnTo>
                    <a:pt x="5492167" y="2273300"/>
                  </a:lnTo>
                  <a:lnTo>
                    <a:pt x="5521982" y="2247900"/>
                  </a:lnTo>
                  <a:lnTo>
                    <a:pt x="5545181" y="2222500"/>
                  </a:lnTo>
                  <a:lnTo>
                    <a:pt x="5559080" y="2184400"/>
                  </a:lnTo>
                  <a:lnTo>
                    <a:pt x="5563401" y="2146300"/>
                  </a:lnTo>
                  <a:lnTo>
                    <a:pt x="5558167" y="2108200"/>
                  </a:lnTo>
                  <a:lnTo>
                    <a:pt x="5248171" y="1587500"/>
                  </a:lnTo>
                  <a:lnTo>
                    <a:pt x="5197741" y="1536700"/>
                  </a:lnTo>
                  <a:lnTo>
                    <a:pt x="5129283" y="1511308"/>
                  </a:lnTo>
                  <a:lnTo>
                    <a:pt x="5184667" y="1511308"/>
                  </a:lnTo>
                  <a:lnTo>
                    <a:pt x="5237382" y="1549400"/>
                  </a:lnTo>
                  <a:lnTo>
                    <a:pt x="5558751" y="2070100"/>
                  </a:lnTo>
                  <a:lnTo>
                    <a:pt x="5575428" y="2108200"/>
                  </a:lnTo>
                  <a:lnTo>
                    <a:pt x="5581341" y="2146300"/>
                  </a:lnTo>
                  <a:lnTo>
                    <a:pt x="5576464" y="2184400"/>
                  </a:lnTo>
                  <a:lnTo>
                    <a:pt x="5560775" y="2222500"/>
                  </a:lnTo>
                  <a:lnTo>
                    <a:pt x="5534709" y="2260600"/>
                  </a:lnTo>
                  <a:lnTo>
                    <a:pt x="5501228" y="2286000"/>
                  </a:lnTo>
                  <a:close/>
                </a:path>
                <a:path w="10901680" h="8534400">
                  <a:moveTo>
                    <a:pt x="8938054" y="2222500"/>
                  </a:moveTo>
                  <a:lnTo>
                    <a:pt x="8364961" y="2222500"/>
                  </a:lnTo>
                  <a:lnTo>
                    <a:pt x="8332214" y="2209800"/>
                  </a:lnTo>
                  <a:lnTo>
                    <a:pt x="8277032" y="2184400"/>
                  </a:lnTo>
                  <a:lnTo>
                    <a:pt x="8244462" y="2120900"/>
                  </a:lnTo>
                  <a:lnTo>
                    <a:pt x="8240376" y="2095500"/>
                  </a:lnTo>
                  <a:lnTo>
                    <a:pt x="8244780" y="2057400"/>
                  </a:lnTo>
                  <a:lnTo>
                    <a:pt x="8479423" y="1651000"/>
                  </a:lnTo>
                  <a:lnTo>
                    <a:pt x="8513478" y="1612900"/>
                  </a:lnTo>
                  <a:lnTo>
                    <a:pt x="8559246" y="1587500"/>
                  </a:lnTo>
                  <a:lnTo>
                    <a:pt x="8559246" y="1511300"/>
                  </a:lnTo>
                  <a:lnTo>
                    <a:pt x="8743746" y="1511300"/>
                  </a:lnTo>
                  <a:lnTo>
                    <a:pt x="8743746" y="1587500"/>
                  </a:lnTo>
                  <a:lnTo>
                    <a:pt x="8767731" y="1600200"/>
                  </a:lnTo>
                  <a:lnTo>
                    <a:pt x="8586694" y="1600200"/>
                  </a:lnTo>
                  <a:lnTo>
                    <a:pt x="8586694" y="1612900"/>
                  </a:lnTo>
                  <a:lnTo>
                    <a:pt x="8559126" y="1612900"/>
                  </a:lnTo>
                  <a:lnTo>
                    <a:pt x="8511898" y="1638300"/>
                  </a:lnTo>
                  <a:lnTo>
                    <a:pt x="8273044" y="2044700"/>
                  </a:lnTo>
                  <a:lnTo>
                    <a:pt x="8258249" y="2095500"/>
                  </a:lnTo>
                  <a:lnTo>
                    <a:pt x="8261749" y="2120900"/>
                  </a:lnTo>
                  <a:lnTo>
                    <a:pt x="8272521" y="2146300"/>
                  </a:lnTo>
                  <a:lnTo>
                    <a:pt x="8289643" y="2171700"/>
                  </a:lnTo>
                  <a:lnTo>
                    <a:pt x="8311456" y="2184400"/>
                  </a:lnTo>
                  <a:lnTo>
                    <a:pt x="8336912" y="2197100"/>
                  </a:lnTo>
                  <a:lnTo>
                    <a:pt x="9000516" y="2197100"/>
                  </a:lnTo>
                  <a:lnTo>
                    <a:pt x="8970800" y="2209800"/>
                  </a:lnTo>
                  <a:lnTo>
                    <a:pt x="8938054" y="2222500"/>
                  </a:lnTo>
                  <a:close/>
                </a:path>
                <a:path w="10901680" h="8534400">
                  <a:moveTo>
                    <a:pt x="9115751" y="2286000"/>
                  </a:moveTo>
                  <a:lnTo>
                    <a:pt x="9071709" y="2286000"/>
                  </a:lnTo>
                  <a:lnTo>
                    <a:pt x="9106690" y="2273300"/>
                  </a:lnTo>
                  <a:lnTo>
                    <a:pt x="9136497" y="2247900"/>
                  </a:lnTo>
                  <a:lnTo>
                    <a:pt x="9159692" y="2222500"/>
                  </a:lnTo>
                  <a:lnTo>
                    <a:pt x="9173591" y="2184400"/>
                  </a:lnTo>
                  <a:lnTo>
                    <a:pt x="9177913" y="2146300"/>
                  </a:lnTo>
                  <a:lnTo>
                    <a:pt x="9172678" y="2108200"/>
                  </a:lnTo>
                  <a:lnTo>
                    <a:pt x="8862706" y="1587500"/>
                  </a:lnTo>
                  <a:lnTo>
                    <a:pt x="8812263" y="1536700"/>
                  </a:lnTo>
                  <a:lnTo>
                    <a:pt x="8743769" y="1511300"/>
                  </a:lnTo>
                  <a:lnTo>
                    <a:pt x="8799243" y="1511308"/>
                  </a:lnTo>
                  <a:lnTo>
                    <a:pt x="8851964" y="1549400"/>
                  </a:lnTo>
                  <a:lnTo>
                    <a:pt x="9173262" y="2070100"/>
                  </a:lnTo>
                  <a:lnTo>
                    <a:pt x="9189938" y="2108200"/>
                  </a:lnTo>
                  <a:lnTo>
                    <a:pt x="9195851" y="2146300"/>
                  </a:lnTo>
                  <a:lnTo>
                    <a:pt x="9190975" y="2184400"/>
                  </a:lnTo>
                  <a:lnTo>
                    <a:pt x="9175285" y="2222500"/>
                  </a:lnTo>
                  <a:lnTo>
                    <a:pt x="9149223" y="2260600"/>
                  </a:lnTo>
                  <a:lnTo>
                    <a:pt x="9115751" y="2286000"/>
                  </a:lnTo>
                  <a:close/>
                </a:path>
                <a:path w="10901680" h="8534400">
                  <a:moveTo>
                    <a:pt x="1771497" y="2197100"/>
                  </a:moveTo>
                  <a:lnTo>
                    <a:pt x="1737081" y="2197100"/>
                  </a:lnTo>
                  <a:lnTo>
                    <a:pt x="1762534" y="2184400"/>
                  </a:lnTo>
                  <a:lnTo>
                    <a:pt x="1784341" y="2171700"/>
                  </a:lnTo>
                  <a:lnTo>
                    <a:pt x="1801449" y="2146300"/>
                  </a:lnTo>
                  <a:lnTo>
                    <a:pt x="1812221" y="2120900"/>
                  </a:lnTo>
                  <a:lnTo>
                    <a:pt x="1815721" y="2095500"/>
                  </a:lnTo>
                  <a:lnTo>
                    <a:pt x="1811954" y="2070100"/>
                  </a:lnTo>
                  <a:lnTo>
                    <a:pt x="1579168" y="1663700"/>
                  </a:lnTo>
                  <a:lnTo>
                    <a:pt x="1540203" y="1625600"/>
                  </a:lnTo>
                  <a:lnTo>
                    <a:pt x="1514837" y="1612900"/>
                  </a:lnTo>
                  <a:lnTo>
                    <a:pt x="1487275" y="1612900"/>
                  </a:lnTo>
                  <a:lnTo>
                    <a:pt x="1487275" y="1600200"/>
                  </a:lnTo>
                  <a:lnTo>
                    <a:pt x="1538730" y="1600200"/>
                  </a:lnTo>
                  <a:lnTo>
                    <a:pt x="1560518" y="1612900"/>
                  </a:lnTo>
                  <a:lnTo>
                    <a:pt x="1594594" y="1651000"/>
                  </a:lnTo>
                  <a:lnTo>
                    <a:pt x="1816351" y="2032000"/>
                  </a:lnTo>
                  <a:lnTo>
                    <a:pt x="1833611" y="2095500"/>
                  </a:lnTo>
                  <a:lnTo>
                    <a:pt x="1829522" y="2120900"/>
                  </a:lnTo>
                  <a:lnTo>
                    <a:pt x="1816947" y="2159000"/>
                  </a:lnTo>
                  <a:lnTo>
                    <a:pt x="1796961" y="2184400"/>
                  </a:lnTo>
                  <a:lnTo>
                    <a:pt x="1771497" y="2197100"/>
                  </a:lnTo>
                  <a:close/>
                </a:path>
                <a:path w="10901680" h="8534400">
                  <a:moveTo>
                    <a:pt x="5386053" y="2197100"/>
                  </a:moveTo>
                  <a:lnTo>
                    <a:pt x="5351591" y="2197100"/>
                  </a:lnTo>
                  <a:lnTo>
                    <a:pt x="5377044" y="2184400"/>
                  </a:lnTo>
                  <a:lnTo>
                    <a:pt x="5398851" y="2171700"/>
                  </a:lnTo>
                  <a:lnTo>
                    <a:pt x="5415959" y="2146300"/>
                  </a:lnTo>
                  <a:lnTo>
                    <a:pt x="5426741" y="2120900"/>
                  </a:lnTo>
                  <a:lnTo>
                    <a:pt x="5430243" y="2095500"/>
                  </a:lnTo>
                  <a:lnTo>
                    <a:pt x="5426478" y="2070100"/>
                  </a:lnTo>
                  <a:lnTo>
                    <a:pt x="5193702" y="1663700"/>
                  </a:lnTo>
                  <a:lnTo>
                    <a:pt x="5154713" y="1625600"/>
                  </a:lnTo>
                  <a:lnTo>
                    <a:pt x="5129345" y="1612900"/>
                  </a:lnTo>
                  <a:lnTo>
                    <a:pt x="5101761" y="1612900"/>
                  </a:lnTo>
                  <a:lnTo>
                    <a:pt x="5101761" y="1600200"/>
                  </a:lnTo>
                  <a:lnTo>
                    <a:pt x="5153268" y="1600200"/>
                  </a:lnTo>
                  <a:lnTo>
                    <a:pt x="5175063" y="1612900"/>
                  </a:lnTo>
                  <a:lnTo>
                    <a:pt x="5209130" y="1651000"/>
                  </a:lnTo>
                  <a:lnTo>
                    <a:pt x="5430887" y="2032000"/>
                  </a:lnTo>
                  <a:lnTo>
                    <a:pt x="5448164" y="2095500"/>
                  </a:lnTo>
                  <a:lnTo>
                    <a:pt x="5444070" y="2120900"/>
                  </a:lnTo>
                  <a:lnTo>
                    <a:pt x="5431482" y="2159000"/>
                  </a:lnTo>
                  <a:lnTo>
                    <a:pt x="5411510" y="2184400"/>
                  </a:lnTo>
                  <a:lnTo>
                    <a:pt x="5386053" y="2197100"/>
                  </a:lnTo>
                  <a:close/>
                </a:path>
                <a:path w="10901680" h="8534400">
                  <a:moveTo>
                    <a:pt x="9000516" y="2197100"/>
                  </a:moveTo>
                  <a:lnTo>
                    <a:pt x="8966103" y="2197100"/>
                  </a:lnTo>
                  <a:lnTo>
                    <a:pt x="8991556" y="2184400"/>
                  </a:lnTo>
                  <a:lnTo>
                    <a:pt x="9013362" y="2171700"/>
                  </a:lnTo>
                  <a:lnTo>
                    <a:pt x="9030470" y="2146300"/>
                  </a:lnTo>
                  <a:lnTo>
                    <a:pt x="9041253" y="2120900"/>
                  </a:lnTo>
                  <a:lnTo>
                    <a:pt x="9044754" y="2095500"/>
                  </a:lnTo>
                  <a:lnTo>
                    <a:pt x="9040989" y="2070100"/>
                  </a:lnTo>
                  <a:lnTo>
                    <a:pt x="8808213" y="1663700"/>
                  </a:lnTo>
                  <a:lnTo>
                    <a:pt x="8769239" y="1625600"/>
                  </a:lnTo>
                  <a:lnTo>
                    <a:pt x="8743859" y="1612900"/>
                  </a:lnTo>
                  <a:lnTo>
                    <a:pt x="8716249" y="1612900"/>
                  </a:lnTo>
                  <a:lnTo>
                    <a:pt x="8716249" y="1600200"/>
                  </a:lnTo>
                  <a:lnTo>
                    <a:pt x="8767731" y="1600200"/>
                  </a:lnTo>
                  <a:lnTo>
                    <a:pt x="8789526" y="1612900"/>
                  </a:lnTo>
                  <a:lnTo>
                    <a:pt x="8823593" y="1651000"/>
                  </a:lnTo>
                  <a:lnTo>
                    <a:pt x="9045350" y="2032000"/>
                  </a:lnTo>
                  <a:lnTo>
                    <a:pt x="9062627" y="2095500"/>
                  </a:lnTo>
                  <a:lnTo>
                    <a:pt x="9058533" y="2120900"/>
                  </a:lnTo>
                  <a:lnTo>
                    <a:pt x="9045945" y="2159000"/>
                  </a:lnTo>
                  <a:lnTo>
                    <a:pt x="9025973" y="2184400"/>
                  </a:lnTo>
                  <a:lnTo>
                    <a:pt x="9000516" y="2197100"/>
                  </a:lnTo>
                  <a:close/>
                </a:path>
                <a:path w="10901680" h="8534400">
                  <a:moveTo>
                    <a:pt x="10901635" y="8534400"/>
                  </a:moveTo>
                  <a:lnTo>
                    <a:pt x="10175087" y="8534400"/>
                  </a:lnTo>
                  <a:lnTo>
                    <a:pt x="10175087" y="8369300"/>
                  </a:lnTo>
                  <a:lnTo>
                    <a:pt x="10901635" y="8369300"/>
                  </a:lnTo>
                  <a:lnTo>
                    <a:pt x="10901635" y="8382000"/>
                  </a:lnTo>
                  <a:lnTo>
                    <a:pt x="10192940" y="8382000"/>
                  </a:lnTo>
                  <a:lnTo>
                    <a:pt x="10192940" y="8521700"/>
                  </a:lnTo>
                  <a:lnTo>
                    <a:pt x="10901635" y="8521700"/>
                  </a:lnTo>
                  <a:lnTo>
                    <a:pt x="10901635" y="8534400"/>
                  </a:lnTo>
                  <a:close/>
                </a:path>
                <a:path w="10901680" h="8534400">
                  <a:moveTo>
                    <a:pt x="10901635" y="8521700"/>
                  </a:moveTo>
                  <a:lnTo>
                    <a:pt x="10885088" y="8521700"/>
                  </a:lnTo>
                  <a:lnTo>
                    <a:pt x="10885088" y="8382000"/>
                  </a:lnTo>
                  <a:lnTo>
                    <a:pt x="10901635" y="8382000"/>
                  </a:lnTo>
                  <a:lnTo>
                    <a:pt x="10901635" y="8521700"/>
                  </a:lnTo>
                  <a:close/>
                </a:path>
              </a:pathLst>
            </a:custGeom>
            <a:solidFill>
              <a:srgbClr val="15295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52721" y="1086182"/>
            <a:ext cx="4158647" cy="1208947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2198157" y="797341"/>
            <a:ext cx="4069715" cy="16490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650" spc="-894">
                <a:solidFill>
                  <a:srgbClr val="FFFFFF"/>
                </a:solidFill>
              </a:rPr>
              <a:t>Outl</a:t>
            </a:r>
            <a:r>
              <a:rPr dirty="0" sz="10650" spc="-894">
                <a:solidFill>
                  <a:srgbClr val="000000"/>
                </a:solidFill>
              </a:rPr>
              <a:t>i</a:t>
            </a:r>
            <a:r>
              <a:rPr dirty="0" sz="10650" spc="-894">
                <a:solidFill>
                  <a:srgbClr val="FFFFFF"/>
                </a:solidFill>
              </a:rPr>
              <a:t>ne:</a:t>
            </a:r>
            <a:endParaRPr sz="10650"/>
          </a:p>
        </p:txBody>
      </p:sp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43145" y="2963404"/>
            <a:ext cx="2367653" cy="72983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13668" y="2961011"/>
            <a:ext cx="2963894" cy="94997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36548" y="4089562"/>
            <a:ext cx="2084528" cy="73461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65104" y="5231673"/>
            <a:ext cx="3549863" cy="92764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362508" y="5230078"/>
            <a:ext cx="1580061" cy="72983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33196" y="6357832"/>
            <a:ext cx="5176174" cy="95316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651543" y="7491967"/>
            <a:ext cx="4283661" cy="934025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1646821" y="2630788"/>
            <a:ext cx="5625465" cy="5692140"/>
          </a:xfrm>
          <a:prstGeom prst="rect">
            <a:avLst/>
          </a:prstGeom>
        </p:spPr>
        <p:txBody>
          <a:bodyPr wrap="square" lIns="0" tIns="169545" rIns="0" bIns="0" rtlCol="0" vert="horz">
            <a:spAutoFit/>
          </a:bodyPr>
          <a:lstStyle/>
          <a:p>
            <a:pPr marL="675640" indent="-450215">
              <a:lnSpc>
                <a:spcPct val="100000"/>
              </a:lnSpc>
              <a:spcBef>
                <a:spcPts val="1335"/>
              </a:spcBef>
              <a:buAutoNum type="arabicPeriod"/>
              <a:tabLst>
                <a:tab pos="676275" algn="l"/>
              </a:tabLst>
            </a:pPr>
            <a:r>
              <a:rPr dirty="0" sz="6400" spc="-9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6400" spc="-325">
                <a:latin typeface="Trebuchet MS"/>
                <a:cs typeface="Trebuchet MS"/>
              </a:rPr>
              <a:t>a</a:t>
            </a:r>
            <a:r>
              <a:rPr dirty="0" sz="6400" spc="-135">
                <a:latin typeface="Trebuchet MS"/>
                <a:cs typeface="Trebuchet MS"/>
              </a:rPr>
              <a:t>t</a:t>
            </a:r>
            <a:r>
              <a:rPr dirty="0" sz="6400" spc="-325">
                <a:latin typeface="Trebuchet MS"/>
                <a:cs typeface="Trebuchet MS"/>
              </a:rPr>
              <a:t>a</a:t>
            </a:r>
            <a:r>
              <a:rPr dirty="0" sz="6400" spc="22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6400" spc="-4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400" spc="-57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6400" spc="-61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6400" spc="-24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6400" spc="-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6400" spc="-225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dirty="0" sz="6400" spc="-32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6400" spc="-500">
                <a:latin typeface="Trebuchet MS"/>
                <a:cs typeface="Trebuchet MS"/>
              </a:rPr>
              <a:t>n</a:t>
            </a:r>
            <a:r>
              <a:rPr dirty="0" sz="6400" spc="75">
                <a:latin typeface="Trebuchet MS"/>
                <a:cs typeface="Trebuchet MS"/>
              </a:rPr>
              <a:t>g</a:t>
            </a:r>
            <a:endParaRPr sz="6400">
              <a:latin typeface="Trebuchet MS"/>
              <a:cs typeface="Trebuchet MS"/>
            </a:endParaRPr>
          </a:p>
          <a:p>
            <a:pPr marL="675640" indent="-643890">
              <a:lnSpc>
                <a:spcPct val="100000"/>
              </a:lnSpc>
              <a:spcBef>
                <a:spcPts val="1245"/>
              </a:spcBef>
              <a:buClr>
                <a:srgbClr val="FFFFFF"/>
              </a:buClr>
              <a:buAutoNum type="arabicPeriod"/>
              <a:tabLst>
                <a:tab pos="676275" algn="l"/>
              </a:tabLst>
            </a:pPr>
            <a:r>
              <a:rPr dirty="0" sz="6400" spc="-535">
                <a:latin typeface="Trebuchet MS"/>
                <a:cs typeface="Trebuchet MS"/>
              </a:rPr>
              <a:t>DA</a:t>
            </a:r>
            <a:r>
              <a:rPr dirty="0" sz="6400" spc="-535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6400">
              <a:latin typeface="Trebuchet MS"/>
              <a:cs typeface="Trebuchet MS"/>
            </a:endParaRPr>
          </a:p>
          <a:p>
            <a:pPr marL="675640" indent="-628015">
              <a:lnSpc>
                <a:spcPct val="100000"/>
              </a:lnSpc>
              <a:spcBef>
                <a:spcPts val="1245"/>
              </a:spcBef>
              <a:buClr>
                <a:srgbClr val="000000"/>
              </a:buClr>
              <a:buAutoNum type="arabicPeriod"/>
              <a:tabLst>
                <a:tab pos="676275" algn="l"/>
              </a:tabLst>
            </a:pPr>
            <a:r>
              <a:rPr dirty="0" sz="6400" spc="-415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6400" spc="-61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6400" spc="-505">
                <a:latin typeface="Trebuchet MS"/>
                <a:cs typeface="Trebuchet MS"/>
              </a:rPr>
              <a:t>s</a:t>
            </a:r>
            <a:r>
              <a:rPr dirty="0" sz="6400" spc="-225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dirty="0" sz="6400" spc="220">
                <a:latin typeface="Trebuchet MS"/>
                <a:cs typeface="Trebuchet MS"/>
              </a:rPr>
              <a:t>r</a:t>
            </a:r>
            <a:r>
              <a:rPr dirty="0" sz="6400" spc="-300">
                <a:latin typeface="Trebuchet MS"/>
                <a:cs typeface="Trebuchet MS"/>
              </a:rPr>
              <a:t>i</a:t>
            </a:r>
            <a:r>
              <a:rPr dirty="0" sz="6400" spc="-315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6400" spc="-50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6400" spc="-295">
                <a:latin typeface="Trebuchet MS"/>
                <a:cs typeface="Trebuchet MS"/>
              </a:rPr>
              <a:t>i</a:t>
            </a:r>
            <a:r>
              <a:rPr dirty="0" sz="6400" spc="-415">
                <a:latin typeface="Trebuchet MS"/>
                <a:cs typeface="Trebuchet MS"/>
              </a:rPr>
              <a:t> </a:t>
            </a:r>
            <a:r>
              <a:rPr dirty="0" sz="6400" spc="-415">
                <a:latin typeface="Trebuchet MS"/>
                <a:cs typeface="Trebuchet MS"/>
              </a:rPr>
              <a:t>D</a:t>
            </a:r>
            <a:r>
              <a:rPr dirty="0" sz="6400" spc="-325">
                <a:latin typeface="Trebuchet MS"/>
                <a:cs typeface="Trebuchet MS"/>
              </a:rPr>
              <a:t>a</a:t>
            </a:r>
            <a:r>
              <a:rPr dirty="0" sz="6400" spc="-135">
                <a:latin typeface="Trebuchet MS"/>
                <a:cs typeface="Trebuchet MS"/>
              </a:rPr>
              <a:t>t</a:t>
            </a:r>
            <a:r>
              <a:rPr dirty="0" sz="6400" spc="-320">
                <a:latin typeface="Trebuchet MS"/>
                <a:cs typeface="Trebuchet MS"/>
              </a:rPr>
              <a:t>a</a:t>
            </a:r>
            <a:endParaRPr sz="6400">
              <a:latin typeface="Trebuchet MS"/>
              <a:cs typeface="Trebuchet MS"/>
            </a:endParaRPr>
          </a:p>
          <a:p>
            <a:pPr marL="675640" indent="-663575">
              <a:lnSpc>
                <a:spcPct val="100000"/>
              </a:lnSpc>
              <a:spcBef>
                <a:spcPts val="1245"/>
              </a:spcBef>
              <a:buClr>
                <a:srgbClr val="FFFFFF"/>
              </a:buClr>
              <a:buAutoNum type="arabicPeriod"/>
              <a:tabLst>
                <a:tab pos="676275" algn="l"/>
              </a:tabLst>
            </a:pPr>
            <a:r>
              <a:rPr dirty="0" sz="6400" spc="-409">
                <a:latin typeface="Trebuchet MS"/>
                <a:cs typeface="Trebuchet MS"/>
              </a:rPr>
              <a:t>P</a:t>
            </a:r>
            <a:r>
              <a:rPr dirty="0" sz="6400" spc="-409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6400" spc="-409">
                <a:latin typeface="Trebuchet MS"/>
                <a:cs typeface="Trebuchet MS"/>
              </a:rPr>
              <a:t>m</a:t>
            </a:r>
            <a:r>
              <a:rPr dirty="0" sz="6400" spc="-409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6400" spc="-409">
                <a:latin typeface="Trebuchet MS"/>
                <a:cs typeface="Trebuchet MS"/>
              </a:rPr>
              <a:t>og</a:t>
            </a:r>
            <a:r>
              <a:rPr dirty="0" sz="6400" spc="-409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6400" spc="-409">
                <a:latin typeface="Trebuchet MS"/>
                <a:cs typeface="Trebuchet MS"/>
              </a:rPr>
              <a:t>aman</a:t>
            </a:r>
            <a:endParaRPr sz="6400">
              <a:latin typeface="Trebuchet MS"/>
              <a:cs typeface="Trebuchet MS"/>
            </a:endParaRPr>
          </a:p>
          <a:p>
            <a:pPr marL="675640" indent="-649605">
              <a:lnSpc>
                <a:spcPct val="100000"/>
              </a:lnSpc>
              <a:spcBef>
                <a:spcPts val="1240"/>
              </a:spcBef>
              <a:buAutoNum type="arabicPeriod"/>
              <a:tabLst>
                <a:tab pos="676275" algn="l"/>
              </a:tabLst>
            </a:pPr>
            <a:r>
              <a:rPr dirty="0" sz="6400" spc="-459">
                <a:solidFill>
                  <a:srgbClr val="FFFFFF"/>
                </a:solidFill>
                <a:latin typeface="Trebuchet MS"/>
                <a:cs typeface="Trebuchet MS"/>
              </a:rPr>
              <a:t>Kesimpu</a:t>
            </a:r>
            <a:r>
              <a:rPr dirty="0" sz="6400" spc="-459">
                <a:latin typeface="Trebuchet MS"/>
                <a:cs typeface="Trebuchet MS"/>
              </a:rPr>
              <a:t>l</a:t>
            </a:r>
            <a:r>
              <a:rPr dirty="0" sz="6400" spc="-459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6400" spc="-459">
                <a:latin typeface="Trebuchet MS"/>
                <a:cs typeface="Trebuchet MS"/>
              </a:rPr>
              <a:t>n</a:t>
            </a:r>
            <a:endParaRPr sz="6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2998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9601799" y="0"/>
            <a:ext cx="8686800" cy="10287000"/>
            <a:chOff x="9601799" y="0"/>
            <a:chExt cx="8686800" cy="10287000"/>
          </a:xfrm>
        </p:grpSpPr>
        <p:sp>
          <p:nvSpPr>
            <p:cNvPr id="4" name="object 4"/>
            <p:cNvSpPr/>
            <p:nvPr/>
          </p:nvSpPr>
          <p:spPr>
            <a:xfrm>
              <a:off x="10668003" y="0"/>
              <a:ext cx="7620000" cy="5902325"/>
            </a:xfrm>
            <a:custGeom>
              <a:avLst/>
              <a:gdLst/>
              <a:ahLst/>
              <a:cxnLst/>
              <a:rect l="l" t="t" r="r" b="b"/>
              <a:pathLst>
                <a:path w="7620000" h="5902325">
                  <a:moveTo>
                    <a:pt x="0" y="5902049"/>
                  </a:moveTo>
                  <a:lnTo>
                    <a:pt x="0" y="0"/>
                  </a:lnTo>
                  <a:lnTo>
                    <a:pt x="7619994" y="0"/>
                  </a:lnTo>
                  <a:lnTo>
                    <a:pt x="7619994" y="5902049"/>
                  </a:lnTo>
                  <a:lnTo>
                    <a:pt x="0" y="5902049"/>
                  </a:lnTo>
                  <a:close/>
                </a:path>
              </a:pathLst>
            </a:custGeom>
            <a:solidFill>
              <a:srgbClr val="F0C2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668000" y="4266"/>
              <a:ext cx="7508240" cy="4380865"/>
            </a:xfrm>
            <a:custGeom>
              <a:avLst/>
              <a:gdLst/>
              <a:ahLst/>
              <a:cxnLst/>
              <a:rect l="l" t="t" r="r" b="b"/>
              <a:pathLst>
                <a:path w="7508240" h="4380865">
                  <a:moveTo>
                    <a:pt x="264795" y="1875561"/>
                  </a:moveTo>
                  <a:lnTo>
                    <a:pt x="0" y="1875561"/>
                  </a:lnTo>
                  <a:lnTo>
                    <a:pt x="0" y="1904339"/>
                  </a:lnTo>
                  <a:lnTo>
                    <a:pt x="264795" y="1904339"/>
                  </a:lnTo>
                  <a:lnTo>
                    <a:pt x="264795" y="1875561"/>
                  </a:lnTo>
                  <a:close/>
                </a:path>
                <a:path w="7508240" h="4380865">
                  <a:moveTo>
                    <a:pt x="264795" y="233756"/>
                  </a:moveTo>
                  <a:lnTo>
                    <a:pt x="0" y="233756"/>
                  </a:lnTo>
                  <a:lnTo>
                    <a:pt x="0" y="269862"/>
                  </a:lnTo>
                  <a:lnTo>
                    <a:pt x="264795" y="269862"/>
                  </a:lnTo>
                  <a:lnTo>
                    <a:pt x="264795" y="233756"/>
                  </a:lnTo>
                  <a:close/>
                </a:path>
                <a:path w="7508240" h="4380865">
                  <a:moveTo>
                    <a:pt x="1069606" y="1875561"/>
                  </a:moveTo>
                  <a:lnTo>
                    <a:pt x="516293" y="1875561"/>
                  </a:lnTo>
                  <a:lnTo>
                    <a:pt x="516293" y="1904339"/>
                  </a:lnTo>
                  <a:lnTo>
                    <a:pt x="725195" y="1904339"/>
                  </a:lnTo>
                  <a:lnTo>
                    <a:pt x="725195" y="2062543"/>
                  </a:lnTo>
                  <a:lnTo>
                    <a:pt x="761301" y="2062543"/>
                  </a:lnTo>
                  <a:lnTo>
                    <a:pt x="761301" y="1904339"/>
                  </a:lnTo>
                  <a:lnTo>
                    <a:pt x="1069606" y="1904339"/>
                  </a:lnTo>
                  <a:lnTo>
                    <a:pt x="1069606" y="1875561"/>
                  </a:lnTo>
                  <a:close/>
                </a:path>
                <a:path w="7508240" h="4380865">
                  <a:moveTo>
                    <a:pt x="1874431" y="1875561"/>
                  </a:moveTo>
                  <a:lnTo>
                    <a:pt x="1321117" y="1875561"/>
                  </a:lnTo>
                  <a:lnTo>
                    <a:pt x="1321117" y="1904339"/>
                  </a:lnTo>
                  <a:lnTo>
                    <a:pt x="1542440" y="1904339"/>
                  </a:lnTo>
                  <a:lnTo>
                    <a:pt x="1542440" y="2062543"/>
                  </a:lnTo>
                  <a:lnTo>
                    <a:pt x="1578546" y="2062543"/>
                  </a:lnTo>
                  <a:lnTo>
                    <a:pt x="1578546" y="1904339"/>
                  </a:lnTo>
                  <a:lnTo>
                    <a:pt x="1874431" y="1904339"/>
                  </a:lnTo>
                  <a:lnTo>
                    <a:pt x="1874431" y="1875561"/>
                  </a:lnTo>
                  <a:close/>
                </a:path>
                <a:path w="7508240" h="4380865">
                  <a:moveTo>
                    <a:pt x="1874431" y="233756"/>
                  </a:moveTo>
                  <a:lnTo>
                    <a:pt x="1578546" y="233756"/>
                  </a:lnTo>
                  <a:lnTo>
                    <a:pt x="1578546" y="0"/>
                  </a:lnTo>
                  <a:lnTo>
                    <a:pt x="1542440" y="0"/>
                  </a:lnTo>
                  <a:lnTo>
                    <a:pt x="1542440" y="233756"/>
                  </a:lnTo>
                  <a:lnTo>
                    <a:pt x="1321117" y="233756"/>
                  </a:lnTo>
                  <a:lnTo>
                    <a:pt x="1321117" y="269862"/>
                  </a:lnTo>
                  <a:lnTo>
                    <a:pt x="1542440" y="269862"/>
                  </a:lnTo>
                  <a:lnTo>
                    <a:pt x="1542440" y="346494"/>
                  </a:lnTo>
                  <a:lnTo>
                    <a:pt x="1578546" y="346494"/>
                  </a:lnTo>
                  <a:lnTo>
                    <a:pt x="1578546" y="269862"/>
                  </a:lnTo>
                  <a:lnTo>
                    <a:pt x="1874431" y="269862"/>
                  </a:lnTo>
                  <a:lnTo>
                    <a:pt x="1874431" y="233756"/>
                  </a:lnTo>
                  <a:close/>
                </a:path>
                <a:path w="7508240" h="4380865">
                  <a:moveTo>
                    <a:pt x="2679242" y="1875561"/>
                  </a:moveTo>
                  <a:lnTo>
                    <a:pt x="2125942" y="1875561"/>
                  </a:lnTo>
                  <a:lnTo>
                    <a:pt x="2125942" y="1903768"/>
                  </a:lnTo>
                  <a:lnTo>
                    <a:pt x="2359685" y="1903768"/>
                  </a:lnTo>
                  <a:lnTo>
                    <a:pt x="2359685" y="2062543"/>
                  </a:lnTo>
                  <a:lnTo>
                    <a:pt x="2395791" y="2062543"/>
                  </a:lnTo>
                  <a:lnTo>
                    <a:pt x="2395791" y="1903768"/>
                  </a:lnTo>
                  <a:lnTo>
                    <a:pt x="2679242" y="1903768"/>
                  </a:lnTo>
                  <a:lnTo>
                    <a:pt x="2679242" y="1875561"/>
                  </a:lnTo>
                  <a:close/>
                </a:path>
                <a:path w="7508240" h="4380865">
                  <a:moveTo>
                    <a:pt x="2679242" y="233718"/>
                  </a:moveTo>
                  <a:lnTo>
                    <a:pt x="2395791" y="233718"/>
                  </a:lnTo>
                  <a:lnTo>
                    <a:pt x="2395791" y="38"/>
                  </a:lnTo>
                  <a:lnTo>
                    <a:pt x="2359685" y="38"/>
                  </a:lnTo>
                  <a:lnTo>
                    <a:pt x="2359685" y="233718"/>
                  </a:lnTo>
                  <a:lnTo>
                    <a:pt x="2125942" y="233718"/>
                  </a:lnTo>
                  <a:lnTo>
                    <a:pt x="2125942" y="269278"/>
                  </a:lnTo>
                  <a:lnTo>
                    <a:pt x="2359685" y="269278"/>
                  </a:lnTo>
                  <a:lnTo>
                    <a:pt x="2359685" y="346494"/>
                  </a:lnTo>
                  <a:lnTo>
                    <a:pt x="2395791" y="346494"/>
                  </a:lnTo>
                  <a:lnTo>
                    <a:pt x="2395791" y="269278"/>
                  </a:lnTo>
                  <a:lnTo>
                    <a:pt x="2679242" y="269278"/>
                  </a:lnTo>
                  <a:lnTo>
                    <a:pt x="2679242" y="233718"/>
                  </a:lnTo>
                  <a:close/>
                </a:path>
                <a:path w="7508240" h="4380865">
                  <a:moveTo>
                    <a:pt x="3484067" y="1875561"/>
                  </a:moveTo>
                  <a:lnTo>
                    <a:pt x="2930766" y="1875561"/>
                  </a:lnTo>
                  <a:lnTo>
                    <a:pt x="2930766" y="1903768"/>
                  </a:lnTo>
                  <a:lnTo>
                    <a:pt x="3176930" y="1903768"/>
                  </a:lnTo>
                  <a:lnTo>
                    <a:pt x="3176930" y="2062543"/>
                  </a:lnTo>
                  <a:lnTo>
                    <a:pt x="3213036" y="2062543"/>
                  </a:lnTo>
                  <a:lnTo>
                    <a:pt x="3213036" y="1903768"/>
                  </a:lnTo>
                  <a:lnTo>
                    <a:pt x="3484067" y="1903768"/>
                  </a:lnTo>
                  <a:lnTo>
                    <a:pt x="3484067" y="1875561"/>
                  </a:lnTo>
                  <a:close/>
                </a:path>
                <a:path w="7508240" h="4380865">
                  <a:moveTo>
                    <a:pt x="3484067" y="233718"/>
                  </a:moveTo>
                  <a:lnTo>
                    <a:pt x="3213036" y="233718"/>
                  </a:lnTo>
                  <a:lnTo>
                    <a:pt x="3213036" y="38"/>
                  </a:lnTo>
                  <a:lnTo>
                    <a:pt x="3176930" y="38"/>
                  </a:lnTo>
                  <a:lnTo>
                    <a:pt x="3176930" y="233718"/>
                  </a:lnTo>
                  <a:lnTo>
                    <a:pt x="2930766" y="233718"/>
                  </a:lnTo>
                  <a:lnTo>
                    <a:pt x="2930766" y="269278"/>
                  </a:lnTo>
                  <a:lnTo>
                    <a:pt x="3176930" y="269278"/>
                  </a:lnTo>
                  <a:lnTo>
                    <a:pt x="3176930" y="346494"/>
                  </a:lnTo>
                  <a:lnTo>
                    <a:pt x="3213036" y="346494"/>
                  </a:lnTo>
                  <a:lnTo>
                    <a:pt x="3213036" y="269278"/>
                  </a:lnTo>
                  <a:lnTo>
                    <a:pt x="3484067" y="269278"/>
                  </a:lnTo>
                  <a:lnTo>
                    <a:pt x="3484067" y="233718"/>
                  </a:lnTo>
                  <a:close/>
                </a:path>
                <a:path w="7508240" h="4380865">
                  <a:moveTo>
                    <a:pt x="4288891" y="1868208"/>
                  </a:moveTo>
                  <a:lnTo>
                    <a:pt x="4037876" y="1868208"/>
                  </a:lnTo>
                  <a:lnTo>
                    <a:pt x="4037876" y="1875561"/>
                  </a:lnTo>
                  <a:lnTo>
                    <a:pt x="3735578" y="1875561"/>
                  </a:lnTo>
                  <a:lnTo>
                    <a:pt x="3735578" y="1903768"/>
                  </a:lnTo>
                  <a:lnTo>
                    <a:pt x="3994175" y="1903768"/>
                  </a:lnTo>
                  <a:lnTo>
                    <a:pt x="3994175" y="2062543"/>
                  </a:lnTo>
                  <a:lnTo>
                    <a:pt x="4030281" y="2062543"/>
                  </a:lnTo>
                  <a:lnTo>
                    <a:pt x="4030281" y="1903768"/>
                  </a:lnTo>
                  <a:lnTo>
                    <a:pt x="4288891" y="1903768"/>
                  </a:lnTo>
                  <a:lnTo>
                    <a:pt x="4288891" y="1875561"/>
                  </a:lnTo>
                  <a:lnTo>
                    <a:pt x="4288891" y="1868208"/>
                  </a:lnTo>
                  <a:close/>
                </a:path>
                <a:path w="7508240" h="4380865">
                  <a:moveTo>
                    <a:pt x="4288891" y="1051598"/>
                  </a:moveTo>
                  <a:lnTo>
                    <a:pt x="4037876" y="1051598"/>
                  </a:lnTo>
                  <a:lnTo>
                    <a:pt x="4037876" y="1087158"/>
                  </a:lnTo>
                  <a:lnTo>
                    <a:pt x="4288891" y="1087158"/>
                  </a:lnTo>
                  <a:lnTo>
                    <a:pt x="4288891" y="1051598"/>
                  </a:lnTo>
                  <a:close/>
                </a:path>
                <a:path w="7508240" h="4380865">
                  <a:moveTo>
                    <a:pt x="4288891" y="233718"/>
                  </a:moveTo>
                  <a:lnTo>
                    <a:pt x="4030281" y="233718"/>
                  </a:lnTo>
                  <a:lnTo>
                    <a:pt x="4030281" y="38"/>
                  </a:lnTo>
                  <a:lnTo>
                    <a:pt x="3994175" y="38"/>
                  </a:lnTo>
                  <a:lnTo>
                    <a:pt x="3994175" y="233718"/>
                  </a:lnTo>
                  <a:lnTo>
                    <a:pt x="3735578" y="233718"/>
                  </a:lnTo>
                  <a:lnTo>
                    <a:pt x="3735578" y="269278"/>
                  </a:lnTo>
                  <a:lnTo>
                    <a:pt x="3994175" y="269278"/>
                  </a:lnTo>
                  <a:lnTo>
                    <a:pt x="3994175" y="346494"/>
                  </a:lnTo>
                  <a:lnTo>
                    <a:pt x="4030281" y="346494"/>
                  </a:lnTo>
                  <a:lnTo>
                    <a:pt x="4030281" y="269278"/>
                  </a:lnTo>
                  <a:lnTo>
                    <a:pt x="4288891" y="269278"/>
                  </a:lnTo>
                  <a:lnTo>
                    <a:pt x="4288891" y="233718"/>
                  </a:lnTo>
                  <a:close/>
                </a:path>
                <a:path w="7508240" h="4380865">
                  <a:moveTo>
                    <a:pt x="5093690" y="1868208"/>
                  </a:moveTo>
                  <a:lnTo>
                    <a:pt x="4847514" y="1868208"/>
                  </a:lnTo>
                  <a:lnTo>
                    <a:pt x="4847514" y="1609128"/>
                  </a:lnTo>
                  <a:lnTo>
                    <a:pt x="4811407" y="1609128"/>
                  </a:lnTo>
                  <a:lnTo>
                    <a:pt x="4811407" y="1868208"/>
                  </a:lnTo>
                  <a:lnTo>
                    <a:pt x="4540389" y="1868208"/>
                  </a:lnTo>
                  <a:lnTo>
                    <a:pt x="4540389" y="1903768"/>
                  </a:lnTo>
                  <a:lnTo>
                    <a:pt x="4811407" y="1903768"/>
                  </a:lnTo>
                  <a:lnTo>
                    <a:pt x="4811407" y="2062543"/>
                  </a:lnTo>
                  <a:lnTo>
                    <a:pt x="4847514" y="2062543"/>
                  </a:lnTo>
                  <a:lnTo>
                    <a:pt x="4847514" y="1903768"/>
                  </a:lnTo>
                  <a:lnTo>
                    <a:pt x="5093690" y="1903768"/>
                  </a:lnTo>
                  <a:lnTo>
                    <a:pt x="5093690" y="1868208"/>
                  </a:lnTo>
                  <a:close/>
                </a:path>
                <a:path w="7508240" h="4380865">
                  <a:moveTo>
                    <a:pt x="5093690" y="1051598"/>
                  </a:moveTo>
                  <a:lnTo>
                    <a:pt x="4847514" y="1051598"/>
                  </a:lnTo>
                  <a:lnTo>
                    <a:pt x="4847514" y="805218"/>
                  </a:lnTo>
                  <a:lnTo>
                    <a:pt x="4811407" y="805218"/>
                  </a:lnTo>
                  <a:lnTo>
                    <a:pt x="4811407" y="1051598"/>
                  </a:lnTo>
                  <a:lnTo>
                    <a:pt x="4540389" y="1051598"/>
                  </a:lnTo>
                  <a:lnTo>
                    <a:pt x="4540389" y="1087158"/>
                  </a:lnTo>
                  <a:lnTo>
                    <a:pt x="4811407" y="1087158"/>
                  </a:lnTo>
                  <a:lnTo>
                    <a:pt x="4811407" y="1357668"/>
                  </a:lnTo>
                  <a:lnTo>
                    <a:pt x="4847514" y="1357668"/>
                  </a:lnTo>
                  <a:lnTo>
                    <a:pt x="4847514" y="1087158"/>
                  </a:lnTo>
                  <a:lnTo>
                    <a:pt x="5093690" y="1087158"/>
                  </a:lnTo>
                  <a:lnTo>
                    <a:pt x="5093690" y="1051598"/>
                  </a:lnTo>
                  <a:close/>
                </a:path>
                <a:path w="7508240" h="4380865">
                  <a:moveTo>
                    <a:pt x="5093690" y="233756"/>
                  </a:moveTo>
                  <a:lnTo>
                    <a:pt x="4847514" y="233756"/>
                  </a:lnTo>
                  <a:lnTo>
                    <a:pt x="4847514" y="0"/>
                  </a:lnTo>
                  <a:lnTo>
                    <a:pt x="4811407" y="0"/>
                  </a:lnTo>
                  <a:lnTo>
                    <a:pt x="4811407" y="233756"/>
                  </a:lnTo>
                  <a:lnTo>
                    <a:pt x="4540389" y="233756"/>
                  </a:lnTo>
                  <a:lnTo>
                    <a:pt x="4540389" y="269862"/>
                  </a:lnTo>
                  <a:lnTo>
                    <a:pt x="4811407" y="269862"/>
                  </a:lnTo>
                  <a:lnTo>
                    <a:pt x="4811407" y="553313"/>
                  </a:lnTo>
                  <a:lnTo>
                    <a:pt x="4847514" y="553313"/>
                  </a:lnTo>
                  <a:lnTo>
                    <a:pt x="4847514" y="269862"/>
                  </a:lnTo>
                  <a:lnTo>
                    <a:pt x="5093690" y="269862"/>
                  </a:lnTo>
                  <a:lnTo>
                    <a:pt x="5093690" y="233756"/>
                  </a:lnTo>
                  <a:close/>
                </a:path>
                <a:path w="7508240" h="4380865">
                  <a:moveTo>
                    <a:pt x="5898515" y="1868208"/>
                  </a:moveTo>
                  <a:lnTo>
                    <a:pt x="5664784" y="1868208"/>
                  </a:lnTo>
                  <a:lnTo>
                    <a:pt x="5664784" y="1609128"/>
                  </a:lnTo>
                  <a:lnTo>
                    <a:pt x="5628665" y="1609128"/>
                  </a:lnTo>
                  <a:lnTo>
                    <a:pt x="5628665" y="1868208"/>
                  </a:lnTo>
                  <a:lnTo>
                    <a:pt x="5345214" y="1868208"/>
                  </a:lnTo>
                  <a:lnTo>
                    <a:pt x="5345214" y="1903768"/>
                  </a:lnTo>
                  <a:lnTo>
                    <a:pt x="5628665" y="1903768"/>
                  </a:lnTo>
                  <a:lnTo>
                    <a:pt x="5628665" y="2062543"/>
                  </a:lnTo>
                  <a:lnTo>
                    <a:pt x="5664784" y="2062543"/>
                  </a:lnTo>
                  <a:lnTo>
                    <a:pt x="5664784" y="1903768"/>
                  </a:lnTo>
                  <a:lnTo>
                    <a:pt x="5898515" y="1903768"/>
                  </a:lnTo>
                  <a:lnTo>
                    <a:pt x="5898515" y="1868208"/>
                  </a:lnTo>
                  <a:close/>
                </a:path>
                <a:path w="7508240" h="4380865">
                  <a:moveTo>
                    <a:pt x="5898515" y="1051598"/>
                  </a:moveTo>
                  <a:lnTo>
                    <a:pt x="5664784" y="1051598"/>
                  </a:lnTo>
                  <a:lnTo>
                    <a:pt x="5664784" y="805218"/>
                  </a:lnTo>
                  <a:lnTo>
                    <a:pt x="5628665" y="805218"/>
                  </a:lnTo>
                  <a:lnTo>
                    <a:pt x="5628665" y="1051598"/>
                  </a:lnTo>
                  <a:lnTo>
                    <a:pt x="5345214" y="1051598"/>
                  </a:lnTo>
                  <a:lnTo>
                    <a:pt x="5345214" y="1087158"/>
                  </a:lnTo>
                  <a:lnTo>
                    <a:pt x="5628665" y="1087158"/>
                  </a:lnTo>
                  <a:lnTo>
                    <a:pt x="5628665" y="1357668"/>
                  </a:lnTo>
                  <a:lnTo>
                    <a:pt x="5664784" y="1357668"/>
                  </a:lnTo>
                  <a:lnTo>
                    <a:pt x="5664784" y="1087158"/>
                  </a:lnTo>
                  <a:lnTo>
                    <a:pt x="5898515" y="1087158"/>
                  </a:lnTo>
                  <a:lnTo>
                    <a:pt x="5898515" y="1051598"/>
                  </a:lnTo>
                  <a:close/>
                </a:path>
                <a:path w="7508240" h="4380865">
                  <a:moveTo>
                    <a:pt x="5898515" y="233718"/>
                  </a:moveTo>
                  <a:lnTo>
                    <a:pt x="5664784" y="233718"/>
                  </a:lnTo>
                  <a:lnTo>
                    <a:pt x="5664784" y="38"/>
                  </a:lnTo>
                  <a:lnTo>
                    <a:pt x="5628665" y="38"/>
                  </a:lnTo>
                  <a:lnTo>
                    <a:pt x="5628665" y="233718"/>
                  </a:lnTo>
                  <a:lnTo>
                    <a:pt x="5345214" y="233718"/>
                  </a:lnTo>
                  <a:lnTo>
                    <a:pt x="5345214" y="269278"/>
                  </a:lnTo>
                  <a:lnTo>
                    <a:pt x="5628665" y="269278"/>
                  </a:lnTo>
                  <a:lnTo>
                    <a:pt x="5628665" y="553758"/>
                  </a:lnTo>
                  <a:lnTo>
                    <a:pt x="5664784" y="553758"/>
                  </a:lnTo>
                  <a:lnTo>
                    <a:pt x="5664784" y="269278"/>
                  </a:lnTo>
                  <a:lnTo>
                    <a:pt x="5898515" y="269278"/>
                  </a:lnTo>
                  <a:lnTo>
                    <a:pt x="5898515" y="233718"/>
                  </a:lnTo>
                  <a:close/>
                </a:path>
                <a:path w="7508240" h="4380865">
                  <a:moveTo>
                    <a:pt x="6703339" y="1868208"/>
                  </a:moveTo>
                  <a:lnTo>
                    <a:pt x="6482016" y="1868208"/>
                  </a:lnTo>
                  <a:lnTo>
                    <a:pt x="6482016" y="1609128"/>
                  </a:lnTo>
                  <a:lnTo>
                    <a:pt x="6445910" y="1609128"/>
                  </a:lnTo>
                  <a:lnTo>
                    <a:pt x="6445910" y="1868208"/>
                  </a:lnTo>
                  <a:lnTo>
                    <a:pt x="6150038" y="1868208"/>
                  </a:lnTo>
                  <a:lnTo>
                    <a:pt x="6150038" y="1903768"/>
                  </a:lnTo>
                  <a:lnTo>
                    <a:pt x="6445910" y="1903768"/>
                  </a:lnTo>
                  <a:lnTo>
                    <a:pt x="6445910" y="2062543"/>
                  </a:lnTo>
                  <a:lnTo>
                    <a:pt x="6482016" y="2062543"/>
                  </a:lnTo>
                  <a:lnTo>
                    <a:pt x="6482016" y="1903768"/>
                  </a:lnTo>
                  <a:lnTo>
                    <a:pt x="6703339" y="1903768"/>
                  </a:lnTo>
                  <a:lnTo>
                    <a:pt x="6703339" y="1868208"/>
                  </a:lnTo>
                  <a:close/>
                </a:path>
                <a:path w="7508240" h="4380865">
                  <a:moveTo>
                    <a:pt x="6703339" y="1051598"/>
                  </a:moveTo>
                  <a:lnTo>
                    <a:pt x="6482016" y="1051598"/>
                  </a:lnTo>
                  <a:lnTo>
                    <a:pt x="6482016" y="805218"/>
                  </a:lnTo>
                  <a:lnTo>
                    <a:pt x="6445910" y="805218"/>
                  </a:lnTo>
                  <a:lnTo>
                    <a:pt x="6445910" y="1051598"/>
                  </a:lnTo>
                  <a:lnTo>
                    <a:pt x="6150038" y="1051598"/>
                  </a:lnTo>
                  <a:lnTo>
                    <a:pt x="6150038" y="1087158"/>
                  </a:lnTo>
                  <a:lnTo>
                    <a:pt x="6445910" y="1087158"/>
                  </a:lnTo>
                  <a:lnTo>
                    <a:pt x="6445910" y="1357668"/>
                  </a:lnTo>
                  <a:lnTo>
                    <a:pt x="6482016" y="1357668"/>
                  </a:lnTo>
                  <a:lnTo>
                    <a:pt x="6482016" y="1087158"/>
                  </a:lnTo>
                  <a:lnTo>
                    <a:pt x="6703339" y="1087158"/>
                  </a:lnTo>
                  <a:lnTo>
                    <a:pt x="6703339" y="1051598"/>
                  </a:lnTo>
                  <a:close/>
                </a:path>
                <a:path w="7508240" h="4380865">
                  <a:moveTo>
                    <a:pt x="6703339" y="233718"/>
                  </a:moveTo>
                  <a:lnTo>
                    <a:pt x="6482016" y="233718"/>
                  </a:lnTo>
                  <a:lnTo>
                    <a:pt x="6482016" y="38"/>
                  </a:lnTo>
                  <a:lnTo>
                    <a:pt x="6445910" y="38"/>
                  </a:lnTo>
                  <a:lnTo>
                    <a:pt x="6445910" y="233718"/>
                  </a:lnTo>
                  <a:lnTo>
                    <a:pt x="6150038" y="233718"/>
                  </a:lnTo>
                  <a:lnTo>
                    <a:pt x="6150038" y="269278"/>
                  </a:lnTo>
                  <a:lnTo>
                    <a:pt x="6445910" y="269278"/>
                  </a:lnTo>
                  <a:lnTo>
                    <a:pt x="6445910" y="553758"/>
                  </a:lnTo>
                  <a:lnTo>
                    <a:pt x="6482016" y="553758"/>
                  </a:lnTo>
                  <a:lnTo>
                    <a:pt x="6482016" y="269278"/>
                  </a:lnTo>
                  <a:lnTo>
                    <a:pt x="6703339" y="269278"/>
                  </a:lnTo>
                  <a:lnTo>
                    <a:pt x="6703339" y="233718"/>
                  </a:lnTo>
                  <a:close/>
                </a:path>
                <a:path w="7508240" h="4380865">
                  <a:moveTo>
                    <a:pt x="7508164" y="4320578"/>
                  </a:moveTo>
                  <a:lnTo>
                    <a:pt x="7299274" y="4320578"/>
                  </a:lnTo>
                  <a:lnTo>
                    <a:pt x="7299274" y="4024668"/>
                  </a:lnTo>
                  <a:lnTo>
                    <a:pt x="7263168" y="4024668"/>
                  </a:lnTo>
                  <a:lnTo>
                    <a:pt x="7263168" y="4320578"/>
                  </a:lnTo>
                  <a:lnTo>
                    <a:pt x="7187616" y="4320578"/>
                  </a:lnTo>
                  <a:lnTo>
                    <a:pt x="7187616" y="4356138"/>
                  </a:lnTo>
                  <a:lnTo>
                    <a:pt x="7263168" y="4356138"/>
                  </a:lnTo>
                  <a:lnTo>
                    <a:pt x="7263168" y="4380446"/>
                  </a:lnTo>
                  <a:lnTo>
                    <a:pt x="7299274" y="4380446"/>
                  </a:lnTo>
                  <a:lnTo>
                    <a:pt x="7299274" y="4356138"/>
                  </a:lnTo>
                  <a:lnTo>
                    <a:pt x="7508164" y="4356138"/>
                  </a:lnTo>
                  <a:lnTo>
                    <a:pt x="7508164" y="4320578"/>
                  </a:lnTo>
                  <a:close/>
                </a:path>
                <a:path w="7508240" h="4380865">
                  <a:moveTo>
                    <a:pt x="7508164" y="3502698"/>
                  </a:moveTo>
                  <a:lnTo>
                    <a:pt x="7299274" y="3502698"/>
                  </a:lnTo>
                  <a:lnTo>
                    <a:pt x="7299274" y="3219488"/>
                  </a:lnTo>
                  <a:lnTo>
                    <a:pt x="7263168" y="3219488"/>
                  </a:lnTo>
                  <a:lnTo>
                    <a:pt x="7263168" y="3502698"/>
                  </a:lnTo>
                  <a:lnTo>
                    <a:pt x="7187616" y="3502698"/>
                  </a:lnTo>
                  <a:lnTo>
                    <a:pt x="7187616" y="3538258"/>
                  </a:lnTo>
                  <a:lnTo>
                    <a:pt x="7263168" y="3538258"/>
                  </a:lnTo>
                  <a:lnTo>
                    <a:pt x="7263168" y="3773208"/>
                  </a:lnTo>
                  <a:lnTo>
                    <a:pt x="7299274" y="3773208"/>
                  </a:lnTo>
                  <a:lnTo>
                    <a:pt x="7299274" y="3538258"/>
                  </a:lnTo>
                  <a:lnTo>
                    <a:pt x="7508164" y="3538258"/>
                  </a:lnTo>
                  <a:lnTo>
                    <a:pt x="7508164" y="3502698"/>
                  </a:lnTo>
                  <a:close/>
                </a:path>
                <a:path w="7508240" h="4380865">
                  <a:moveTo>
                    <a:pt x="7508164" y="2685478"/>
                  </a:moveTo>
                  <a:lnTo>
                    <a:pt x="7299274" y="2685478"/>
                  </a:lnTo>
                  <a:lnTo>
                    <a:pt x="7299274" y="2414460"/>
                  </a:lnTo>
                  <a:lnTo>
                    <a:pt x="7263168" y="2414460"/>
                  </a:lnTo>
                  <a:lnTo>
                    <a:pt x="7263168" y="2685478"/>
                  </a:lnTo>
                  <a:lnTo>
                    <a:pt x="7187616" y="2685478"/>
                  </a:lnTo>
                  <a:lnTo>
                    <a:pt x="7187616" y="2721597"/>
                  </a:lnTo>
                  <a:lnTo>
                    <a:pt x="7263168" y="2721597"/>
                  </a:lnTo>
                  <a:lnTo>
                    <a:pt x="7263168" y="2967774"/>
                  </a:lnTo>
                  <a:lnTo>
                    <a:pt x="7299274" y="2967774"/>
                  </a:lnTo>
                  <a:lnTo>
                    <a:pt x="7299274" y="2721597"/>
                  </a:lnTo>
                  <a:lnTo>
                    <a:pt x="7508164" y="2721597"/>
                  </a:lnTo>
                  <a:lnTo>
                    <a:pt x="7508164" y="2685478"/>
                  </a:lnTo>
                  <a:close/>
                </a:path>
                <a:path w="7508240" h="4380865">
                  <a:moveTo>
                    <a:pt x="7508164" y="1868233"/>
                  </a:moveTo>
                  <a:lnTo>
                    <a:pt x="7299274" y="1868233"/>
                  </a:lnTo>
                  <a:lnTo>
                    <a:pt x="7299274" y="1609636"/>
                  </a:lnTo>
                  <a:lnTo>
                    <a:pt x="7263168" y="1609636"/>
                  </a:lnTo>
                  <a:lnTo>
                    <a:pt x="7263168" y="1868233"/>
                  </a:lnTo>
                  <a:lnTo>
                    <a:pt x="6954863" y="1868233"/>
                  </a:lnTo>
                  <a:lnTo>
                    <a:pt x="6954863" y="1904339"/>
                  </a:lnTo>
                  <a:lnTo>
                    <a:pt x="7263168" y="1904339"/>
                  </a:lnTo>
                  <a:lnTo>
                    <a:pt x="7263168" y="2162949"/>
                  </a:lnTo>
                  <a:lnTo>
                    <a:pt x="7299274" y="2162949"/>
                  </a:lnTo>
                  <a:lnTo>
                    <a:pt x="7299274" y="1904339"/>
                  </a:lnTo>
                  <a:lnTo>
                    <a:pt x="7508164" y="1904339"/>
                  </a:lnTo>
                  <a:lnTo>
                    <a:pt x="7508164" y="1868233"/>
                  </a:lnTo>
                  <a:close/>
                </a:path>
                <a:path w="7508240" h="4380865">
                  <a:moveTo>
                    <a:pt x="7508164" y="1051598"/>
                  </a:moveTo>
                  <a:lnTo>
                    <a:pt x="7299274" y="1051598"/>
                  </a:lnTo>
                  <a:lnTo>
                    <a:pt x="7299274" y="805218"/>
                  </a:lnTo>
                  <a:lnTo>
                    <a:pt x="7263168" y="805218"/>
                  </a:lnTo>
                  <a:lnTo>
                    <a:pt x="7263168" y="1051598"/>
                  </a:lnTo>
                  <a:lnTo>
                    <a:pt x="6954863" y="1051598"/>
                  </a:lnTo>
                  <a:lnTo>
                    <a:pt x="6954863" y="1087158"/>
                  </a:lnTo>
                  <a:lnTo>
                    <a:pt x="7263168" y="1087158"/>
                  </a:lnTo>
                  <a:lnTo>
                    <a:pt x="7263168" y="1357668"/>
                  </a:lnTo>
                  <a:lnTo>
                    <a:pt x="7299274" y="1357668"/>
                  </a:lnTo>
                  <a:lnTo>
                    <a:pt x="7299274" y="1087158"/>
                  </a:lnTo>
                  <a:lnTo>
                    <a:pt x="7508164" y="1087158"/>
                  </a:lnTo>
                  <a:lnTo>
                    <a:pt x="7508164" y="1051598"/>
                  </a:lnTo>
                  <a:close/>
                </a:path>
                <a:path w="7508240" h="4380865">
                  <a:moveTo>
                    <a:pt x="7508164" y="233718"/>
                  </a:moveTo>
                  <a:lnTo>
                    <a:pt x="7299274" y="233718"/>
                  </a:lnTo>
                  <a:lnTo>
                    <a:pt x="7299274" y="38"/>
                  </a:lnTo>
                  <a:lnTo>
                    <a:pt x="7263168" y="38"/>
                  </a:lnTo>
                  <a:lnTo>
                    <a:pt x="7263168" y="233718"/>
                  </a:lnTo>
                  <a:lnTo>
                    <a:pt x="6954863" y="233718"/>
                  </a:lnTo>
                  <a:lnTo>
                    <a:pt x="6954863" y="269278"/>
                  </a:lnTo>
                  <a:lnTo>
                    <a:pt x="7263168" y="269278"/>
                  </a:lnTo>
                  <a:lnTo>
                    <a:pt x="7263168" y="553758"/>
                  </a:lnTo>
                  <a:lnTo>
                    <a:pt x="7299274" y="553758"/>
                  </a:lnTo>
                  <a:lnTo>
                    <a:pt x="7299274" y="269278"/>
                  </a:lnTo>
                  <a:lnTo>
                    <a:pt x="7508164" y="269278"/>
                  </a:lnTo>
                  <a:lnTo>
                    <a:pt x="7508164" y="233718"/>
                  </a:lnTo>
                  <a:close/>
                </a:path>
              </a:pathLst>
            </a:custGeom>
            <a:solidFill>
              <a:srgbClr val="4299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184293" y="4304"/>
              <a:ext cx="553720" cy="2063114"/>
            </a:xfrm>
            <a:custGeom>
              <a:avLst/>
              <a:gdLst/>
              <a:ahLst/>
              <a:cxnLst/>
              <a:rect l="l" t="t" r="r" b="b"/>
              <a:pathLst>
                <a:path w="553720" h="2063114">
                  <a:moveTo>
                    <a:pt x="245008" y="1904301"/>
                  </a:moveTo>
                  <a:lnTo>
                    <a:pt x="208902" y="1904301"/>
                  </a:lnTo>
                  <a:lnTo>
                    <a:pt x="208902" y="2062505"/>
                  </a:lnTo>
                  <a:lnTo>
                    <a:pt x="245008" y="2062505"/>
                  </a:lnTo>
                  <a:lnTo>
                    <a:pt x="245008" y="1904301"/>
                  </a:lnTo>
                  <a:close/>
                </a:path>
                <a:path w="553720" h="2063114">
                  <a:moveTo>
                    <a:pt x="553313" y="233680"/>
                  </a:moveTo>
                  <a:lnTo>
                    <a:pt x="245008" y="233680"/>
                  </a:lnTo>
                  <a:lnTo>
                    <a:pt x="245008" y="0"/>
                  </a:lnTo>
                  <a:lnTo>
                    <a:pt x="208902" y="0"/>
                  </a:lnTo>
                  <a:lnTo>
                    <a:pt x="208902" y="233680"/>
                  </a:lnTo>
                  <a:lnTo>
                    <a:pt x="0" y="233680"/>
                  </a:lnTo>
                  <a:lnTo>
                    <a:pt x="0" y="269240"/>
                  </a:lnTo>
                  <a:lnTo>
                    <a:pt x="208902" y="269240"/>
                  </a:lnTo>
                  <a:lnTo>
                    <a:pt x="208902" y="346456"/>
                  </a:lnTo>
                  <a:lnTo>
                    <a:pt x="245008" y="346456"/>
                  </a:lnTo>
                  <a:lnTo>
                    <a:pt x="245008" y="269240"/>
                  </a:lnTo>
                  <a:lnTo>
                    <a:pt x="553313" y="269240"/>
                  </a:lnTo>
                  <a:lnTo>
                    <a:pt x="553313" y="233680"/>
                  </a:lnTo>
                  <a:close/>
                </a:path>
              </a:pathLst>
            </a:custGeom>
            <a:solidFill>
              <a:srgbClr val="4299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668003" y="4384705"/>
              <a:ext cx="7620000" cy="5902325"/>
            </a:xfrm>
            <a:custGeom>
              <a:avLst/>
              <a:gdLst/>
              <a:ahLst/>
              <a:cxnLst/>
              <a:rect l="l" t="t" r="r" b="b"/>
              <a:pathLst>
                <a:path w="7620000" h="5902325">
                  <a:moveTo>
                    <a:pt x="0" y="5902293"/>
                  </a:moveTo>
                  <a:lnTo>
                    <a:pt x="0" y="0"/>
                  </a:lnTo>
                  <a:lnTo>
                    <a:pt x="7619994" y="0"/>
                  </a:lnTo>
                  <a:lnTo>
                    <a:pt x="7619994" y="5902293"/>
                  </a:lnTo>
                  <a:lnTo>
                    <a:pt x="0" y="5902293"/>
                  </a:lnTo>
                  <a:close/>
                </a:path>
              </a:pathLst>
            </a:custGeom>
            <a:solidFill>
              <a:srgbClr val="F0C2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668000" y="4384712"/>
              <a:ext cx="7508240" cy="5899150"/>
            </a:xfrm>
            <a:custGeom>
              <a:avLst/>
              <a:gdLst/>
              <a:ahLst/>
              <a:cxnLst/>
              <a:rect l="l" t="t" r="r" b="b"/>
              <a:pathLst>
                <a:path w="7508240" h="5899150">
                  <a:moveTo>
                    <a:pt x="264795" y="5628665"/>
                  </a:moveTo>
                  <a:lnTo>
                    <a:pt x="0" y="5628665"/>
                  </a:lnTo>
                  <a:lnTo>
                    <a:pt x="0" y="5664771"/>
                  </a:lnTo>
                  <a:lnTo>
                    <a:pt x="264795" y="5664771"/>
                  </a:lnTo>
                  <a:lnTo>
                    <a:pt x="264795" y="5628665"/>
                  </a:lnTo>
                  <a:close/>
                </a:path>
                <a:path w="7508240" h="5899150">
                  <a:moveTo>
                    <a:pt x="1069606" y="5628665"/>
                  </a:moveTo>
                  <a:lnTo>
                    <a:pt x="761301" y="5628665"/>
                  </a:lnTo>
                  <a:lnTo>
                    <a:pt x="761301" y="5495645"/>
                  </a:lnTo>
                  <a:lnTo>
                    <a:pt x="725195" y="5495645"/>
                  </a:lnTo>
                  <a:lnTo>
                    <a:pt x="725195" y="5628665"/>
                  </a:lnTo>
                  <a:lnTo>
                    <a:pt x="516293" y="5628665"/>
                  </a:lnTo>
                  <a:lnTo>
                    <a:pt x="516293" y="5664771"/>
                  </a:lnTo>
                  <a:lnTo>
                    <a:pt x="725195" y="5664771"/>
                  </a:lnTo>
                  <a:lnTo>
                    <a:pt x="725195" y="5898527"/>
                  </a:lnTo>
                  <a:lnTo>
                    <a:pt x="761301" y="5898527"/>
                  </a:lnTo>
                  <a:lnTo>
                    <a:pt x="761301" y="5664771"/>
                  </a:lnTo>
                  <a:lnTo>
                    <a:pt x="1069606" y="5664771"/>
                  </a:lnTo>
                  <a:lnTo>
                    <a:pt x="1069606" y="5628665"/>
                  </a:lnTo>
                  <a:close/>
                </a:path>
                <a:path w="7508240" h="5899150">
                  <a:moveTo>
                    <a:pt x="1874431" y="5628640"/>
                  </a:moveTo>
                  <a:lnTo>
                    <a:pt x="1578546" y="5628640"/>
                  </a:lnTo>
                  <a:lnTo>
                    <a:pt x="1578546" y="5495645"/>
                  </a:lnTo>
                  <a:lnTo>
                    <a:pt x="1542440" y="5495645"/>
                  </a:lnTo>
                  <a:lnTo>
                    <a:pt x="1542440" y="5628640"/>
                  </a:lnTo>
                  <a:lnTo>
                    <a:pt x="1321117" y="5628640"/>
                  </a:lnTo>
                  <a:lnTo>
                    <a:pt x="1321117" y="5664200"/>
                  </a:lnTo>
                  <a:lnTo>
                    <a:pt x="1542440" y="5664200"/>
                  </a:lnTo>
                  <a:lnTo>
                    <a:pt x="1542440" y="5899150"/>
                  </a:lnTo>
                  <a:lnTo>
                    <a:pt x="1578546" y="5899150"/>
                  </a:lnTo>
                  <a:lnTo>
                    <a:pt x="1578546" y="5664200"/>
                  </a:lnTo>
                  <a:lnTo>
                    <a:pt x="1874431" y="5664200"/>
                  </a:lnTo>
                  <a:lnTo>
                    <a:pt x="1874431" y="5628640"/>
                  </a:lnTo>
                  <a:close/>
                </a:path>
                <a:path w="7508240" h="5899150">
                  <a:moveTo>
                    <a:pt x="2679242" y="5628665"/>
                  </a:moveTo>
                  <a:lnTo>
                    <a:pt x="2395791" y="5628665"/>
                  </a:lnTo>
                  <a:lnTo>
                    <a:pt x="2395791" y="5495645"/>
                  </a:lnTo>
                  <a:lnTo>
                    <a:pt x="2359685" y="5495645"/>
                  </a:lnTo>
                  <a:lnTo>
                    <a:pt x="2359685" y="5628665"/>
                  </a:lnTo>
                  <a:lnTo>
                    <a:pt x="2125942" y="5628665"/>
                  </a:lnTo>
                  <a:lnTo>
                    <a:pt x="2125942" y="5664771"/>
                  </a:lnTo>
                  <a:lnTo>
                    <a:pt x="2359685" y="5664771"/>
                  </a:lnTo>
                  <a:lnTo>
                    <a:pt x="2359685" y="5898527"/>
                  </a:lnTo>
                  <a:lnTo>
                    <a:pt x="2395791" y="5898527"/>
                  </a:lnTo>
                  <a:lnTo>
                    <a:pt x="2395791" y="5664771"/>
                  </a:lnTo>
                  <a:lnTo>
                    <a:pt x="2679242" y="5664771"/>
                  </a:lnTo>
                  <a:lnTo>
                    <a:pt x="2679242" y="5628665"/>
                  </a:lnTo>
                  <a:close/>
                </a:path>
                <a:path w="7508240" h="5899150">
                  <a:moveTo>
                    <a:pt x="3484067" y="5628665"/>
                  </a:moveTo>
                  <a:lnTo>
                    <a:pt x="3213036" y="5628665"/>
                  </a:lnTo>
                  <a:lnTo>
                    <a:pt x="3213036" y="5495645"/>
                  </a:lnTo>
                  <a:lnTo>
                    <a:pt x="3176930" y="5495645"/>
                  </a:lnTo>
                  <a:lnTo>
                    <a:pt x="3176930" y="5628665"/>
                  </a:lnTo>
                  <a:lnTo>
                    <a:pt x="2930766" y="5628665"/>
                  </a:lnTo>
                  <a:lnTo>
                    <a:pt x="2930766" y="5664771"/>
                  </a:lnTo>
                  <a:lnTo>
                    <a:pt x="3176930" y="5664771"/>
                  </a:lnTo>
                  <a:lnTo>
                    <a:pt x="3176930" y="5898527"/>
                  </a:lnTo>
                  <a:lnTo>
                    <a:pt x="3213036" y="5898527"/>
                  </a:lnTo>
                  <a:lnTo>
                    <a:pt x="3213036" y="5664771"/>
                  </a:lnTo>
                  <a:lnTo>
                    <a:pt x="3484067" y="5664771"/>
                  </a:lnTo>
                  <a:lnTo>
                    <a:pt x="3484067" y="5628665"/>
                  </a:lnTo>
                  <a:close/>
                </a:path>
                <a:path w="7508240" h="5899150">
                  <a:moveTo>
                    <a:pt x="4288891" y="5628665"/>
                  </a:moveTo>
                  <a:lnTo>
                    <a:pt x="4030281" y="5628665"/>
                  </a:lnTo>
                  <a:lnTo>
                    <a:pt x="4030281" y="5495645"/>
                  </a:lnTo>
                  <a:lnTo>
                    <a:pt x="3994175" y="5495645"/>
                  </a:lnTo>
                  <a:lnTo>
                    <a:pt x="3994175" y="5628665"/>
                  </a:lnTo>
                  <a:lnTo>
                    <a:pt x="3735578" y="5628665"/>
                  </a:lnTo>
                  <a:lnTo>
                    <a:pt x="3735578" y="5664771"/>
                  </a:lnTo>
                  <a:lnTo>
                    <a:pt x="3994175" y="5664771"/>
                  </a:lnTo>
                  <a:lnTo>
                    <a:pt x="3994175" y="5898527"/>
                  </a:lnTo>
                  <a:lnTo>
                    <a:pt x="4030281" y="5898527"/>
                  </a:lnTo>
                  <a:lnTo>
                    <a:pt x="4030281" y="5664771"/>
                  </a:lnTo>
                  <a:lnTo>
                    <a:pt x="4288891" y="5664771"/>
                  </a:lnTo>
                  <a:lnTo>
                    <a:pt x="4288891" y="5628665"/>
                  </a:lnTo>
                  <a:close/>
                </a:path>
                <a:path w="7508240" h="5899150">
                  <a:moveTo>
                    <a:pt x="5093690" y="5628665"/>
                  </a:moveTo>
                  <a:lnTo>
                    <a:pt x="4847514" y="5628665"/>
                  </a:lnTo>
                  <a:lnTo>
                    <a:pt x="4847514" y="5495645"/>
                  </a:lnTo>
                  <a:lnTo>
                    <a:pt x="4811407" y="5495645"/>
                  </a:lnTo>
                  <a:lnTo>
                    <a:pt x="4811407" y="5628665"/>
                  </a:lnTo>
                  <a:lnTo>
                    <a:pt x="4540389" y="5628665"/>
                  </a:lnTo>
                  <a:lnTo>
                    <a:pt x="4540389" y="5664771"/>
                  </a:lnTo>
                  <a:lnTo>
                    <a:pt x="4811407" y="5664771"/>
                  </a:lnTo>
                  <a:lnTo>
                    <a:pt x="4811407" y="5898527"/>
                  </a:lnTo>
                  <a:lnTo>
                    <a:pt x="4847514" y="5898527"/>
                  </a:lnTo>
                  <a:lnTo>
                    <a:pt x="4847514" y="5664771"/>
                  </a:lnTo>
                  <a:lnTo>
                    <a:pt x="5093690" y="5664771"/>
                  </a:lnTo>
                  <a:lnTo>
                    <a:pt x="5093690" y="5628665"/>
                  </a:lnTo>
                  <a:close/>
                </a:path>
                <a:path w="7508240" h="5899150">
                  <a:moveTo>
                    <a:pt x="5898515" y="5628640"/>
                  </a:moveTo>
                  <a:lnTo>
                    <a:pt x="5664784" y="5628640"/>
                  </a:lnTo>
                  <a:lnTo>
                    <a:pt x="5664784" y="5495645"/>
                  </a:lnTo>
                  <a:lnTo>
                    <a:pt x="5628665" y="5495645"/>
                  </a:lnTo>
                  <a:lnTo>
                    <a:pt x="5628665" y="5628640"/>
                  </a:lnTo>
                  <a:lnTo>
                    <a:pt x="5345214" y="5628640"/>
                  </a:lnTo>
                  <a:lnTo>
                    <a:pt x="5345214" y="5664200"/>
                  </a:lnTo>
                  <a:lnTo>
                    <a:pt x="5628665" y="5664200"/>
                  </a:lnTo>
                  <a:lnTo>
                    <a:pt x="5628665" y="5899150"/>
                  </a:lnTo>
                  <a:lnTo>
                    <a:pt x="5664784" y="5899150"/>
                  </a:lnTo>
                  <a:lnTo>
                    <a:pt x="5664784" y="5664200"/>
                  </a:lnTo>
                  <a:lnTo>
                    <a:pt x="5898515" y="5664200"/>
                  </a:lnTo>
                  <a:lnTo>
                    <a:pt x="5898515" y="5628640"/>
                  </a:lnTo>
                  <a:close/>
                </a:path>
                <a:path w="7508240" h="5899150">
                  <a:moveTo>
                    <a:pt x="6703339" y="5628640"/>
                  </a:moveTo>
                  <a:lnTo>
                    <a:pt x="6482016" y="5628640"/>
                  </a:lnTo>
                  <a:lnTo>
                    <a:pt x="6482016" y="5495645"/>
                  </a:lnTo>
                  <a:lnTo>
                    <a:pt x="6445910" y="5495645"/>
                  </a:lnTo>
                  <a:lnTo>
                    <a:pt x="6445910" y="5628640"/>
                  </a:lnTo>
                  <a:lnTo>
                    <a:pt x="6150038" y="5628640"/>
                  </a:lnTo>
                  <a:lnTo>
                    <a:pt x="6150038" y="5664200"/>
                  </a:lnTo>
                  <a:lnTo>
                    <a:pt x="6445910" y="5664200"/>
                  </a:lnTo>
                  <a:lnTo>
                    <a:pt x="6445910" y="5899150"/>
                  </a:lnTo>
                  <a:lnTo>
                    <a:pt x="6482016" y="5899150"/>
                  </a:lnTo>
                  <a:lnTo>
                    <a:pt x="6482016" y="5664200"/>
                  </a:lnTo>
                  <a:lnTo>
                    <a:pt x="6703339" y="5664200"/>
                  </a:lnTo>
                  <a:lnTo>
                    <a:pt x="6703339" y="5628640"/>
                  </a:lnTo>
                  <a:close/>
                </a:path>
                <a:path w="7508240" h="5899150">
                  <a:moveTo>
                    <a:pt x="7299274" y="0"/>
                  </a:moveTo>
                  <a:lnTo>
                    <a:pt x="7263168" y="0"/>
                  </a:lnTo>
                  <a:lnTo>
                    <a:pt x="7263168" y="264795"/>
                  </a:lnTo>
                  <a:lnTo>
                    <a:pt x="7299274" y="264795"/>
                  </a:lnTo>
                  <a:lnTo>
                    <a:pt x="7299274" y="0"/>
                  </a:lnTo>
                  <a:close/>
                </a:path>
                <a:path w="7508240" h="5899150">
                  <a:moveTo>
                    <a:pt x="7508164" y="5628640"/>
                  </a:moveTo>
                  <a:lnTo>
                    <a:pt x="7299274" y="5628640"/>
                  </a:lnTo>
                  <a:lnTo>
                    <a:pt x="7299274" y="5345430"/>
                  </a:lnTo>
                  <a:lnTo>
                    <a:pt x="7263168" y="5345430"/>
                  </a:lnTo>
                  <a:lnTo>
                    <a:pt x="7263168" y="5628640"/>
                  </a:lnTo>
                  <a:lnTo>
                    <a:pt x="6954863" y="5628640"/>
                  </a:lnTo>
                  <a:lnTo>
                    <a:pt x="6954863" y="5664200"/>
                  </a:lnTo>
                  <a:lnTo>
                    <a:pt x="7263168" y="5664200"/>
                  </a:lnTo>
                  <a:lnTo>
                    <a:pt x="7263168" y="5899150"/>
                  </a:lnTo>
                  <a:lnTo>
                    <a:pt x="7299274" y="5899150"/>
                  </a:lnTo>
                  <a:lnTo>
                    <a:pt x="7299274" y="5664200"/>
                  </a:lnTo>
                  <a:lnTo>
                    <a:pt x="7508164" y="5664200"/>
                  </a:lnTo>
                  <a:lnTo>
                    <a:pt x="7508164" y="5628640"/>
                  </a:lnTo>
                  <a:close/>
                </a:path>
                <a:path w="7508240" h="5899150">
                  <a:moveTo>
                    <a:pt x="7508164" y="4811420"/>
                  </a:moveTo>
                  <a:lnTo>
                    <a:pt x="7299274" y="4811420"/>
                  </a:lnTo>
                  <a:lnTo>
                    <a:pt x="7299274" y="4540402"/>
                  </a:lnTo>
                  <a:lnTo>
                    <a:pt x="7263168" y="4540402"/>
                  </a:lnTo>
                  <a:lnTo>
                    <a:pt x="7263168" y="4811420"/>
                  </a:lnTo>
                  <a:lnTo>
                    <a:pt x="7187616" y="4811420"/>
                  </a:lnTo>
                  <a:lnTo>
                    <a:pt x="7187616" y="4847526"/>
                  </a:lnTo>
                  <a:lnTo>
                    <a:pt x="7263168" y="4847526"/>
                  </a:lnTo>
                  <a:lnTo>
                    <a:pt x="7263168" y="5093703"/>
                  </a:lnTo>
                  <a:lnTo>
                    <a:pt x="7299274" y="5093703"/>
                  </a:lnTo>
                  <a:lnTo>
                    <a:pt x="7299274" y="4847526"/>
                  </a:lnTo>
                  <a:lnTo>
                    <a:pt x="7508164" y="4847526"/>
                  </a:lnTo>
                  <a:lnTo>
                    <a:pt x="7508164" y="4811420"/>
                  </a:lnTo>
                  <a:close/>
                </a:path>
                <a:path w="7508240" h="5899150">
                  <a:moveTo>
                    <a:pt x="7508164" y="3994175"/>
                  </a:moveTo>
                  <a:lnTo>
                    <a:pt x="7299274" y="3994175"/>
                  </a:lnTo>
                  <a:lnTo>
                    <a:pt x="7299274" y="3735578"/>
                  </a:lnTo>
                  <a:lnTo>
                    <a:pt x="7263168" y="3735578"/>
                  </a:lnTo>
                  <a:lnTo>
                    <a:pt x="7263168" y="3994175"/>
                  </a:lnTo>
                  <a:lnTo>
                    <a:pt x="7187616" y="3994175"/>
                  </a:lnTo>
                  <a:lnTo>
                    <a:pt x="7187616" y="4030281"/>
                  </a:lnTo>
                  <a:lnTo>
                    <a:pt x="7263168" y="4030281"/>
                  </a:lnTo>
                  <a:lnTo>
                    <a:pt x="7263168" y="4288879"/>
                  </a:lnTo>
                  <a:lnTo>
                    <a:pt x="7299274" y="4288879"/>
                  </a:lnTo>
                  <a:lnTo>
                    <a:pt x="7299274" y="4030281"/>
                  </a:lnTo>
                  <a:lnTo>
                    <a:pt x="7508164" y="4030281"/>
                  </a:lnTo>
                  <a:lnTo>
                    <a:pt x="7508164" y="3994175"/>
                  </a:lnTo>
                  <a:close/>
                </a:path>
                <a:path w="7508240" h="5899150">
                  <a:moveTo>
                    <a:pt x="7508164" y="3177540"/>
                  </a:moveTo>
                  <a:lnTo>
                    <a:pt x="7299274" y="3177540"/>
                  </a:lnTo>
                  <a:lnTo>
                    <a:pt x="7299274" y="2931160"/>
                  </a:lnTo>
                  <a:lnTo>
                    <a:pt x="7263168" y="2931160"/>
                  </a:lnTo>
                  <a:lnTo>
                    <a:pt x="7263168" y="3177540"/>
                  </a:lnTo>
                  <a:lnTo>
                    <a:pt x="7187616" y="3177540"/>
                  </a:lnTo>
                  <a:lnTo>
                    <a:pt x="7187616" y="3213100"/>
                  </a:lnTo>
                  <a:lnTo>
                    <a:pt x="7263168" y="3213100"/>
                  </a:lnTo>
                  <a:lnTo>
                    <a:pt x="7263168" y="3483610"/>
                  </a:lnTo>
                  <a:lnTo>
                    <a:pt x="7299274" y="3483610"/>
                  </a:lnTo>
                  <a:lnTo>
                    <a:pt x="7299274" y="3213100"/>
                  </a:lnTo>
                  <a:lnTo>
                    <a:pt x="7508164" y="3213100"/>
                  </a:lnTo>
                  <a:lnTo>
                    <a:pt x="7508164" y="3177540"/>
                  </a:lnTo>
                  <a:close/>
                </a:path>
                <a:path w="7508240" h="5899150">
                  <a:moveTo>
                    <a:pt x="7508164" y="2359660"/>
                  </a:moveTo>
                  <a:lnTo>
                    <a:pt x="7299274" y="2359660"/>
                  </a:lnTo>
                  <a:lnTo>
                    <a:pt x="7299274" y="2125980"/>
                  </a:lnTo>
                  <a:lnTo>
                    <a:pt x="7263168" y="2125980"/>
                  </a:lnTo>
                  <a:lnTo>
                    <a:pt x="7263168" y="2359660"/>
                  </a:lnTo>
                  <a:lnTo>
                    <a:pt x="7187616" y="2359660"/>
                  </a:lnTo>
                  <a:lnTo>
                    <a:pt x="7187616" y="2395220"/>
                  </a:lnTo>
                  <a:lnTo>
                    <a:pt x="7263168" y="2395220"/>
                  </a:lnTo>
                  <a:lnTo>
                    <a:pt x="7263168" y="2679700"/>
                  </a:lnTo>
                  <a:lnTo>
                    <a:pt x="7299274" y="2679700"/>
                  </a:lnTo>
                  <a:lnTo>
                    <a:pt x="7299274" y="2395220"/>
                  </a:lnTo>
                  <a:lnTo>
                    <a:pt x="7508164" y="2395220"/>
                  </a:lnTo>
                  <a:lnTo>
                    <a:pt x="7508164" y="2359660"/>
                  </a:lnTo>
                  <a:close/>
                </a:path>
                <a:path w="7508240" h="5899150">
                  <a:moveTo>
                    <a:pt x="7508164" y="1542440"/>
                  </a:moveTo>
                  <a:lnTo>
                    <a:pt x="7299274" y="1542440"/>
                  </a:lnTo>
                  <a:lnTo>
                    <a:pt x="7299274" y="1321130"/>
                  </a:lnTo>
                  <a:lnTo>
                    <a:pt x="7263168" y="1321130"/>
                  </a:lnTo>
                  <a:lnTo>
                    <a:pt x="7263168" y="1542440"/>
                  </a:lnTo>
                  <a:lnTo>
                    <a:pt x="7187616" y="1542440"/>
                  </a:lnTo>
                  <a:lnTo>
                    <a:pt x="7187616" y="1578546"/>
                  </a:lnTo>
                  <a:lnTo>
                    <a:pt x="7263168" y="1578546"/>
                  </a:lnTo>
                  <a:lnTo>
                    <a:pt x="7263168" y="1874431"/>
                  </a:lnTo>
                  <a:lnTo>
                    <a:pt x="7299274" y="1874431"/>
                  </a:lnTo>
                  <a:lnTo>
                    <a:pt x="7299274" y="1578546"/>
                  </a:lnTo>
                  <a:lnTo>
                    <a:pt x="7508164" y="1578546"/>
                  </a:lnTo>
                  <a:lnTo>
                    <a:pt x="7508164" y="1542440"/>
                  </a:lnTo>
                  <a:close/>
                </a:path>
                <a:path w="7508240" h="5899150">
                  <a:moveTo>
                    <a:pt x="7508164" y="725170"/>
                  </a:moveTo>
                  <a:lnTo>
                    <a:pt x="7299274" y="725170"/>
                  </a:lnTo>
                  <a:lnTo>
                    <a:pt x="7299274" y="516305"/>
                  </a:lnTo>
                  <a:lnTo>
                    <a:pt x="7263168" y="516305"/>
                  </a:lnTo>
                  <a:lnTo>
                    <a:pt x="7263168" y="725170"/>
                  </a:lnTo>
                  <a:lnTo>
                    <a:pt x="7187616" y="725170"/>
                  </a:lnTo>
                  <a:lnTo>
                    <a:pt x="7187616" y="760730"/>
                  </a:lnTo>
                  <a:lnTo>
                    <a:pt x="7263168" y="760730"/>
                  </a:lnTo>
                  <a:lnTo>
                    <a:pt x="7263168" y="1069340"/>
                  </a:lnTo>
                  <a:lnTo>
                    <a:pt x="7299274" y="1069340"/>
                  </a:lnTo>
                  <a:lnTo>
                    <a:pt x="7299274" y="760730"/>
                  </a:lnTo>
                  <a:lnTo>
                    <a:pt x="7508164" y="760730"/>
                  </a:lnTo>
                  <a:lnTo>
                    <a:pt x="7508164" y="725170"/>
                  </a:lnTo>
                  <a:close/>
                </a:path>
              </a:pathLst>
            </a:custGeom>
            <a:solidFill>
              <a:srgbClr val="4299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601799" y="350758"/>
              <a:ext cx="5104130" cy="1529080"/>
            </a:xfrm>
            <a:custGeom>
              <a:avLst/>
              <a:gdLst/>
              <a:ahLst/>
              <a:cxnLst/>
              <a:rect l="l" t="t" r="r" b="b"/>
              <a:pathLst>
                <a:path w="5104130" h="1529080">
                  <a:moveTo>
                    <a:pt x="5104085" y="1529066"/>
                  </a:moveTo>
                  <a:lnTo>
                    <a:pt x="0" y="1529066"/>
                  </a:lnTo>
                  <a:lnTo>
                    <a:pt x="0" y="0"/>
                  </a:lnTo>
                  <a:lnTo>
                    <a:pt x="5104085" y="0"/>
                  </a:lnTo>
                  <a:lnTo>
                    <a:pt x="5104085" y="1529066"/>
                  </a:lnTo>
                  <a:close/>
                </a:path>
              </a:pathLst>
            </a:custGeom>
            <a:solidFill>
              <a:srgbClr val="F9E7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788767" y="585708"/>
            <a:ext cx="473011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85"/>
              <a:t>Latar</a:t>
            </a:r>
            <a:r>
              <a:rPr dirty="0" sz="6000" spc="-355"/>
              <a:t> </a:t>
            </a:r>
            <a:r>
              <a:rPr dirty="0" sz="6000" spc="-275"/>
              <a:t>Belakang</a:t>
            </a:r>
            <a:endParaRPr sz="6000"/>
          </a:p>
        </p:txBody>
      </p:sp>
      <p:grpSp>
        <p:nvGrpSpPr>
          <p:cNvPr id="11" name="object 11"/>
          <p:cNvGrpSpPr/>
          <p:nvPr/>
        </p:nvGrpSpPr>
        <p:grpSpPr>
          <a:xfrm>
            <a:off x="196187" y="0"/>
            <a:ext cx="6568440" cy="10287000"/>
            <a:chOff x="196187" y="0"/>
            <a:chExt cx="6568440" cy="10287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187" y="0"/>
              <a:ext cx="5889435" cy="62293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80574" y="7964685"/>
              <a:ext cx="3281679" cy="2322830"/>
            </a:xfrm>
            <a:custGeom>
              <a:avLst/>
              <a:gdLst/>
              <a:ahLst/>
              <a:cxnLst/>
              <a:rect l="l" t="t" r="r" b="b"/>
              <a:pathLst>
                <a:path w="3281679" h="2322829">
                  <a:moveTo>
                    <a:pt x="3281387" y="2322313"/>
                  </a:moveTo>
                  <a:lnTo>
                    <a:pt x="0" y="2322313"/>
                  </a:lnTo>
                  <a:lnTo>
                    <a:pt x="0" y="0"/>
                  </a:lnTo>
                  <a:lnTo>
                    <a:pt x="1657847" y="0"/>
                  </a:lnTo>
                  <a:lnTo>
                    <a:pt x="1657847" y="1023225"/>
                  </a:lnTo>
                  <a:lnTo>
                    <a:pt x="2554037" y="1023225"/>
                  </a:lnTo>
                  <a:lnTo>
                    <a:pt x="2574271" y="1065542"/>
                  </a:lnTo>
                  <a:lnTo>
                    <a:pt x="2602300" y="1102574"/>
                  </a:lnTo>
                  <a:lnTo>
                    <a:pt x="2637069" y="1133248"/>
                  </a:lnTo>
                  <a:lnTo>
                    <a:pt x="2677523" y="1156488"/>
                  </a:lnTo>
                  <a:lnTo>
                    <a:pt x="2722609" y="1171220"/>
                  </a:lnTo>
                  <a:lnTo>
                    <a:pt x="2771271" y="1176370"/>
                  </a:lnTo>
                  <a:lnTo>
                    <a:pt x="3281387" y="1176370"/>
                  </a:lnTo>
                  <a:lnTo>
                    <a:pt x="3281387" y="2322313"/>
                  </a:lnTo>
                  <a:close/>
                </a:path>
                <a:path w="3281679" h="2322829">
                  <a:moveTo>
                    <a:pt x="3281387" y="1176370"/>
                  </a:moveTo>
                  <a:lnTo>
                    <a:pt x="3100018" y="1176370"/>
                  </a:lnTo>
                  <a:lnTo>
                    <a:pt x="3149999" y="1172200"/>
                  </a:lnTo>
                  <a:lnTo>
                    <a:pt x="3197299" y="1160168"/>
                  </a:lnTo>
                  <a:lnTo>
                    <a:pt x="3241302" y="1140986"/>
                  </a:lnTo>
                  <a:lnTo>
                    <a:pt x="3281387" y="1115369"/>
                  </a:lnTo>
                  <a:lnTo>
                    <a:pt x="3281387" y="1176370"/>
                  </a:lnTo>
                  <a:close/>
                </a:path>
              </a:pathLst>
            </a:custGeom>
            <a:solidFill>
              <a:srgbClr val="1529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238373" y="7175385"/>
              <a:ext cx="2517140" cy="1812925"/>
            </a:xfrm>
            <a:custGeom>
              <a:avLst/>
              <a:gdLst/>
              <a:ahLst/>
              <a:cxnLst/>
              <a:rect l="l" t="t" r="r" b="b"/>
              <a:pathLst>
                <a:path w="2517140" h="1812925">
                  <a:moveTo>
                    <a:pt x="896189" y="1812525"/>
                  </a:moveTo>
                  <a:lnTo>
                    <a:pt x="0" y="1812525"/>
                  </a:lnTo>
                  <a:lnTo>
                    <a:pt x="0" y="0"/>
                  </a:lnTo>
                  <a:lnTo>
                    <a:pt x="678590" y="0"/>
                  </a:lnTo>
                  <a:lnTo>
                    <a:pt x="678590" y="1234060"/>
                  </a:lnTo>
                  <a:lnTo>
                    <a:pt x="682288" y="1237759"/>
                  </a:lnTo>
                  <a:lnTo>
                    <a:pt x="972615" y="1237759"/>
                  </a:lnTo>
                  <a:lnTo>
                    <a:pt x="972286" y="1237836"/>
                  </a:lnTo>
                  <a:lnTo>
                    <a:pt x="955808" y="1237836"/>
                  </a:lnTo>
                  <a:lnTo>
                    <a:pt x="943250" y="1239149"/>
                  </a:lnTo>
                  <a:lnTo>
                    <a:pt x="652993" y="1392120"/>
                  </a:lnTo>
                  <a:lnTo>
                    <a:pt x="619670" y="1426973"/>
                  </a:lnTo>
                  <a:lnTo>
                    <a:pt x="613623" y="1449197"/>
                  </a:lnTo>
                  <a:lnTo>
                    <a:pt x="615765" y="1472245"/>
                  </a:lnTo>
                  <a:lnTo>
                    <a:pt x="631878" y="1499707"/>
                  </a:lnTo>
                  <a:lnTo>
                    <a:pt x="658628" y="1516426"/>
                  </a:lnTo>
                  <a:lnTo>
                    <a:pt x="691168" y="1520689"/>
                  </a:lnTo>
                  <a:lnTo>
                    <a:pt x="882490" y="1520689"/>
                  </a:lnTo>
                  <a:lnTo>
                    <a:pt x="882490" y="1734713"/>
                  </a:lnTo>
                  <a:lnTo>
                    <a:pt x="883409" y="1754984"/>
                  </a:lnTo>
                  <a:lnTo>
                    <a:pt x="886082" y="1774741"/>
                  </a:lnTo>
                  <a:lnTo>
                    <a:pt x="890384" y="1793938"/>
                  </a:lnTo>
                  <a:lnTo>
                    <a:pt x="896189" y="1812525"/>
                  </a:lnTo>
                  <a:close/>
                </a:path>
                <a:path w="2517140" h="1812925">
                  <a:moveTo>
                    <a:pt x="968162" y="1238440"/>
                  </a:moveTo>
                  <a:lnTo>
                    <a:pt x="955808" y="1237836"/>
                  </a:lnTo>
                  <a:lnTo>
                    <a:pt x="972286" y="1237836"/>
                  </a:lnTo>
                  <a:lnTo>
                    <a:pt x="970425" y="1238270"/>
                  </a:lnTo>
                  <a:lnTo>
                    <a:pt x="968162" y="1238440"/>
                  </a:lnTo>
                  <a:close/>
                </a:path>
                <a:path w="2517140" h="1812925">
                  <a:moveTo>
                    <a:pt x="882490" y="1520689"/>
                  </a:moveTo>
                  <a:lnTo>
                    <a:pt x="691168" y="1520689"/>
                  </a:lnTo>
                  <a:lnTo>
                    <a:pt x="724650" y="1510787"/>
                  </a:lnTo>
                  <a:lnTo>
                    <a:pt x="882490" y="1425065"/>
                  </a:lnTo>
                  <a:lnTo>
                    <a:pt x="882490" y="1520689"/>
                  </a:lnTo>
                  <a:close/>
                </a:path>
                <a:path w="2517140" h="1812925">
                  <a:moveTo>
                    <a:pt x="2516785" y="1812525"/>
                  </a:moveTo>
                  <a:lnTo>
                    <a:pt x="1704662" y="1812525"/>
                  </a:lnTo>
                  <a:lnTo>
                    <a:pt x="1721317" y="1778391"/>
                  </a:lnTo>
                  <a:lnTo>
                    <a:pt x="1733666" y="1742038"/>
                  </a:lnTo>
                  <a:lnTo>
                    <a:pt x="1741342" y="1703774"/>
                  </a:lnTo>
                  <a:lnTo>
                    <a:pt x="1743983" y="1663906"/>
                  </a:lnTo>
                  <a:lnTo>
                    <a:pt x="1743983" y="1330220"/>
                  </a:lnTo>
                  <a:lnTo>
                    <a:pt x="1736718" y="1294227"/>
                  </a:lnTo>
                  <a:lnTo>
                    <a:pt x="1716907" y="1264837"/>
                  </a:lnTo>
                  <a:lnTo>
                    <a:pt x="1687525" y="1245024"/>
                  </a:lnTo>
                  <a:lnTo>
                    <a:pt x="1651546" y="1237759"/>
                  </a:lnTo>
                  <a:lnTo>
                    <a:pt x="1834521" y="1237759"/>
                  </a:lnTo>
                  <a:lnTo>
                    <a:pt x="1838219" y="1234061"/>
                  </a:lnTo>
                  <a:lnTo>
                    <a:pt x="1838219" y="0"/>
                  </a:lnTo>
                  <a:lnTo>
                    <a:pt x="2516785" y="0"/>
                  </a:lnTo>
                  <a:lnTo>
                    <a:pt x="2516785" y="1812525"/>
                  </a:lnTo>
                  <a:close/>
                </a:path>
              </a:pathLst>
            </a:custGeom>
            <a:solidFill>
              <a:srgbClr val="B465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80525" y="5727593"/>
              <a:ext cx="3496310" cy="2686050"/>
            </a:xfrm>
            <a:custGeom>
              <a:avLst/>
              <a:gdLst/>
              <a:ahLst/>
              <a:cxnLst/>
              <a:rect l="l" t="t" r="r" b="b"/>
              <a:pathLst>
                <a:path w="3496310" h="2686050">
                  <a:moveTo>
                    <a:pt x="1657848" y="2237092"/>
                  </a:moveTo>
                  <a:lnTo>
                    <a:pt x="0" y="2237092"/>
                  </a:lnTo>
                  <a:lnTo>
                    <a:pt x="0" y="0"/>
                  </a:lnTo>
                  <a:lnTo>
                    <a:pt x="2336437" y="0"/>
                  </a:lnTo>
                  <a:lnTo>
                    <a:pt x="2336437" y="1447792"/>
                  </a:lnTo>
                  <a:lnTo>
                    <a:pt x="1657848" y="1447792"/>
                  </a:lnTo>
                  <a:lnTo>
                    <a:pt x="1657848" y="2237092"/>
                  </a:lnTo>
                  <a:close/>
                </a:path>
                <a:path w="3496310" h="2686050">
                  <a:moveTo>
                    <a:pt x="3492368" y="2685551"/>
                  </a:moveTo>
                  <a:lnTo>
                    <a:pt x="2340135" y="2685551"/>
                  </a:lnTo>
                  <a:lnTo>
                    <a:pt x="2336460" y="2681877"/>
                  </a:lnTo>
                  <a:lnTo>
                    <a:pt x="2336437" y="0"/>
                  </a:lnTo>
                  <a:lnTo>
                    <a:pt x="2336462" y="1447792"/>
                  </a:lnTo>
                  <a:lnTo>
                    <a:pt x="3496067" y="1447792"/>
                  </a:lnTo>
                  <a:lnTo>
                    <a:pt x="3496067" y="2681877"/>
                  </a:lnTo>
                  <a:lnTo>
                    <a:pt x="3492368" y="2685551"/>
                  </a:lnTo>
                  <a:close/>
                </a:path>
                <a:path w="3496310" h="2686050">
                  <a:moveTo>
                    <a:pt x="3496067" y="1447792"/>
                  </a:moveTo>
                  <a:lnTo>
                    <a:pt x="2336462" y="1447792"/>
                  </a:lnTo>
                  <a:lnTo>
                    <a:pt x="2336462" y="0"/>
                  </a:lnTo>
                  <a:lnTo>
                    <a:pt x="3496067" y="0"/>
                  </a:lnTo>
                  <a:lnTo>
                    <a:pt x="3496067" y="1447792"/>
                  </a:lnTo>
                  <a:close/>
                </a:path>
              </a:pathLst>
            </a:custGeom>
            <a:solidFill>
              <a:srgbClr val="F0C2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852021" y="8413145"/>
              <a:ext cx="1130935" cy="728345"/>
            </a:xfrm>
            <a:custGeom>
              <a:avLst/>
              <a:gdLst/>
              <a:ahLst/>
              <a:cxnLst/>
              <a:rect l="l" t="t" r="r" b="b"/>
              <a:pathLst>
                <a:path w="1130935" h="728345">
                  <a:moveTo>
                    <a:pt x="828547" y="727911"/>
                  </a:moveTo>
                  <a:lnTo>
                    <a:pt x="499800" y="727911"/>
                  </a:lnTo>
                  <a:lnTo>
                    <a:pt x="453256" y="723218"/>
                  </a:lnTo>
                  <a:lnTo>
                    <a:pt x="409904" y="709760"/>
                  </a:lnTo>
                  <a:lnTo>
                    <a:pt x="370672" y="688465"/>
                  </a:lnTo>
                  <a:lnTo>
                    <a:pt x="336491" y="660262"/>
                  </a:lnTo>
                  <a:lnTo>
                    <a:pt x="308288" y="626081"/>
                  </a:lnTo>
                  <a:lnTo>
                    <a:pt x="286993" y="586850"/>
                  </a:lnTo>
                  <a:lnTo>
                    <a:pt x="273535" y="543497"/>
                  </a:lnTo>
                  <a:lnTo>
                    <a:pt x="268842" y="496953"/>
                  </a:lnTo>
                  <a:lnTo>
                    <a:pt x="268842" y="187306"/>
                  </a:lnTo>
                  <a:lnTo>
                    <a:pt x="111026" y="273027"/>
                  </a:lnTo>
                  <a:lnTo>
                    <a:pt x="77545" y="282930"/>
                  </a:lnTo>
                  <a:lnTo>
                    <a:pt x="45005" y="278666"/>
                  </a:lnTo>
                  <a:lnTo>
                    <a:pt x="18255" y="261948"/>
                  </a:lnTo>
                  <a:lnTo>
                    <a:pt x="2141" y="234486"/>
                  </a:lnTo>
                  <a:lnTo>
                    <a:pt x="0" y="211448"/>
                  </a:lnTo>
                  <a:lnTo>
                    <a:pt x="6047" y="189222"/>
                  </a:lnTo>
                  <a:lnTo>
                    <a:pt x="39369" y="154361"/>
                  </a:lnTo>
                  <a:lnTo>
                    <a:pt x="304878" y="10146"/>
                  </a:lnTo>
                  <a:lnTo>
                    <a:pt x="342184" y="76"/>
                  </a:lnTo>
                  <a:lnTo>
                    <a:pt x="354539" y="681"/>
                  </a:lnTo>
                  <a:lnTo>
                    <a:pt x="358967" y="0"/>
                  </a:lnTo>
                  <a:lnTo>
                    <a:pt x="1037898" y="1"/>
                  </a:lnTo>
                  <a:lnTo>
                    <a:pt x="1103259" y="27088"/>
                  </a:lnTo>
                  <a:lnTo>
                    <a:pt x="1130335" y="92461"/>
                  </a:lnTo>
                  <a:lnTo>
                    <a:pt x="1130335" y="426148"/>
                  </a:lnTo>
                  <a:lnTo>
                    <a:pt x="1126385" y="475099"/>
                  </a:lnTo>
                  <a:lnTo>
                    <a:pt x="1114949" y="521533"/>
                  </a:lnTo>
                  <a:lnTo>
                    <a:pt x="1096650" y="564831"/>
                  </a:lnTo>
                  <a:lnTo>
                    <a:pt x="1072107" y="604371"/>
                  </a:lnTo>
                  <a:lnTo>
                    <a:pt x="1041943" y="639532"/>
                  </a:lnTo>
                  <a:lnTo>
                    <a:pt x="1006779" y="669692"/>
                  </a:lnTo>
                  <a:lnTo>
                    <a:pt x="967236" y="694231"/>
                  </a:lnTo>
                  <a:lnTo>
                    <a:pt x="923935" y="712528"/>
                  </a:lnTo>
                  <a:lnTo>
                    <a:pt x="877498" y="723962"/>
                  </a:lnTo>
                  <a:lnTo>
                    <a:pt x="828547" y="727911"/>
                  </a:lnTo>
                  <a:close/>
                </a:path>
              </a:pathLst>
            </a:custGeom>
            <a:solidFill>
              <a:srgbClr val="B966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571400" y="5727593"/>
              <a:ext cx="4192904" cy="4559300"/>
            </a:xfrm>
            <a:custGeom>
              <a:avLst/>
              <a:gdLst/>
              <a:ahLst/>
              <a:cxnLst/>
              <a:rect l="l" t="t" r="r" b="b"/>
              <a:pathLst>
                <a:path w="4192904" h="4559300">
                  <a:moveTo>
                    <a:pt x="18248" y="4559299"/>
                  </a:moveTo>
                  <a:lnTo>
                    <a:pt x="0" y="4559299"/>
                  </a:lnTo>
                  <a:lnTo>
                    <a:pt x="0" y="0"/>
                  </a:lnTo>
                  <a:lnTo>
                    <a:pt x="18224" y="0"/>
                  </a:lnTo>
                  <a:lnTo>
                    <a:pt x="18224" y="2222499"/>
                  </a:lnTo>
                  <a:lnTo>
                    <a:pt x="1676121" y="2222499"/>
                  </a:lnTo>
                  <a:lnTo>
                    <a:pt x="1676121" y="2235199"/>
                  </a:lnTo>
                  <a:lnTo>
                    <a:pt x="18248" y="2235199"/>
                  </a:lnTo>
                  <a:lnTo>
                    <a:pt x="18248" y="4559299"/>
                  </a:lnTo>
                  <a:close/>
                </a:path>
                <a:path w="4192904" h="4559300">
                  <a:moveTo>
                    <a:pt x="1676121" y="2222499"/>
                  </a:moveTo>
                  <a:lnTo>
                    <a:pt x="1657847" y="2222499"/>
                  </a:lnTo>
                  <a:lnTo>
                    <a:pt x="1657847" y="1435099"/>
                  </a:lnTo>
                  <a:lnTo>
                    <a:pt x="2336437" y="1435099"/>
                  </a:lnTo>
                  <a:lnTo>
                    <a:pt x="2336437" y="0"/>
                  </a:lnTo>
                  <a:lnTo>
                    <a:pt x="2354710" y="0"/>
                  </a:lnTo>
                  <a:lnTo>
                    <a:pt x="2354710" y="1447799"/>
                  </a:lnTo>
                  <a:lnTo>
                    <a:pt x="1676096" y="1447799"/>
                  </a:lnTo>
                  <a:lnTo>
                    <a:pt x="1676096" y="1841499"/>
                  </a:lnTo>
                  <a:lnTo>
                    <a:pt x="1708308" y="1866899"/>
                  </a:lnTo>
                  <a:lnTo>
                    <a:pt x="1676121" y="1866899"/>
                  </a:lnTo>
                  <a:lnTo>
                    <a:pt x="1676121" y="2222499"/>
                  </a:lnTo>
                  <a:close/>
                </a:path>
                <a:path w="4192904" h="4559300">
                  <a:moveTo>
                    <a:pt x="3514291" y="2666999"/>
                  </a:moveTo>
                  <a:lnTo>
                    <a:pt x="3496067" y="2666999"/>
                  </a:lnTo>
                  <a:lnTo>
                    <a:pt x="3496067" y="0"/>
                  </a:lnTo>
                  <a:lnTo>
                    <a:pt x="3514221" y="0"/>
                  </a:lnTo>
                  <a:lnTo>
                    <a:pt x="3514221" y="1435099"/>
                  </a:lnTo>
                  <a:lnTo>
                    <a:pt x="4192882" y="1435099"/>
                  </a:lnTo>
                  <a:lnTo>
                    <a:pt x="4192882" y="1447799"/>
                  </a:lnTo>
                  <a:lnTo>
                    <a:pt x="3514316" y="1447799"/>
                  </a:lnTo>
                  <a:lnTo>
                    <a:pt x="3514316" y="2362199"/>
                  </a:lnTo>
                  <a:lnTo>
                    <a:pt x="3546503" y="2362199"/>
                  </a:lnTo>
                  <a:lnTo>
                    <a:pt x="3514291" y="2387599"/>
                  </a:lnTo>
                  <a:lnTo>
                    <a:pt x="3514291" y="2666999"/>
                  </a:lnTo>
                  <a:close/>
                </a:path>
                <a:path w="4192904" h="4559300">
                  <a:moveTo>
                    <a:pt x="2354710" y="2362199"/>
                  </a:moveTo>
                  <a:lnTo>
                    <a:pt x="2336437" y="2362199"/>
                  </a:lnTo>
                  <a:lnTo>
                    <a:pt x="2336437" y="1447799"/>
                  </a:lnTo>
                  <a:lnTo>
                    <a:pt x="2354710" y="1447799"/>
                  </a:lnTo>
                  <a:lnTo>
                    <a:pt x="2354710" y="2362199"/>
                  </a:lnTo>
                  <a:close/>
                </a:path>
                <a:path w="4192904" h="4559300">
                  <a:moveTo>
                    <a:pt x="3546503" y="2362199"/>
                  </a:moveTo>
                  <a:lnTo>
                    <a:pt x="3514316" y="2362199"/>
                  </a:lnTo>
                  <a:lnTo>
                    <a:pt x="4174657" y="1841499"/>
                  </a:lnTo>
                  <a:lnTo>
                    <a:pt x="4174657" y="1447799"/>
                  </a:lnTo>
                  <a:lnTo>
                    <a:pt x="4192882" y="1447799"/>
                  </a:lnTo>
                  <a:lnTo>
                    <a:pt x="4192882" y="1866899"/>
                  </a:lnTo>
                  <a:lnTo>
                    <a:pt x="4174633" y="1866899"/>
                  </a:lnTo>
                  <a:lnTo>
                    <a:pt x="3546503" y="2362199"/>
                  </a:lnTo>
                  <a:close/>
                </a:path>
                <a:path w="4192904" h="4559300">
                  <a:moveTo>
                    <a:pt x="3506505" y="2692399"/>
                  </a:moveTo>
                  <a:lnTo>
                    <a:pt x="2344248" y="2692399"/>
                  </a:lnTo>
                  <a:lnTo>
                    <a:pt x="2336461" y="2679699"/>
                  </a:lnTo>
                  <a:lnTo>
                    <a:pt x="2336461" y="2387599"/>
                  </a:lnTo>
                  <a:lnTo>
                    <a:pt x="1676121" y="1866899"/>
                  </a:lnTo>
                  <a:lnTo>
                    <a:pt x="1708308" y="1866899"/>
                  </a:lnTo>
                  <a:lnTo>
                    <a:pt x="2336437" y="2362199"/>
                  </a:lnTo>
                  <a:lnTo>
                    <a:pt x="2354710" y="2362199"/>
                  </a:lnTo>
                  <a:lnTo>
                    <a:pt x="2354710" y="2666999"/>
                  </a:lnTo>
                  <a:lnTo>
                    <a:pt x="3514291" y="2666999"/>
                  </a:lnTo>
                  <a:lnTo>
                    <a:pt x="3514291" y="2679699"/>
                  </a:lnTo>
                  <a:lnTo>
                    <a:pt x="3506505" y="2692399"/>
                  </a:lnTo>
                  <a:close/>
                </a:path>
                <a:path w="4192904" h="4559300">
                  <a:moveTo>
                    <a:pt x="3299661" y="4559299"/>
                  </a:moveTo>
                  <a:lnTo>
                    <a:pt x="3281412" y="4559299"/>
                  </a:lnTo>
                  <a:lnTo>
                    <a:pt x="3281412" y="3365499"/>
                  </a:lnTo>
                  <a:lnTo>
                    <a:pt x="3250679" y="3365499"/>
                  </a:lnTo>
                  <a:lnTo>
                    <a:pt x="3256227" y="3352799"/>
                  </a:lnTo>
                  <a:lnTo>
                    <a:pt x="3271873" y="3352799"/>
                  </a:lnTo>
                  <a:lnTo>
                    <a:pt x="3277128" y="3340099"/>
                  </a:lnTo>
                  <a:lnTo>
                    <a:pt x="3282335" y="3340099"/>
                  </a:lnTo>
                  <a:lnTo>
                    <a:pt x="3306299" y="3327399"/>
                  </a:lnTo>
                  <a:lnTo>
                    <a:pt x="3328053" y="3301999"/>
                  </a:lnTo>
                  <a:lnTo>
                    <a:pt x="3347392" y="3276599"/>
                  </a:lnTo>
                  <a:lnTo>
                    <a:pt x="3364115" y="3251199"/>
                  </a:lnTo>
                  <a:lnTo>
                    <a:pt x="3368484" y="3238499"/>
                  </a:lnTo>
                  <a:lnTo>
                    <a:pt x="4174633" y="3238499"/>
                  </a:lnTo>
                  <a:lnTo>
                    <a:pt x="4174633" y="1866899"/>
                  </a:lnTo>
                  <a:lnTo>
                    <a:pt x="4192882" y="1866899"/>
                  </a:lnTo>
                  <a:lnTo>
                    <a:pt x="4192882" y="3263899"/>
                  </a:lnTo>
                  <a:lnTo>
                    <a:pt x="3376647" y="3263899"/>
                  </a:lnTo>
                  <a:lnTo>
                    <a:pt x="3360519" y="3289299"/>
                  </a:lnTo>
                  <a:lnTo>
                    <a:pt x="3342223" y="3314699"/>
                  </a:lnTo>
                  <a:lnTo>
                    <a:pt x="3321893" y="3327399"/>
                  </a:lnTo>
                  <a:lnTo>
                    <a:pt x="3299661" y="3352799"/>
                  </a:lnTo>
                  <a:lnTo>
                    <a:pt x="3299661" y="4559299"/>
                  </a:lnTo>
                  <a:close/>
                </a:path>
                <a:path w="4192904" h="4559300">
                  <a:moveTo>
                    <a:pt x="2602822" y="3314699"/>
                  </a:moveTo>
                  <a:lnTo>
                    <a:pt x="2583047" y="3314699"/>
                  </a:lnTo>
                  <a:lnTo>
                    <a:pt x="2578486" y="3301999"/>
                  </a:lnTo>
                  <a:lnTo>
                    <a:pt x="2572967" y="3301999"/>
                  </a:lnTo>
                  <a:lnTo>
                    <a:pt x="2569829" y="3289299"/>
                  </a:lnTo>
                  <a:lnTo>
                    <a:pt x="2567444" y="3289299"/>
                  </a:lnTo>
                  <a:lnTo>
                    <a:pt x="2564062" y="3276599"/>
                  </a:lnTo>
                  <a:lnTo>
                    <a:pt x="2561191" y="3276599"/>
                  </a:lnTo>
                  <a:lnTo>
                    <a:pt x="2558952" y="3263899"/>
                  </a:lnTo>
                  <a:lnTo>
                    <a:pt x="1657921" y="3263899"/>
                  </a:lnTo>
                  <a:lnTo>
                    <a:pt x="1657921" y="2235199"/>
                  </a:lnTo>
                  <a:lnTo>
                    <a:pt x="1676121" y="2235199"/>
                  </a:lnTo>
                  <a:lnTo>
                    <a:pt x="1676121" y="3238499"/>
                  </a:lnTo>
                  <a:lnTo>
                    <a:pt x="2567978" y="3238499"/>
                  </a:lnTo>
                  <a:lnTo>
                    <a:pt x="2569657" y="3251199"/>
                  </a:lnTo>
                  <a:lnTo>
                    <a:pt x="2571847" y="3251199"/>
                  </a:lnTo>
                  <a:lnTo>
                    <a:pt x="2578179" y="3263899"/>
                  </a:lnTo>
                  <a:lnTo>
                    <a:pt x="2585418" y="3276599"/>
                  </a:lnTo>
                  <a:lnTo>
                    <a:pt x="2593652" y="3289299"/>
                  </a:lnTo>
                  <a:lnTo>
                    <a:pt x="2602822" y="3314699"/>
                  </a:lnTo>
                  <a:close/>
                </a:path>
                <a:path w="4192904" h="4559300">
                  <a:moveTo>
                    <a:pt x="2293151" y="2920999"/>
                  </a:moveTo>
                  <a:lnTo>
                    <a:pt x="2273953" y="2920999"/>
                  </a:lnTo>
                  <a:lnTo>
                    <a:pt x="2271174" y="2895599"/>
                  </a:lnTo>
                  <a:lnTo>
                    <a:pt x="2273713" y="2882899"/>
                  </a:lnTo>
                  <a:lnTo>
                    <a:pt x="2281183" y="2857499"/>
                  </a:lnTo>
                  <a:lnTo>
                    <a:pt x="2293200" y="2844799"/>
                  </a:lnTo>
                  <a:lnTo>
                    <a:pt x="2298152" y="2832099"/>
                  </a:lnTo>
                  <a:lnTo>
                    <a:pt x="2309381" y="2832099"/>
                  </a:lnTo>
                  <a:lnTo>
                    <a:pt x="2315634" y="2819399"/>
                  </a:lnTo>
                  <a:lnTo>
                    <a:pt x="2568271" y="2692399"/>
                  </a:lnTo>
                  <a:lnTo>
                    <a:pt x="2589829" y="2692399"/>
                  </a:lnTo>
                  <a:lnTo>
                    <a:pt x="2324320" y="2844799"/>
                  </a:lnTo>
                  <a:lnTo>
                    <a:pt x="2306815" y="2857499"/>
                  </a:lnTo>
                  <a:lnTo>
                    <a:pt x="2295036" y="2870199"/>
                  </a:lnTo>
                  <a:lnTo>
                    <a:pt x="2289699" y="2895599"/>
                  </a:lnTo>
                  <a:lnTo>
                    <a:pt x="2291520" y="2908299"/>
                  </a:lnTo>
                  <a:lnTo>
                    <a:pt x="2293151" y="2920999"/>
                  </a:lnTo>
                  <a:close/>
                </a:path>
                <a:path w="4192904" h="4559300">
                  <a:moveTo>
                    <a:pt x="3414580" y="2743199"/>
                  </a:moveTo>
                  <a:lnTo>
                    <a:pt x="3395260" y="2743199"/>
                  </a:lnTo>
                  <a:lnTo>
                    <a:pt x="3382762" y="2717799"/>
                  </a:lnTo>
                  <a:lnTo>
                    <a:pt x="3365043" y="2705099"/>
                  </a:lnTo>
                  <a:lnTo>
                    <a:pt x="3343241" y="2692399"/>
                  </a:lnTo>
                  <a:lnTo>
                    <a:pt x="3385114" y="2692399"/>
                  </a:lnTo>
                  <a:lnTo>
                    <a:pt x="3390589" y="2705099"/>
                  </a:lnTo>
                  <a:lnTo>
                    <a:pt x="3399153" y="2705099"/>
                  </a:lnTo>
                  <a:lnTo>
                    <a:pt x="3402730" y="2717799"/>
                  </a:lnTo>
                  <a:lnTo>
                    <a:pt x="3406307" y="2717799"/>
                  </a:lnTo>
                  <a:lnTo>
                    <a:pt x="3408910" y="2730499"/>
                  </a:lnTo>
                  <a:lnTo>
                    <a:pt x="3412026" y="2730499"/>
                  </a:lnTo>
                  <a:lnTo>
                    <a:pt x="3414580" y="2743199"/>
                  </a:lnTo>
                  <a:close/>
                </a:path>
                <a:path w="4192904" h="4559300">
                  <a:moveTo>
                    <a:pt x="3420079" y="3111499"/>
                  </a:moveTo>
                  <a:lnTo>
                    <a:pt x="3401830" y="3111499"/>
                  </a:lnTo>
                  <a:lnTo>
                    <a:pt x="3401830" y="2768599"/>
                  </a:lnTo>
                  <a:lnTo>
                    <a:pt x="3401398" y="2768599"/>
                  </a:lnTo>
                  <a:lnTo>
                    <a:pt x="3400132" y="2755899"/>
                  </a:lnTo>
                  <a:lnTo>
                    <a:pt x="3398073" y="2743199"/>
                  </a:lnTo>
                  <a:lnTo>
                    <a:pt x="3416283" y="2743199"/>
                  </a:lnTo>
                  <a:lnTo>
                    <a:pt x="3417816" y="2755899"/>
                  </a:lnTo>
                  <a:lnTo>
                    <a:pt x="3419325" y="2755899"/>
                  </a:lnTo>
                  <a:lnTo>
                    <a:pt x="3420079" y="2768599"/>
                  </a:lnTo>
                  <a:lnTo>
                    <a:pt x="3420079" y="3111499"/>
                  </a:lnTo>
                  <a:close/>
                </a:path>
                <a:path w="4192904" h="4559300">
                  <a:moveTo>
                    <a:pt x="2395977" y="2959099"/>
                  </a:moveTo>
                  <a:lnTo>
                    <a:pt x="2352218" y="2959099"/>
                  </a:lnTo>
                  <a:lnTo>
                    <a:pt x="2364218" y="2946399"/>
                  </a:lnTo>
                  <a:lnTo>
                    <a:pt x="2387290" y="2946399"/>
                  </a:lnTo>
                  <a:lnTo>
                    <a:pt x="2558586" y="2857499"/>
                  </a:lnTo>
                  <a:lnTo>
                    <a:pt x="2558586" y="2882899"/>
                  </a:lnTo>
                  <a:lnTo>
                    <a:pt x="2540338" y="2882899"/>
                  </a:lnTo>
                  <a:lnTo>
                    <a:pt x="2395977" y="2959099"/>
                  </a:lnTo>
                  <a:close/>
                </a:path>
                <a:path w="4192904" h="4559300">
                  <a:moveTo>
                    <a:pt x="2558586" y="3187699"/>
                  </a:moveTo>
                  <a:lnTo>
                    <a:pt x="2540512" y="3187699"/>
                  </a:lnTo>
                  <a:lnTo>
                    <a:pt x="2540338" y="3174999"/>
                  </a:lnTo>
                  <a:lnTo>
                    <a:pt x="2540338" y="2882899"/>
                  </a:lnTo>
                  <a:lnTo>
                    <a:pt x="2558586" y="2882899"/>
                  </a:lnTo>
                  <a:lnTo>
                    <a:pt x="2558586" y="3187699"/>
                  </a:lnTo>
                  <a:close/>
                </a:path>
                <a:path w="4192904" h="4559300">
                  <a:moveTo>
                    <a:pt x="2317259" y="2946399"/>
                  </a:moveTo>
                  <a:lnTo>
                    <a:pt x="2287391" y="2946399"/>
                  </a:lnTo>
                  <a:lnTo>
                    <a:pt x="2280377" y="2933699"/>
                  </a:lnTo>
                  <a:lnTo>
                    <a:pt x="2277652" y="2920999"/>
                  </a:lnTo>
                  <a:lnTo>
                    <a:pt x="2299258" y="2920999"/>
                  </a:lnTo>
                  <a:lnTo>
                    <a:pt x="2304349" y="2933699"/>
                  </a:lnTo>
                  <a:lnTo>
                    <a:pt x="2310350" y="2933699"/>
                  </a:lnTo>
                  <a:lnTo>
                    <a:pt x="2317259" y="2946399"/>
                  </a:lnTo>
                  <a:close/>
                </a:path>
                <a:path w="4192904" h="4559300">
                  <a:moveTo>
                    <a:pt x="2352218" y="2959099"/>
                  </a:moveTo>
                  <a:lnTo>
                    <a:pt x="2306354" y="2959099"/>
                  </a:lnTo>
                  <a:lnTo>
                    <a:pt x="2296101" y="2946399"/>
                  </a:lnTo>
                  <a:lnTo>
                    <a:pt x="2340306" y="2946399"/>
                  </a:lnTo>
                  <a:lnTo>
                    <a:pt x="2352218" y="2959099"/>
                  </a:lnTo>
                  <a:close/>
                </a:path>
                <a:path w="4192904" h="4559300">
                  <a:moveTo>
                    <a:pt x="2377044" y="2971799"/>
                  </a:moveTo>
                  <a:lnTo>
                    <a:pt x="2327420" y="2971799"/>
                  </a:lnTo>
                  <a:lnTo>
                    <a:pt x="2317994" y="2959099"/>
                  </a:lnTo>
                  <a:lnTo>
                    <a:pt x="2386690" y="2959099"/>
                  </a:lnTo>
                  <a:lnTo>
                    <a:pt x="2377044" y="2971799"/>
                  </a:lnTo>
                  <a:close/>
                </a:path>
                <a:path w="4192904" h="4559300">
                  <a:moveTo>
                    <a:pt x="2789567" y="3403599"/>
                  </a:moveTo>
                  <a:lnTo>
                    <a:pt x="2771318" y="3403599"/>
                  </a:lnTo>
                  <a:lnTo>
                    <a:pt x="2771318" y="3098799"/>
                  </a:lnTo>
                  <a:lnTo>
                    <a:pt x="2775406" y="3086099"/>
                  </a:lnTo>
                  <a:lnTo>
                    <a:pt x="2785479" y="3086099"/>
                  </a:lnTo>
                  <a:lnTo>
                    <a:pt x="2789567" y="3098799"/>
                  </a:lnTo>
                  <a:lnTo>
                    <a:pt x="2789567" y="3403599"/>
                  </a:lnTo>
                  <a:close/>
                </a:path>
                <a:path w="4192904" h="4559300">
                  <a:moveTo>
                    <a:pt x="2963126" y="3403599"/>
                  </a:moveTo>
                  <a:lnTo>
                    <a:pt x="2944877" y="3403599"/>
                  </a:lnTo>
                  <a:lnTo>
                    <a:pt x="2944877" y="3098799"/>
                  </a:lnTo>
                  <a:lnTo>
                    <a:pt x="2948964" y="3086099"/>
                  </a:lnTo>
                  <a:lnTo>
                    <a:pt x="2959038" y="3086099"/>
                  </a:lnTo>
                  <a:lnTo>
                    <a:pt x="2963126" y="3098799"/>
                  </a:lnTo>
                  <a:lnTo>
                    <a:pt x="2963126" y="3403599"/>
                  </a:lnTo>
                  <a:close/>
                </a:path>
                <a:path w="4192904" h="4559300">
                  <a:moveTo>
                    <a:pt x="3213405" y="3403599"/>
                  </a:moveTo>
                  <a:lnTo>
                    <a:pt x="3121136" y="3403599"/>
                  </a:lnTo>
                  <a:lnTo>
                    <a:pt x="3127049" y="3390899"/>
                  </a:lnTo>
                  <a:lnTo>
                    <a:pt x="3127049" y="3098799"/>
                  </a:lnTo>
                  <a:lnTo>
                    <a:pt x="3131137" y="3086099"/>
                  </a:lnTo>
                  <a:lnTo>
                    <a:pt x="3141210" y="3086099"/>
                  </a:lnTo>
                  <a:lnTo>
                    <a:pt x="3145298" y="3098799"/>
                  </a:lnTo>
                  <a:lnTo>
                    <a:pt x="3145298" y="3390899"/>
                  </a:lnTo>
                  <a:lnTo>
                    <a:pt x="3219221" y="3390899"/>
                  </a:lnTo>
                  <a:lnTo>
                    <a:pt x="3213405" y="3403599"/>
                  </a:lnTo>
                  <a:close/>
                </a:path>
                <a:path w="4192904" h="4559300">
                  <a:moveTo>
                    <a:pt x="3418888" y="3136899"/>
                  </a:moveTo>
                  <a:lnTo>
                    <a:pt x="3400506" y="3136899"/>
                  </a:lnTo>
                  <a:lnTo>
                    <a:pt x="3401218" y="3124199"/>
                  </a:lnTo>
                  <a:lnTo>
                    <a:pt x="3401671" y="3111499"/>
                  </a:lnTo>
                  <a:lnTo>
                    <a:pt x="3419938" y="3111499"/>
                  </a:lnTo>
                  <a:lnTo>
                    <a:pt x="3419532" y="3124199"/>
                  </a:lnTo>
                  <a:lnTo>
                    <a:pt x="3418888" y="3136899"/>
                  </a:lnTo>
                  <a:close/>
                </a:path>
                <a:path w="4192904" h="4559300">
                  <a:moveTo>
                    <a:pt x="3417232" y="3149599"/>
                  </a:moveTo>
                  <a:lnTo>
                    <a:pt x="3398715" y="3149599"/>
                  </a:lnTo>
                  <a:lnTo>
                    <a:pt x="3399226" y="3136899"/>
                  </a:lnTo>
                  <a:lnTo>
                    <a:pt x="3417743" y="3136899"/>
                  </a:lnTo>
                  <a:lnTo>
                    <a:pt x="3417232" y="3149599"/>
                  </a:lnTo>
                  <a:close/>
                </a:path>
                <a:path w="4192904" h="4559300">
                  <a:moveTo>
                    <a:pt x="3412122" y="3174999"/>
                  </a:moveTo>
                  <a:lnTo>
                    <a:pt x="3394538" y="3174999"/>
                  </a:lnTo>
                  <a:lnTo>
                    <a:pt x="3395954" y="3162299"/>
                  </a:lnTo>
                  <a:lnTo>
                    <a:pt x="3397205" y="3149599"/>
                  </a:lnTo>
                  <a:lnTo>
                    <a:pt x="3415903" y="3149599"/>
                  </a:lnTo>
                  <a:lnTo>
                    <a:pt x="3414790" y="3162299"/>
                  </a:lnTo>
                  <a:lnTo>
                    <a:pt x="3413534" y="3162299"/>
                  </a:lnTo>
                  <a:lnTo>
                    <a:pt x="3412122" y="3174999"/>
                  </a:lnTo>
                  <a:close/>
                </a:path>
                <a:path w="4192904" h="4559300">
                  <a:moveTo>
                    <a:pt x="3406495" y="3200399"/>
                  </a:moveTo>
                  <a:lnTo>
                    <a:pt x="3386242" y="3200399"/>
                  </a:lnTo>
                  <a:lnTo>
                    <a:pt x="3388738" y="3187699"/>
                  </a:lnTo>
                  <a:lnTo>
                    <a:pt x="3391026" y="3187699"/>
                  </a:lnTo>
                  <a:lnTo>
                    <a:pt x="3391708" y="3174999"/>
                  </a:lnTo>
                  <a:lnTo>
                    <a:pt x="3410759" y="3174999"/>
                  </a:lnTo>
                  <a:lnTo>
                    <a:pt x="3408352" y="3187699"/>
                  </a:lnTo>
                  <a:lnTo>
                    <a:pt x="3406495" y="3200399"/>
                  </a:lnTo>
                  <a:close/>
                </a:path>
                <a:path w="4192904" h="4559300">
                  <a:moveTo>
                    <a:pt x="2563234" y="3225799"/>
                  </a:moveTo>
                  <a:lnTo>
                    <a:pt x="2544938" y="3225799"/>
                  </a:lnTo>
                  <a:lnTo>
                    <a:pt x="2543574" y="3213099"/>
                  </a:lnTo>
                  <a:lnTo>
                    <a:pt x="2542722" y="3213099"/>
                  </a:lnTo>
                  <a:lnTo>
                    <a:pt x="2541754" y="3200399"/>
                  </a:lnTo>
                  <a:lnTo>
                    <a:pt x="2541001" y="3187699"/>
                  </a:lnTo>
                  <a:lnTo>
                    <a:pt x="2559000" y="3187699"/>
                  </a:lnTo>
                  <a:lnTo>
                    <a:pt x="2559973" y="3200399"/>
                  </a:lnTo>
                  <a:lnTo>
                    <a:pt x="2560533" y="3200399"/>
                  </a:lnTo>
                  <a:lnTo>
                    <a:pt x="2561847" y="3213099"/>
                  </a:lnTo>
                  <a:lnTo>
                    <a:pt x="2563234" y="3225799"/>
                  </a:lnTo>
                  <a:close/>
                </a:path>
                <a:path w="4192904" h="4559300">
                  <a:moveTo>
                    <a:pt x="3402365" y="3213099"/>
                  </a:moveTo>
                  <a:lnTo>
                    <a:pt x="3380394" y="3213099"/>
                  </a:lnTo>
                  <a:lnTo>
                    <a:pt x="3383523" y="3200399"/>
                  </a:lnTo>
                  <a:lnTo>
                    <a:pt x="3404500" y="3200399"/>
                  </a:lnTo>
                  <a:lnTo>
                    <a:pt x="3402365" y="3213099"/>
                  </a:lnTo>
                  <a:close/>
                </a:path>
                <a:path w="4192904" h="4559300">
                  <a:moveTo>
                    <a:pt x="3391618" y="3238499"/>
                  </a:moveTo>
                  <a:lnTo>
                    <a:pt x="3372604" y="3238499"/>
                  </a:lnTo>
                  <a:lnTo>
                    <a:pt x="3376464" y="3225799"/>
                  </a:lnTo>
                  <a:lnTo>
                    <a:pt x="3380247" y="3213099"/>
                  </a:lnTo>
                  <a:lnTo>
                    <a:pt x="3399591" y="3213099"/>
                  </a:lnTo>
                  <a:lnTo>
                    <a:pt x="3397073" y="3225799"/>
                  </a:lnTo>
                  <a:lnTo>
                    <a:pt x="3394414" y="3225799"/>
                  </a:lnTo>
                  <a:lnTo>
                    <a:pt x="3391618" y="3238499"/>
                  </a:lnTo>
                  <a:close/>
                </a:path>
                <a:path w="4192904" h="4559300">
                  <a:moveTo>
                    <a:pt x="2566470" y="3238499"/>
                  </a:moveTo>
                  <a:lnTo>
                    <a:pt x="2548368" y="3238499"/>
                  </a:lnTo>
                  <a:lnTo>
                    <a:pt x="2546527" y="3225799"/>
                  </a:lnTo>
                  <a:lnTo>
                    <a:pt x="2564304" y="3225799"/>
                  </a:lnTo>
                  <a:lnTo>
                    <a:pt x="2566470" y="3238499"/>
                  </a:lnTo>
                  <a:close/>
                </a:path>
                <a:path w="4192904" h="4559300">
                  <a:moveTo>
                    <a:pt x="2615158" y="3327399"/>
                  </a:moveTo>
                  <a:lnTo>
                    <a:pt x="2592871" y="3327399"/>
                  </a:lnTo>
                  <a:lnTo>
                    <a:pt x="2587836" y="3314699"/>
                  </a:lnTo>
                  <a:lnTo>
                    <a:pt x="2611094" y="3314699"/>
                  </a:lnTo>
                  <a:lnTo>
                    <a:pt x="2615158" y="3327399"/>
                  </a:lnTo>
                  <a:close/>
                </a:path>
                <a:path w="4192904" h="4559300">
                  <a:moveTo>
                    <a:pt x="2627469" y="3340099"/>
                  </a:moveTo>
                  <a:lnTo>
                    <a:pt x="2604867" y="3340099"/>
                  </a:lnTo>
                  <a:lnTo>
                    <a:pt x="2595840" y="3327399"/>
                  </a:lnTo>
                  <a:lnTo>
                    <a:pt x="2623625" y="3327399"/>
                  </a:lnTo>
                  <a:lnTo>
                    <a:pt x="2627469" y="3340099"/>
                  </a:lnTo>
                  <a:close/>
                </a:path>
                <a:path w="4192904" h="4559300">
                  <a:moveTo>
                    <a:pt x="2640019" y="3352799"/>
                  </a:moveTo>
                  <a:lnTo>
                    <a:pt x="2612434" y="3352799"/>
                  </a:lnTo>
                  <a:lnTo>
                    <a:pt x="2609416" y="3340099"/>
                  </a:lnTo>
                  <a:lnTo>
                    <a:pt x="2634348" y="3340099"/>
                  </a:lnTo>
                  <a:lnTo>
                    <a:pt x="2640019" y="3352799"/>
                  </a:lnTo>
                  <a:close/>
                </a:path>
                <a:path w="4192904" h="4559300">
                  <a:moveTo>
                    <a:pt x="2656765" y="3365499"/>
                  </a:moveTo>
                  <a:lnTo>
                    <a:pt x="2629096" y="3365499"/>
                  </a:lnTo>
                  <a:lnTo>
                    <a:pt x="2620707" y="3352799"/>
                  </a:lnTo>
                  <a:lnTo>
                    <a:pt x="2652702" y="3352799"/>
                  </a:lnTo>
                  <a:lnTo>
                    <a:pt x="2656765" y="3365499"/>
                  </a:lnTo>
                  <a:close/>
                </a:path>
                <a:path w="4192904" h="4559300">
                  <a:moveTo>
                    <a:pt x="2676352" y="3378199"/>
                  </a:moveTo>
                  <a:lnTo>
                    <a:pt x="2646814" y="3378199"/>
                  </a:lnTo>
                  <a:lnTo>
                    <a:pt x="2637800" y="3365499"/>
                  </a:lnTo>
                  <a:lnTo>
                    <a:pt x="2672629" y="3365499"/>
                  </a:lnTo>
                  <a:lnTo>
                    <a:pt x="2676352" y="3378199"/>
                  </a:lnTo>
                  <a:close/>
                </a:path>
                <a:path w="4192904" h="4559300">
                  <a:moveTo>
                    <a:pt x="3264501" y="3378199"/>
                  </a:moveTo>
                  <a:lnTo>
                    <a:pt x="3228169" y="3378199"/>
                  </a:lnTo>
                  <a:lnTo>
                    <a:pt x="3235333" y="3365499"/>
                  </a:lnTo>
                  <a:lnTo>
                    <a:pt x="3271266" y="3365499"/>
                  </a:lnTo>
                  <a:lnTo>
                    <a:pt x="3264501" y="3378199"/>
                  </a:lnTo>
                  <a:close/>
                </a:path>
                <a:path w="4192904" h="4559300">
                  <a:moveTo>
                    <a:pt x="2712651" y="3390899"/>
                  </a:moveTo>
                  <a:lnTo>
                    <a:pt x="2665136" y="3390899"/>
                  </a:lnTo>
                  <a:lnTo>
                    <a:pt x="2659613" y="3378199"/>
                  </a:lnTo>
                  <a:lnTo>
                    <a:pt x="2703412" y="3378199"/>
                  </a:lnTo>
                  <a:lnTo>
                    <a:pt x="2712651" y="3390899"/>
                  </a:lnTo>
                  <a:close/>
                </a:path>
                <a:path w="4192904" h="4559300">
                  <a:moveTo>
                    <a:pt x="3244355" y="3390899"/>
                  </a:moveTo>
                  <a:lnTo>
                    <a:pt x="3195908" y="3390899"/>
                  </a:lnTo>
                  <a:lnTo>
                    <a:pt x="3204157" y="3378199"/>
                  </a:lnTo>
                  <a:lnTo>
                    <a:pt x="3252628" y="3378199"/>
                  </a:lnTo>
                  <a:lnTo>
                    <a:pt x="3244355" y="3390899"/>
                  </a:lnTo>
                  <a:close/>
                </a:path>
                <a:path w="4192904" h="4559300">
                  <a:moveTo>
                    <a:pt x="2763897" y="3403599"/>
                  </a:moveTo>
                  <a:lnTo>
                    <a:pt x="2693799" y="3403599"/>
                  </a:lnTo>
                  <a:lnTo>
                    <a:pt x="2687156" y="3390899"/>
                  </a:lnTo>
                  <a:lnTo>
                    <a:pt x="2757814" y="3390899"/>
                  </a:lnTo>
                  <a:lnTo>
                    <a:pt x="2763897" y="3403599"/>
                  </a:lnTo>
                  <a:close/>
                </a:path>
                <a:path w="4192904" h="4559300">
                  <a:moveTo>
                    <a:pt x="3169195" y="3416299"/>
                  </a:moveTo>
                  <a:lnTo>
                    <a:pt x="2731586" y="3416299"/>
                  </a:lnTo>
                  <a:lnTo>
                    <a:pt x="2724603" y="3403599"/>
                  </a:lnTo>
                  <a:lnTo>
                    <a:pt x="3171701" y="3403599"/>
                  </a:lnTo>
                  <a:lnTo>
                    <a:pt x="3169195" y="3416299"/>
                  </a:lnTo>
                  <a:close/>
                </a:path>
                <a:path w="4192904" h="4559300">
                  <a:moveTo>
                    <a:pt x="1658942" y="4559299"/>
                  </a:moveTo>
                  <a:lnTo>
                    <a:pt x="1640694" y="4559299"/>
                  </a:lnTo>
                  <a:lnTo>
                    <a:pt x="1640694" y="3467099"/>
                  </a:lnTo>
                  <a:lnTo>
                    <a:pt x="1658942" y="3467099"/>
                  </a:lnTo>
                  <a:lnTo>
                    <a:pt x="1658942" y="4559299"/>
                  </a:lnTo>
                  <a:close/>
                </a:path>
              </a:pathLst>
            </a:custGeom>
            <a:solidFill>
              <a:srgbClr val="1121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00348" y="1031055"/>
              <a:ext cx="1708150" cy="170815"/>
            </a:xfrm>
            <a:custGeom>
              <a:avLst/>
              <a:gdLst/>
              <a:ahLst/>
              <a:cxnLst/>
              <a:rect l="l" t="t" r="r" b="b"/>
              <a:pathLst>
                <a:path w="1708150" h="170815">
                  <a:moveTo>
                    <a:pt x="15594" y="170731"/>
                  </a:moveTo>
                  <a:lnTo>
                    <a:pt x="13483" y="170325"/>
                  </a:lnTo>
                  <a:lnTo>
                    <a:pt x="7066" y="169188"/>
                  </a:lnTo>
                  <a:lnTo>
                    <a:pt x="0" y="168213"/>
                  </a:lnTo>
                  <a:lnTo>
                    <a:pt x="1218" y="151481"/>
                  </a:lnTo>
                  <a:lnTo>
                    <a:pt x="47714" y="141970"/>
                  </a:lnTo>
                  <a:lnTo>
                    <a:pt x="59130" y="138892"/>
                  </a:lnTo>
                  <a:lnTo>
                    <a:pt x="109448" y="126139"/>
                  </a:lnTo>
                  <a:lnTo>
                    <a:pt x="159766" y="113631"/>
                  </a:lnTo>
                  <a:lnTo>
                    <a:pt x="208673" y="101651"/>
                  </a:lnTo>
                  <a:lnTo>
                    <a:pt x="257640" y="89914"/>
                  </a:lnTo>
                  <a:lnTo>
                    <a:pt x="299548" y="80662"/>
                  </a:lnTo>
                  <a:lnTo>
                    <a:pt x="313522" y="77568"/>
                  </a:lnTo>
                  <a:lnTo>
                    <a:pt x="336099" y="72272"/>
                  </a:lnTo>
                  <a:lnTo>
                    <a:pt x="358662" y="66877"/>
                  </a:lnTo>
                  <a:lnTo>
                    <a:pt x="381255" y="61588"/>
                  </a:lnTo>
                  <a:lnTo>
                    <a:pt x="403924" y="56612"/>
                  </a:lnTo>
                  <a:lnTo>
                    <a:pt x="423530" y="52768"/>
                  </a:lnTo>
                  <a:lnTo>
                    <a:pt x="443205" y="49251"/>
                  </a:lnTo>
                  <a:lnTo>
                    <a:pt x="462896" y="45841"/>
                  </a:lnTo>
                  <a:lnTo>
                    <a:pt x="482548" y="42317"/>
                  </a:lnTo>
                  <a:lnTo>
                    <a:pt x="499885" y="38989"/>
                  </a:lnTo>
                  <a:lnTo>
                    <a:pt x="517200" y="35555"/>
                  </a:lnTo>
                  <a:lnTo>
                    <a:pt x="534530" y="32151"/>
                  </a:lnTo>
                  <a:lnTo>
                    <a:pt x="551913" y="28915"/>
                  </a:lnTo>
                  <a:lnTo>
                    <a:pt x="576707" y="24609"/>
                  </a:lnTo>
                  <a:lnTo>
                    <a:pt x="601510" y="20417"/>
                  </a:lnTo>
                  <a:lnTo>
                    <a:pt x="626327" y="16271"/>
                  </a:lnTo>
                  <a:lnTo>
                    <a:pt x="651168" y="12102"/>
                  </a:lnTo>
                  <a:lnTo>
                    <a:pt x="668699" y="9080"/>
                  </a:lnTo>
                  <a:lnTo>
                    <a:pt x="703732" y="2976"/>
                  </a:lnTo>
                  <a:lnTo>
                    <a:pt x="721263" y="0"/>
                  </a:lnTo>
                  <a:lnTo>
                    <a:pt x="730727" y="340"/>
                  </a:lnTo>
                  <a:lnTo>
                    <a:pt x="737153" y="4365"/>
                  </a:lnTo>
                  <a:lnTo>
                    <a:pt x="739756" y="11284"/>
                  </a:lnTo>
                  <a:lnTo>
                    <a:pt x="737752" y="20305"/>
                  </a:lnTo>
                  <a:lnTo>
                    <a:pt x="714627" y="53027"/>
                  </a:lnTo>
                  <a:lnTo>
                    <a:pt x="688081" y="81385"/>
                  </a:lnTo>
                  <a:lnTo>
                    <a:pt x="659859" y="109814"/>
                  </a:lnTo>
                  <a:lnTo>
                    <a:pt x="654498" y="114687"/>
                  </a:lnTo>
                  <a:lnTo>
                    <a:pt x="649299" y="119642"/>
                  </a:lnTo>
                  <a:lnTo>
                    <a:pt x="650031" y="121510"/>
                  </a:lnTo>
                  <a:lnTo>
                    <a:pt x="654498" y="120779"/>
                  </a:lnTo>
                  <a:lnTo>
                    <a:pt x="659046" y="120129"/>
                  </a:lnTo>
                  <a:lnTo>
                    <a:pt x="699374" y="113438"/>
                  </a:lnTo>
                  <a:lnTo>
                    <a:pt x="749720" y="104642"/>
                  </a:lnTo>
                  <a:lnTo>
                    <a:pt x="793146" y="96087"/>
                  </a:lnTo>
                  <a:lnTo>
                    <a:pt x="810617" y="92661"/>
                  </a:lnTo>
                  <a:lnTo>
                    <a:pt x="862998" y="82279"/>
                  </a:lnTo>
                  <a:lnTo>
                    <a:pt x="913529" y="72217"/>
                  </a:lnTo>
                  <a:lnTo>
                    <a:pt x="938806" y="67259"/>
                  </a:lnTo>
                  <a:lnTo>
                    <a:pt x="964121" y="62460"/>
                  </a:lnTo>
                  <a:lnTo>
                    <a:pt x="980716" y="59598"/>
                  </a:lnTo>
                  <a:lnTo>
                    <a:pt x="997342" y="56988"/>
                  </a:lnTo>
                  <a:lnTo>
                    <a:pt x="1013967" y="54453"/>
                  </a:lnTo>
                  <a:lnTo>
                    <a:pt x="1030562" y="51820"/>
                  </a:lnTo>
                  <a:lnTo>
                    <a:pt x="1050713" y="48405"/>
                  </a:lnTo>
                  <a:lnTo>
                    <a:pt x="1090985" y="41392"/>
                  </a:lnTo>
                  <a:lnTo>
                    <a:pt x="1111136" y="37931"/>
                  </a:lnTo>
                  <a:lnTo>
                    <a:pt x="1133371" y="34243"/>
                  </a:lnTo>
                  <a:lnTo>
                    <a:pt x="1155606" y="30600"/>
                  </a:lnTo>
                  <a:lnTo>
                    <a:pt x="1200076" y="23392"/>
                  </a:lnTo>
                  <a:lnTo>
                    <a:pt x="1259856" y="13645"/>
                  </a:lnTo>
                  <a:lnTo>
                    <a:pt x="1264080" y="12995"/>
                  </a:lnTo>
                  <a:lnTo>
                    <a:pt x="1268222" y="11777"/>
                  </a:lnTo>
                  <a:lnTo>
                    <a:pt x="1272446" y="11614"/>
                  </a:lnTo>
                  <a:lnTo>
                    <a:pt x="1282500" y="13168"/>
                  </a:lnTo>
                  <a:lnTo>
                    <a:pt x="1289157" y="18133"/>
                  </a:lnTo>
                  <a:lnTo>
                    <a:pt x="1291886" y="25504"/>
                  </a:lnTo>
                  <a:lnTo>
                    <a:pt x="1290152" y="34276"/>
                  </a:lnTo>
                  <a:lnTo>
                    <a:pt x="1268887" y="71145"/>
                  </a:lnTo>
                  <a:lnTo>
                    <a:pt x="1259282" y="86473"/>
                  </a:lnTo>
                  <a:lnTo>
                    <a:pt x="1254495" y="94137"/>
                  </a:lnTo>
                  <a:lnTo>
                    <a:pt x="1256038" y="96980"/>
                  </a:lnTo>
                  <a:lnTo>
                    <a:pt x="1270699" y="93823"/>
                  </a:lnTo>
                  <a:lnTo>
                    <a:pt x="1278037" y="92263"/>
                  </a:lnTo>
                  <a:lnTo>
                    <a:pt x="1307876" y="85971"/>
                  </a:lnTo>
                  <a:lnTo>
                    <a:pt x="1330368" y="81192"/>
                  </a:lnTo>
                  <a:lnTo>
                    <a:pt x="1352876" y="76551"/>
                  </a:lnTo>
                  <a:lnTo>
                    <a:pt x="1375437" y="72207"/>
                  </a:lnTo>
                  <a:lnTo>
                    <a:pt x="1395776" y="68718"/>
                  </a:lnTo>
                  <a:lnTo>
                    <a:pt x="1416191" y="65557"/>
                  </a:lnTo>
                  <a:lnTo>
                    <a:pt x="1436636" y="62533"/>
                  </a:lnTo>
                  <a:lnTo>
                    <a:pt x="1457066" y="59455"/>
                  </a:lnTo>
                  <a:lnTo>
                    <a:pt x="1495648" y="53495"/>
                  </a:lnTo>
                  <a:lnTo>
                    <a:pt x="1534229" y="47596"/>
                  </a:lnTo>
                  <a:lnTo>
                    <a:pt x="1574241" y="41596"/>
                  </a:lnTo>
                  <a:lnTo>
                    <a:pt x="1614315" y="35657"/>
                  </a:lnTo>
                  <a:lnTo>
                    <a:pt x="1652571" y="29869"/>
                  </a:lnTo>
                  <a:lnTo>
                    <a:pt x="1671699" y="26999"/>
                  </a:lnTo>
                  <a:lnTo>
                    <a:pt x="1690827" y="24204"/>
                  </a:lnTo>
                  <a:lnTo>
                    <a:pt x="1698137" y="23148"/>
                  </a:lnTo>
                  <a:lnTo>
                    <a:pt x="1706097" y="29565"/>
                  </a:lnTo>
                  <a:lnTo>
                    <a:pt x="1707803" y="43941"/>
                  </a:lnTo>
                  <a:lnTo>
                    <a:pt x="1702930" y="50520"/>
                  </a:lnTo>
                  <a:lnTo>
                    <a:pt x="1694564" y="51820"/>
                  </a:lnTo>
                  <a:lnTo>
                    <a:pt x="1674144" y="54841"/>
                  </a:lnTo>
                  <a:lnTo>
                    <a:pt x="1653708" y="57770"/>
                  </a:lnTo>
                  <a:lnTo>
                    <a:pt x="1633273" y="60729"/>
                  </a:lnTo>
                  <a:lnTo>
                    <a:pt x="1612853" y="63841"/>
                  </a:lnTo>
                  <a:lnTo>
                    <a:pt x="1579069" y="69168"/>
                  </a:lnTo>
                  <a:lnTo>
                    <a:pt x="1511562" y="80003"/>
                  </a:lnTo>
                  <a:lnTo>
                    <a:pt x="1477778" y="85284"/>
                  </a:lnTo>
                  <a:lnTo>
                    <a:pt x="1452937" y="88829"/>
                  </a:lnTo>
                  <a:lnTo>
                    <a:pt x="1428049" y="92137"/>
                  </a:lnTo>
                  <a:lnTo>
                    <a:pt x="1403192" y="95553"/>
                  </a:lnTo>
                  <a:lnTo>
                    <a:pt x="1378442" y="99417"/>
                  </a:lnTo>
                  <a:lnTo>
                    <a:pt x="1355834" y="103634"/>
                  </a:lnTo>
                  <a:lnTo>
                    <a:pt x="1333302" y="108301"/>
                  </a:lnTo>
                  <a:lnTo>
                    <a:pt x="1310801" y="113135"/>
                  </a:lnTo>
                  <a:lnTo>
                    <a:pt x="1288284" y="117855"/>
                  </a:lnTo>
                  <a:lnTo>
                    <a:pt x="1248741" y="125622"/>
                  </a:lnTo>
                  <a:lnTo>
                    <a:pt x="1228260" y="128820"/>
                  </a:lnTo>
                  <a:lnTo>
                    <a:pt x="1219894" y="126546"/>
                  </a:lnTo>
                  <a:lnTo>
                    <a:pt x="1217945" y="118098"/>
                  </a:lnTo>
                  <a:lnTo>
                    <a:pt x="1216645" y="112656"/>
                  </a:lnTo>
                  <a:lnTo>
                    <a:pt x="1234027" y="76756"/>
                  </a:lnTo>
                  <a:lnTo>
                    <a:pt x="1241334" y="64953"/>
                  </a:lnTo>
                  <a:lnTo>
                    <a:pt x="1250109" y="50602"/>
                  </a:lnTo>
                  <a:lnTo>
                    <a:pt x="1250921" y="47678"/>
                  </a:lnTo>
                  <a:lnTo>
                    <a:pt x="1252465" y="43779"/>
                  </a:lnTo>
                  <a:lnTo>
                    <a:pt x="1238530" y="45632"/>
                  </a:lnTo>
                  <a:lnTo>
                    <a:pt x="1198370" y="51251"/>
                  </a:lnTo>
                  <a:lnTo>
                    <a:pt x="1123830" y="64650"/>
                  </a:lnTo>
                  <a:lnTo>
                    <a:pt x="1098952" y="68958"/>
                  </a:lnTo>
                  <a:lnTo>
                    <a:pt x="1066459" y="74206"/>
                  </a:lnTo>
                  <a:lnTo>
                    <a:pt x="1033943" y="79263"/>
                  </a:lnTo>
                  <a:lnTo>
                    <a:pt x="1001442" y="84367"/>
                  </a:lnTo>
                  <a:lnTo>
                    <a:pt x="968995" y="89751"/>
                  </a:lnTo>
                  <a:lnTo>
                    <a:pt x="950053" y="93367"/>
                  </a:lnTo>
                  <a:lnTo>
                    <a:pt x="931196" y="97417"/>
                  </a:lnTo>
                  <a:lnTo>
                    <a:pt x="912353" y="101573"/>
                  </a:lnTo>
                  <a:lnTo>
                    <a:pt x="893457" y="105509"/>
                  </a:lnTo>
                  <a:lnTo>
                    <a:pt x="834753" y="116829"/>
                  </a:lnTo>
                  <a:lnTo>
                    <a:pt x="775927" y="127602"/>
                  </a:lnTo>
                  <a:lnTo>
                    <a:pt x="736726" y="133551"/>
                  </a:lnTo>
                  <a:lnTo>
                    <a:pt x="717069" y="136328"/>
                  </a:lnTo>
                  <a:lnTo>
                    <a:pt x="697465" y="139379"/>
                  </a:lnTo>
                  <a:lnTo>
                    <a:pt x="684896" y="141640"/>
                  </a:lnTo>
                  <a:lnTo>
                    <a:pt x="672387" y="144191"/>
                  </a:lnTo>
                  <a:lnTo>
                    <a:pt x="647431" y="149613"/>
                  </a:lnTo>
                  <a:lnTo>
                    <a:pt x="636636" y="150555"/>
                  </a:lnTo>
                  <a:lnTo>
                    <a:pt x="627105" y="148740"/>
                  </a:lnTo>
                  <a:lnTo>
                    <a:pt x="619676" y="144336"/>
                  </a:lnTo>
                  <a:lnTo>
                    <a:pt x="615186" y="137511"/>
                  </a:lnTo>
                  <a:lnTo>
                    <a:pt x="613984" y="129458"/>
                  </a:lnTo>
                  <a:lnTo>
                    <a:pt x="615561" y="122007"/>
                  </a:lnTo>
                  <a:lnTo>
                    <a:pt x="640375" y="91376"/>
                  </a:lnTo>
                  <a:lnTo>
                    <a:pt x="648981" y="82845"/>
                  </a:lnTo>
                  <a:lnTo>
                    <a:pt x="657503" y="74238"/>
                  </a:lnTo>
                  <a:lnTo>
                    <a:pt x="684388" y="46134"/>
                  </a:lnTo>
                  <a:lnTo>
                    <a:pt x="692754" y="36225"/>
                  </a:lnTo>
                  <a:lnTo>
                    <a:pt x="697790" y="30296"/>
                  </a:lnTo>
                  <a:lnTo>
                    <a:pt x="680407" y="32574"/>
                  </a:lnTo>
                  <a:lnTo>
                    <a:pt x="663503" y="34753"/>
                  </a:lnTo>
                  <a:lnTo>
                    <a:pt x="646950" y="36978"/>
                  </a:lnTo>
                  <a:lnTo>
                    <a:pt x="590666" y="46124"/>
                  </a:lnTo>
                  <a:lnTo>
                    <a:pt x="492873" y="63709"/>
                  </a:lnTo>
                  <a:lnTo>
                    <a:pt x="435032" y="74563"/>
                  </a:lnTo>
                  <a:lnTo>
                    <a:pt x="392645" y="85128"/>
                  </a:lnTo>
                  <a:lnTo>
                    <a:pt x="378501" y="88614"/>
                  </a:lnTo>
                  <a:lnTo>
                    <a:pt x="358725" y="93007"/>
                  </a:lnTo>
                  <a:lnTo>
                    <a:pt x="319083" y="101487"/>
                  </a:lnTo>
                  <a:lnTo>
                    <a:pt x="299308" y="105834"/>
                  </a:lnTo>
                  <a:lnTo>
                    <a:pt x="282690" y="109654"/>
                  </a:lnTo>
                  <a:lnTo>
                    <a:pt x="266087" y="113611"/>
                  </a:lnTo>
                  <a:lnTo>
                    <a:pt x="249485" y="117598"/>
                  </a:lnTo>
                  <a:lnTo>
                    <a:pt x="232867" y="121510"/>
                  </a:lnTo>
                  <a:lnTo>
                    <a:pt x="215749" y="125431"/>
                  </a:lnTo>
                  <a:lnTo>
                    <a:pt x="181514" y="133183"/>
                  </a:lnTo>
                  <a:lnTo>
                    <a:pt x="164396" y="137105"/>
                  </a:lnTo>
                  <a:lnTo>
                    <a:pt x="146656" y="141211"/>
                  </a:lnTo>
                  <a:lnTo>
                    <a:pt x="111146" y="149486"/>
                  </a:lnTo>
                  <a:lnTo>
                    <a:pt x="93406" y="153593"/>
                  </a:lnTo>
                  <a:lnTo>
                    <a:pt x="75056" y="157781"/>
                  </a:lnTo>
                  <a:lnTo>
                    <a:pt x="56683" y="161939"/>
                  </a:lnTo>
                  <a:lnTo>
                    <a:pt x="38295" y="166066"/>
                  </a:lnTo>
                  <a:lnTo>
                    <a:pt x="19899" y="170163"/>
                  </a:lnTo>
                  <a:lnTo>
                    <a:pt x="17787" y="170650"/>
                  </a:lnTo>
                  <a:lnTo>
                    <a:pt x="15594" y="170731"/>
                  </a:lnTo>
                  <a:close/>
                </a:path>
              </a:pathLst>
            </a:custGeom>
            <a:solidFill>
              <a:srgbClr val="1529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7720083" y="54017"/>
            <a:ext cx="10135870" cy="9826625"/>
            <a:chOff x="7720083" y="54017"/>
            <a:chExt cx="10135870" cy="982662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41513" y="54017"/>
              <a:ext cx="627379" cy="6102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720083" y="2066799"/>
              <a:ext cx="10135870" cy="7813675"/>
            </a:xfrm>
            <a:custGeom>
              <a:avLst/>
              <a:gdLst/>
              <a:ahLst/>
              <a:cxnLst/>
              <a:rect l="l" t="t" r="r" b="b"/>
              <a:pathLst>
                <a:path w="10135869" h="7813675">
                  <a:moveTo>
                    <a:pt x="10135535" y="7813552"/>
                  </a:moveTo>
                  <a:lnTo>
                    <a:pt x="0" y="7813552"/>
                  </a:lnTo>
                  <a:lnTo>
                    <a:pt x="0" y="0"/>
                  </a:lnTo>
                  <a:lnTo>
                    <a:pt x="10135535" y="0"/>
                  </a:lnTo>
                  <a:lnTo>
                    <a:pt x="10135535" y="7813552"/>
                  </a:lnTo>
                  <a:close/>
                </a:path>
              </a:pathLst>
            </a:custGeom>
            <a:solidFill>
              <a:srgbClr val="F9E7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125681" y="2285938"/>
            <a:ext cx="9324340" cy="643382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algn="ctr" marL="12065" marR="5080" indent="-635">
              <a:lnSpc>
                <a:spcPts val="6300"/>
              </a:lnSpc>
              <a:spcBef>
                <a:spcPts val="359"/>
              </a:spcBef>
            </a:pPr>
            <a:r>
              <a:rPr dirty="0" sz="5300" spc="-220">
                <a:solidFill>
                  <a:srgbClr val="152950"/>
                </a:solidFill>
                <a:latin typeface="Trebuchet MS"/>
                <a:cs typeface="Trebuchet MS"/>
              </a:rPr>
              <a:t>J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140">
                <a:solidFill>
                  <a:srgbClr val="152950"/>
                </a:solidFill>
                <a:latin typeface="Trebuchet MS"/>
                <a:cs typeface="Trebuchet MS"/>
              </a:rPr>
              <a:t>b</a:t>
            </a:r>
            <a:r>
              <a:rPr dirty="0" sz="5300" spc="-425">
                <a:solidFill>
                  <a:srgbClr val="152950"/>
                </a:solidFill>
                <a:latin typeface="Trebuchet MS"/>
                <a:cs typeface="Trebuchet MS"/>
              </a:rPr>
              <a:t>o</a:t>
            </a:r>
            <a:r>
              <a:rPr dirty="0" sz="5300" spc="-335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140">
                <a:solidFill>
                  <a:srgbClr val="152950"/>
                </a:solidFill>
                <a:latin typeface="Trebuchet MS"/>
                <a:cs typeface="Trebuchet MS"/>
              </a:rPr>
              <a:t>b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-14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5300" spc="-994">
                <a:solidFill>
                  <a:srgbClr val="152950"/>
                </a:solidFill>
                <a:latin typeface="Trebuchet MS"/>
                <a:cs typeface="Trebuchet MS"/>
              </a:rPr>
              <a:t>,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-140">
                <a:solidFill>
                  <a:srgbClr val="152950"/>
                </a:solidFill>
                <a:latin typeface="Trebuchet MS"/>
                <a:cs typeface="Trebuchet MS"/>
              </a:rPr>
              <a:t>b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100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25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155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180">
                <a:solidFill>
                  <a:srgbClr val="152950"/>
                </a:solidFill>
                <a:latin typeface="Trebuchet MS"/>
                <a:cs typeface="Trebuchet MS"/>
              </a:rPr>
              <a:t>h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-220">
                <a:solidFill>
                  <a:srgbClr val="152950"/>
                </a:solidFill>
                <a:latin typeface="Trebuchet MS"/>
                <a:cs typeface="Trebuchet MS"/>
              </a:rPr>
              <a:t>u  </a:t>
            </a:r>
            <a:r>
              <a:rPr dirty="0" sz="5300" spc="-14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w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42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869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22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5300" spc="-425">
                <a:solidFill>
                  <a:srgbClr val="152950"/>
                </a:solidFill>
                <a:latin typeface="Trebuchet MS"/>
                <a:cs typeface="Trebuchet MS"/>
              </a:rPr>
              <a:t>o</a:t>
            </a:r>
            <a:r>
              <a:rPr dirty="0" sz="5300" spc="-220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5300" spc="-425">
                <a:solidFill>
                  <a:srgbClr val="152950"/>
                </a:solidFill>
                <a:latin typeface="Trebuchet MS"/>
                <a:cs typeface="Trebuchet MS"/>
              </a:rPr>
              <a:t>o</a:t>
            </a:r>
            <a:r>
              <a:rPr dirty="0" sz="5300" spc="-155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5300" spc="-20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42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22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5300" spc="-220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335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114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335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5300" spc="-260">
                <a:solidFill>
                  <a:srgbClr val="152950"/>
                </a:solidFill>
                <a:latin typeface="Trebuchet MS"/>
                <a:cs typeface="Trebuchet MS"/>
              </a:rPr>
              <a:t>i  </a:t>
            </a:r>
            <a:r>
              <a:rPr dirty="0" sz="5300" spc="434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-335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5300" spc="-425">
                <a:solidFill>
                  <a:srgbClr val="152950"/>
                </a:solidFill>
                <a:latin typeface="Trebuchet MS"/>
                <a:cs typeface="Trebuchet MS"/>
              </a:rPr>
              <a:t>o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5300" spc="-20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5300" spc="-27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175">
                <a:solidFill>
                  <a:srgbClr val="152950"/>
                </a:solidFill>
                <a:latin typeface="Trebuchet MS"/>
                <a:cs typeface="Trebuchet MS"/>
              </a:rPr>
              <a:t>y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50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869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175">
                <a:solidFill>
                  <a:srgbClr val="152950"/>
                </a:solidFill>
                <a:latin typeface="Trebuchet MS"/>
                <a:cs typeface="Trebuchet MS"/>
              </a:rPr>
              <a:t>y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-140">
                <a:solidFill>
                  <a:srgbClr val="152950"/>
                </a:solidFill>
                <a:latin typeface="Trebuchet MS"/>
                <a:cs typeface="Trebuchet MS"/>
              </a:rPr>
              <a:t>b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140">
                <a:solidFill>
                  <a:srgbClr val="152950"/>
                </a:solidFill>
                <a:latin typeface="Trebuchet MS"/>
                <a:cs typeface="Trebuchet MS"/>
              </a:rPr>
              <a:t>b</a:t>
            </a:r>
            <a:r>
              <a:rPr dirty="0" sz="5300" spc="-14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300">
                <a:solidFill>
                  <a:srgbClr val="152950"/>
                </a:solidFill>
                <a:latin typeface="Trebuchet MS"/>
                <a:cs typeface="Trebuchet MS"/>
              </a:rPr>
              <a:t>n  </a:t>
            </a:r>
            <a:r>
              <a:rPr dirty="0" sz="5300" spc="-420">
                <a:solidFill>
                  <a:srgbClr val="152950"/>
                </a:solidFill>
                <a:latin typeface="Trebuchet MS"/>
                <a:cs typeface="Trebuchet MS"/>
              </a:rPr>
              <a:t>kemacetan.</a:t>
            </a:r>
            <a:endParaRPr sz="5300">
              <a:latin typeface="Trebuchet MS"/>
              <a:cs typeface="Trebuchet MS"/>
            </a:endParaRPr>
          </a:p>
          <a:p>
            <a:pPr algn="ctr" marL="66675" marR="59055" indent="-635">
              <a:lnSpc>
                <a:spcPts val="6300"/>
              </a:lnSpc>
            </a:pPr>
            <a:r>
              <a:rPr dirty="0" sz="5300" spc="-27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-2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5300" spc="-19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869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100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5300" spc="-25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100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5300" spc="-22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42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20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300" spc="-20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5300" spc="-875">
                <a:solidFill>
                  <a:srgbClr val="152950"/>
                </a:solidFill>
                <a:latin typeface="Trebuchet MS"/>
                <a:cs typeface="Trebuchet MS"/>
              </a:rPr>
              <a:t>,  </a:t>
            </a:r>
            <a:r>
              <a:rPr dirty="0" sz="5300" spc="-240">
                <a:solidFill>
                  <a:srgbClr val="152950"/>
                </a:solidFill>
                <a:latin typeface="Trebuchet MS"/>
                <a:cs typeface="Trebuchet MS"/>
              </a:rPr>
              <a:t>peningkatan </a:t>
            </a:r>
            <a:r>
              <a:rPr dirty="0" sz="5300" spc="-210">
                <a:solidFill>
                  <a:srgbClr val="152950"/>
                </a:solidFill>
                <a:latin typeface="Trebuchet MS"/>
                <a:cs typeface="Trebuchet MS"/>
              </a:rPr>
              <a:t>layanan </a:t>
            </a:r>
            <a:r>
              <a:rPr dirty="0" sz="5300" spc="-180">
                <a:solidFill>
                  <a:srgbClr val="152950"/>
                </a:solidFill>
                <a:latin typeface="Trebuchet MS"/>
                <a:cs typeface="Trebuchet MS"/>
              </a:rPr>
              <a:t>transportasi </a:t>
            </a:r>
            <a:r>
              <a:rPr dirty="0" sz="5300" spc="-158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2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5300" spc="-869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5300" spc="-2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5300" spc="-869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5300" spc="-994">
                <a:solidFill>
                  <a:srgbClr val="152950"/>
                </a:solidFill>
                <a:latin typeface="Trebuchet MS"/>
                <a:cs typeface="Trebuchet MS"/>
              </a:rPr>
              <a:t>,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37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-220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22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-25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220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5300" spc="-33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5300" spc="-90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490">
                <a:solidFill>
                  <a:srgbClr val="152950"/>
                </a:solidFill>
                <a:latin typeface="Trebuchet MS"/>
                <a:cs typeface="Trebuchet MS"/>
              </a:rPr>
              <a:t>(</a:t>
            </a:r>
            <a:r>
              <a:rPr dirty="0" sz="5300" spc="-220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22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300" spc="-27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33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5300" spc="-46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300" spc="-204">
                <a:solidFill>
                  <a:srgbClr val="152950"/>
                </a:solidFill>
                <a:latin typeface="Trebuchet MS"/>
                <a:cs typeface="Trebuchet MS"/>
              </a:rPr>
              <a:t>l  </a:t>
            </a:r>
            <a:r>
              <a:rPr dirty="0" sz="5300" spc="-254">
                <a:solidFill>
                  <a:srgbClr val="152950"/>
                </a:solidFill>
                <a:latin typeface="Trebuchet MS"/>
                <a:cs typeface="Trebuchet MS"/>
              </a:rPr>
              <a:t>Listrik),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430">
                <a:solidFill>
                  <a:srgbClr val="152950"/>
                </a:solidFill>
                <a:latin typeface="Trebuchet MS"/>
                <a:cs typeface="Trebuchet MS"/>
              </a:rPr>
              <a:t>menjadi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204">
                <a:solidFill>
                  <a:srgbClr val="152950"/>
                </a:solidFill>
                <a:latin typeface="Trebuchet MS"/>
                <a:cs typeface="Trebuchet MS"/>
              </a:rPr>
              <a:t>sangat</a:t>
            </a:r>
            <a:r>
              <a:rPr dirty="0" sz="5300" spc="-24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300" spc="-325">
                <a:solidFill>
                  <a:srgbClr val="152950"/>
                </a:solidFill>
                <a:latin typeface="Trebuchet MS"/>
                <a:cs typeface="Trebuchet MS"/>
              </a:rPr>
              <a:t>penting.</a:t>
            </a:r>
            <a:endParaRPr sz="5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98067" y="0"/>
            <a:ext cx="10090150" cy="10287000"/>
            <a:chOff x="8198067" y="0"/>
            <a:chExt cx="10090150" cy="10287000"/>
          </a:xfrm>
        </p:grpSpPr>
        <p:sp>
          <p:nvSpPr>
            <p:cNvPr id="3" name="object 3"/>
            <p:cNvSpPr/>
            <p:nvPr/>
          </p:nvSpPr>
          <p:spPr>
            <a:xfrm>
              <a:off x="10668004" y="0"/>
              <a:ext cx="7620000" cy="5902325"/>
            </a:xfrm>
            <a:custGeom>
              <a:avLst/>
              <a:gdLst/>
              <a:ahLst/>
              <a:cxnLst/>
              <a:rect l="l" t="t" r="r" b="b"/>
              <a:pathLst>
                <a:path w="7620000" h="5902325">
                  <a:moveTo>
                    <a:pt x="0" y="5902049"/>
                  </a:moveTo>
                  <a:lnTo>
                    <a:pt x="0" y="0"/>
                  </a:lnTo>
                  <a:lnTo>
                    <a:pt x="7619994" y="0"/>
                  </a:lnTo>
                  <a:lnTo>
                    <a:pt x="7619994" y="5902049"/>
                  </a:lnTo>
                  <a:lnTo>
                    <a:pt x="0" y="5902049"/>
                  </a:lnTo>
                  <a:close/>
                </a:path>
              </a:pathLst>
            </a:custGeom>
            <a:solidFill>
              <a:srgbClr val="F0C2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668000" y="4304"/>
              <a:ext cx="7508240" cy="4380865"/>
            </a:xfrm>
            <a:custGeom>
              <a:avLst/>
              <a:gdLst/>
              <a:ahLst/>
              <a:cxnLst/>
              <a:rect l="l" t="t" r="r" b="b"/>
              <a:pathLst>
                <a:path w="7508240" h="4380865">
                  <a:moveTo>
                    <a:pt x="264795" y="4319943"/>
                  </a:moveTo>
                  <a:lnTo>
                    <a:pt x="0" y="4319943"/>
                  </a:lnTo>
                  <a:lnTo>
                    <a:pt x="0" y="4356049"/>
                  </a:lnTo>
                  <a:lnTo>
                    <a:pt x="264795" y="4356049"/>
                  </a:lnTo>
                  <a:lnTo>
                    <a:pt x="264795" y="4319943"/>
                  </a:lnTo>
                  <a:close/>
                </a:path>
                <a:path w="7508240" h="4380865">
                  <a:moveTo>
                    <a:pt x="264795" y="3502685"/>
                  </a:moveTo>
                  <a:lnTo>
                    <a:pt x="0" y="3502685"/>
                  </a:lnTo>
                  <a:lnTo>
                    <a:pt x="0" y="3538791"/>
                  </a:lnTo>
                  <a:lnTo>
                    <a:pt x="264795" y="3538791"/>
                  </a:lnTo>
                  <a:lnTo>
                    <a:pt x="264795" y="3502685"/>
                  </a:lnTo>
                  <a:close/>
                </a:path>
                <a:path w="7508240" h="4380865">
                  <a:moveTo>
                    <a:pt x="264795" y="2685453"/>
                  </a:moveTo>
                  <a:lnTo>
                    <a:pt x="0" y="2685453"/>
                  </a:lnTo>
                  <a:lnTo>
                    <a:pt x="0" y="2721559"/>
                  </a:lnTo>
                  <a:lnTo>
                    <a:pt x="264795" y="2721559"/>
                  </a:lnTo>
                  <a:lnTo>
                    <a:pt x="264795" y="2685453"/>
                  </a:lnTo>
                  <a:close/>
                </a:path>
                <a:path w="7508240" h="4380865">
                  <a:moveTo>
                    <a:pt x="264795" y="1868195"/>
                  </a:moveTo>
                  <a:lnTo>
                    <a:pt x="0" y="1868195"/>
                  </a:lnTo>
                  <a:lnTo>
                    <a:pt x="0" y="1904314"/>
                  </a:lnTo>
                  <a:lnTo>
                    <a:pt x="264795" y="1904314"/>
                  </a:lnTo>
                  <a:lnTo>
                    <a:pt x="264795" y="1868195"/>
                  </a:lnTo>
                  <a:close/>
                </a:path>
                <a:path w="7508240" h="4380865">
                  <a:moveTo>
                    <a:pt x="264795" y="1050950"/>
                  </a:moveTo>
                  <a:lnTo>
                    <a:pt x="0" y="1050950"/>
                  </a:lnTo>
                  <a:lnTo>
                    <a:pt x="0" y="1087056"/>
                  </a:lnTo>
                  <a:lnTo>
                    <a:pt x="264795" y="1087056"/>
                  </a:lnTo>
                  <a:lnTo>
                    <a:pt x="264795" y="1050950"/>
                  </a:lnTo>
                  <a:close/>
                </a:path>
                <a:path w="7508240" h="4380865">
                  <a:moveTo>
                    <a:pt x="264795" y="233718"/>
                  </a:moveTo>
                  <a:lnTo>
                    <a:pt x="0" y="233718"/>
                  </a:lnTo>
                  <a:lnTo>
                    <a:pt x="0" y="269824"/>
                  </a:lnTo>
                  <a:lnTo>
                    <a:pt x="264795" y="269824"/>
                  </a:lnTo>
                  <a:lnTo>
                    <a:pt x="264795" y="233718"/>
                  </a:lnTo>
                  <a:close/>
                </a:path>
                <a:path w="7508240" h="4380865">
                  <a:moveTo>
                    <a:pt x="5093690" y="4320540"/>
                  </a:moveTo>
                  <a:lnTo>
                    <a:pt x="4847514" y="4320540"/>
                  </a:lnTo>
                  <a:lnTo>
                    <a:pt x="4847514" y="4024630"/>
                  </a:lnTo>
                  <a:lnTo>
                    <a:pt x="4811407" y="4024630"/>
                  </a:lnTo>
                  <a:lnTo>
                    <a:pt x="4811407" y="4320540"/>
                  </a:lnTo>
                  <a:lnTo>
                    <a:pt x="4540389" y="4320540"/>
                  </a:lnTo>
                  <a:lnTo>
                    <a:pt x="4540389" y="4356100"/>
                  </a:lnTo>
                  <a:lnTo>
                    <a:pt x="4811407" y="4356100"/>
                  </a:lnTo>
                  <a:lnTo>
                    <a:pt x="4811407" y="4380408"/>
                  </a:lnTo>
                  <a:lnTo>
                    <a:pt x="4847514" y="4380408"/>
                  </a:lnTo>
                  <a:lnTo>
                    <a:pt x="4847514" y="4356100"/>
                  </a:lnTo>
                  <a:lnTo>
                    <a:pt x="5093690" y="4356100"/>
                  </a:lnTo>
                  <a:lnTo>
                    <a:pt x="5093690" y="4320540"/>
                  </a:lnTo>
                  <a:close/>
                </a:path>
                <a:path w="7508240" h="4380865">
                  <a:moveTo>
                    <a:pt x="5093690" y="2686050"/>
                  </a:moveTo>
                  <a:lnTo>
                    <a:pt x="4847514" y="2686050"/>
                  </a:lnTo>
                  <a:lnTo>
                    <a:pt x="4847514" y="2414270"/>
                  </a:lnTo>
                  <a:lnTo>
                    <a:pt x="4811407" y="2414270"/>
                  </a:lnTo>
                  <a:lnTo>
                    <a:pt x="4811407" y="2686050"/>
                  </a:lnTo>
                  <a:lnTo>
                    <a:pt x="4540389" y="2686050"/>
                  </a:lnTo>
                  <a:lnTo>
                    <a:pt x="4540389" y="2721610"/>
                  </a:lnTo>
                  <a:lnTo>
                    <a:pt x="5093690" y="2721610"/>
                  </a:lnTo>
                  <a:lnTo>
                    <a:pt x="5093690" y="2686050"/>
                  </a:lnTo>
                  <a:close/>
                </a:path>
                <a:path w="7508240" h="4380865">
                  <a:moveTo>
                    <a:pt x="5093690" y="1868170"/>
                  </a:moveTo>
                  <a:lnTo>
                    <a:pt x="4847514" y="1868170"/>
                  </a:lnTo>
                  <a:lnTo>
                    <a:pt x="4847514" y="1609090"/>
                  </a:lnTo>
                  <a:lnTo>
                    <a:pt x="4811407" y="1609090"/>
                  </a:lnTo>
                  <a:lnTo>
                    <a:pt x="4811407" y="1868170"/>
                  </a:lnTo>
                  <a:lnTo>
                    <a:pt x="4540389" y="1868170"/>
                  </a:lnTo>
                  <a:lnTo>
                    <a:pt x="4540389" y="1903730"/>
                  </a:lnTo>
                  <a:lnTo>
                    <a:pt x="4811407" y="1903730"/>
                  </a:lnTo>
                  <a:lnTo>
                    <a:pt x="4811407" y="2162810"/>
                  </a:lnTo>
                  <a:lnTo>
                    <a:pt x="4847514" y="2162810"/>
                  </a:lnTo>
                  <a:lnTo>
                    <a:pt x="4847514" y="1903730"/>
                  </a:lnTo>
                  <a:lnTo>
                    <a:pt x="5093690" y="1903730"/>
                  </a:lnTo>
                  <a:lnTo>
                    <a:pt x="5093690" y="1868170"/>
                  </a:lnTo>
                  <a:close/>
                </a:path>
                <a:path w="7508240" h="4380865">
                  <a:moveTo>
                    <a:pt x="5093690" y="1051560"/>
                  </a:moveTo>
                  <a:lnTo>
                    <a:pt x="4847514" y="1051560"/>
                  </a:lnTo>
                  <a:lnTo>
                    <a:pt x="4847514" y="805180"/>
                  </a:lnTo>
                  <a:lnTo>
                    <a:pt x="4811407" y="805180"/>
                  </a:lnTo>
                  <a:lnTo>
                    <a:pt x="4811407" y="1051560"/>
                  </a:lnTo>
                  <a:lnTo>
                    <a:pt x="4540389" y="1051560"/>
                  </a:lnTo>
                  <a:lnTo>
                    <a:pt x="4540389" y="1087120"/>
                  </a:lnTo>
                  <a:lnTo>
                    <a:pt x="4811407" y="1087120"/>
                  </a:lnTo>
                  <a:lnTo>
                    <a:pt x="4811407" y="1357630"/>
                  </a:lnTo>
                  <a:lnTo>
                    <a:pt x="4847514" y="1357630"/>
                  </a:lnTo>
                  <a:lnTo>
                    <a:pt x="4847514" y="1087120"/>
                  </a:lnTo>
                  <a:lnTo>
                    <a:pt x="5093690" y="1087120"/>
                  </a:lnTo>
                  <a:lnTo>
                    <a:pt x="5093690" y="1051560"/>
                  </a:lnTo>
                  <a:close/>
                </a:path>
                <a:path w="7508240" h="4380865">
                  <a:moveTo>
                    <a:pt x="5898515" y="4320540"/>
                  </a:moveTo>
                  <a:lnTo>
                    <a:pt x="5664784" y="4320540"/>
                  </a:lnTo>
                  <a:lnTo>
                    <a:pt x="5664784" y="4024630"/>
                  </a:lnTo>
                  <a:lnTo>
                    <a:pt x="5628665" y="4024630"/>
                  </a:lnTo>
                  <a:lnTo>
                    <a:pt x="5628665" y="4320540"/>
                  </a:lnTo>
                  <a:lnTo>
                    <a:pt x="5345214" y="4320540"/>
                  </a:lnTo>
                  <a:lnTo>
                    <a:pt x="5345214" y="4356100"/>
                  </a:lnTo>
                  <a:lnTo>
                    <a:pt x="5628665" y="4356100"/>
                  </a:lnTo>
                  <a:lnTo>
                    <a:pt x="5628665" y="4380408"/>
                  </a:lnTo>
                  <a:lnTo>
                    <a:pt x="5664784" y="4380408"/>
                  </a:lnTo>
                  <a:lnTo>
                    <a:pt x="5664784" y="4356100"/>
                  </a:lnTo>
                  <a:lnTo>
                    <a:pt x="5898515" y="4356100"/>
                  </a:lnTo>
                  <a:lnTo>
                    <a:pt x="5898515" y="4320540"/>
                  </a:lnTo>
                  <a:close/>
                </a:path>
                <a:path w="7508240" h="4380865">
                  <a:moveTo>
                    <a:pt x="5898515" y="3502660"/>
                  </a:moveTo>
                  <a:lnTo>
                    <a:pt x="5664784" y="3502660"/>
                  </a:lnTo>
                  <a:lnTo>
                    <a:pt x="5664784" y="3219450"/>
                  </a:lnTo>
                  <a:lnTo>
                    <a:pt x="5628665" y="3219450"/>
                  </a:lnTo>
                  <a:lnTo>
                    <a:pt x="5628665" y="3502660"/>
                  </a:lnTo>
                  <a:lnTo>
                    <a:pt x="5345214" y="3502660"/>
                  </a:lnTo>
                  <a:lnTo>
                    <a:pt x="5345214" y="3538220"/>
                  </a:lnTo>
                  <a:lnTo>
                    <a:pt x="5628665" y="3538220"/>
                  </a:lnTo>
                  <a:lnTo>
                    <a:pt x="5628665" y="3773170"/>
                  </a:lnTo>
                  <a:lnTo>
                    <a:pt x="5664784" y="3773170"/>
                  </a:lnTo>
                  <a:lnTo>
                    <a:pt x="5664784" y="3538220"/>
                  </a:lnTo>
                  <a:lnTo>
                    <a:pt x="5898515" y="3538220"/>
                  </a:lnTo>
                  <a:lnTo>
                    <a:pt x="5898515" y="3502660"/>
                  </a:lnTo>
                  <a:close/>
                </a:path>
                <a:path w="7508240" h="4380865">
                  <a:moveTo>
                    <a:pt x="5898515" y="2686050"/>
                  </a:moveTo>
                  <a:lnTo>
                    <a:pt x="5664784" y="2686050"/>
                  </a:lnTo>
                  <a:lnTo>
                    <a:pt x="5664784" y="2414270"/>
                  </a:lnTo>
                  <a:lnTo>
                    <a:pt x="5628665" y="2414270"/>
                  </a:lnTo>
                  <a:lnTo>
                    <a:pt x="5628665" y="2686050"/>
                  </a:lnTo>
                  <a:lnTo>
                    <a:pt x="5345214" y="2686050"/>
                  </a:lnTo>
                  <a:lnTo>
                    <a:pt x="5345214" y="2721610"/>
                  </a:lnTo>
                  <a:lnTo>
                    <a:pt x="5628665" y="2721610"/>
                  </a:lnTo>
                  <a:lnTo>
                    <a:pt x="5628665" y="2967990"/>
                  </a:lnTo>
                  <a:lnTo>
                    <a:pt x="5664784" y="2967990"/>
                  </a:lnTo>
                  <a:lnTo>
                    <a:pt x="5664784" y="2721610"/>
                  </a:lnTo>
                  <a:lnTo>
                    <a:pt x="5898515" y="2721610"/>
                  </a:lnTo>
                  <a:lnTo>
                    <a:pt x="5898515" y="2686050"/>
                  </a:lnTo>
                  <a:close/>
                </a:path>
                <a:path w="7508240" h="4380865">
                  <a:moveTo>
                    <a:pt x="5898515" y="1868170"/>
                  </a:moveTo>
                  <a:lnTo>
                    <a:pt x="5664784" y="1868170"/>
                  </a:lnTo>
                  <a:lnTo>
                    <a:pt x="5664784" y="1609090"/>
                  </a:lnTo>
                  <a:lnTo>
                    <a:pt x="5628665" y="1609090"/>
                  </a:lnTo>
                  <a:lnTo>
                    <a:pt x="5628665" y="1868170"/>
                  </a:lnTo>
                  <a:lnTo>
                    <a:pt x="5345214" y="1868170"/>
                  </a:lnTo>
                  <a:lnTo>
                    <a:pt x="5345214" y="1903730"/>
                  </a:lnTo>
                  <a:lnTo>
                    <a:pt x="5628665" y="1903730"/>
                  </a:lnTo>
                  <a:lnTo>
                    <a:pt x="5628665" y="2162810"/>
                  </a:lnTo>
                  <a:lnTo>
                    <a:pt x="5664784" y="2162810"/>
                  </a:lnTo>
                  <a:lnTo>
                    <a:pt x="5664784" y="1903730"/>
                  </a:lnTo>
                  <a:lnTo>
                    <a:pt x="5898515" y="1903730"/>
                  </a:lnTo>
                  <a:lnTo>
                    <a:pt x="5898515" y="1868170"/>
                  </a:lnTo>
                  <a:close/>
                </a:path>
                <a:path w="7508240" h="4380865">
                  <a:moveTo>
                    <a:pt x="5898515" y="1051560"/>
                  </a:moveTo>
                  <a:lnTo>
                    <a:pt x="5664784" y="1051560"/>
                  </a:lnTo>
                  <a:lnTo>
                    <a:pt x="5664784" y="805180"/>
                  </a:lnTo>
                  <a:lnTo>
                    <a:pt x="5628665" y="805180"/>
                  </a:lnTo>
                  <a:lnTo>
                    <a:pt x="5628665" y="1051560"/>
                  </a:lnTo>
                  <a:lnTo>
                    <a:pt x="5345214" y="1051560"/>
                  </a:lnTo>
                  <a:lnTo>
                    <a:pt x="5345214" y="1087120"/>
                  </a:lnTo>
                  <a:lnTo>
                    <a:pt x="5628665" y="1087120"/>
                  </a:lnTo>
                  <a:lnTo>
                    <a:pt x="5628665" y="1357630"/>
                  </a:lnTo>
                  <a:lnTo>
                    <a:pt x="5664784" y="1357630"/>
                  </a:lnTo>
                  <a:lnTo>
                    <a:pt x="5664784" y="1087120"/>
                  </a:lnTo>
                  <a:lnTo>
                    <a:pt x="5898515" y="1087120"/>
                  </a:lnTo>
                  <a:lnTo>
                    <a:pt x="5898515" y="1051560"/>
                  </a:lnTo>
                  <a:close/>
                </a:path>
                <a:path w="7508240" h="4380865">
                  <a:moveTo>
                    <a:pt x="5898515" y="233680"/>
                  </a:moveTo>
                  <a:lnTo>
                    <a:pt x="5664784" y="233680"/>
                  </a:lnTo>
                  <a:lnTo>
                    <a:pt x="5664784" y="0"/>
                  </a:lnTo>
                  <a:lnTo>
                    <a:pt x="5628665" y="0"/>
                  </a:lnTo>
                  <a:lnTo>
                    <a:pt x="5628665" y="233680"/>
                  </a:lnTo>
                  <a:lnTo>
                    <a:pt x="5345214" y="233680"/>
                  </a:lnTo>
                  <a:lnTo>
                    <a:pt x="5345214" y="269240"/>
                  </a:lnTo>
                  <a:lnTo>
                    <a:pt x="5628665" y="269240"/>
                  </a:lnTo>
                  <a:lnTo>
                    <a:pt x="5628665" y="553720"/>
                  </a:lnTo>
                  <a:lnTo>
                    <a:pt x="5664784" y="553720"/>
                  </a:lnTo>
                  <a:lnTo>
                    <a:pt x="5664784" y="269240"/>
                  </a:lnTo>
                  <a:lnTo>
                    <a:pt x="5898515" y="269240"/>
                  </a:lnTo>
                  <a:lnTo>
                    <a:pt x="5898515" y="233680"/>
                  </a:lnTo>
                  <a:close/>
                </a:path>
                <a:path w="7508240" h="4380865">
                  <a:moveTo>
                    <a:pt x="6703339" y="4319943"/>
                  </a:moveTo>
                  <a:lnTo>
                    <a:pt x="6482016" y="4319943"/>
                  </a:lnTo>
                  <a:lnTo>
                    <a:pt x="6482016" y="4024045"/>
                  </a:lnTo>
                  <a:lnTo>
                    <a:pt x="6445910" y="4024045"/>
                  </a:lnTo>
                  <a:lnTo>
                    <a:pt x="6445910" y="4319943"/>
                  </a:lnTo>
                  <a:lnTo>
                    <a:pt x="6150038" y="4319943"/>
                  </a:lnTo>
                  <a:lnTo>
                    <a:pt x="6150038" y="4356049"/>
                  </a:lnTo>
                  <a:lnTo>
                    <a:pt x="6445910" y="4356049"/>
                  </a:lnTo>
                  <a:lnTo>
                    <a:pt x="6445910" y="4380408"/>
                  </a:lnTo>
                  <a:lnTo>
                    <a:pt x="6482016" y="4380408"/>
                  </a:lnTo>
                  <a:lnTo>
                    <a:pt x="6482016" y="4356049"/>
                  </a:lnTo>
                  <a:lnTo>
                    <a:pt x="6703339" y="4356049"/>
                  </a:lnTo>
                  <a:lnTo>
                    <a:pt x="6703339" y="4319943"/>
                  </a:lnTo>
                  <a:close/>
                </a:path>
                <a:path w="7508240" h="4380865">
                  <a:moveTo>
                    <a:pt x="6703339" y="3502660"/>
                  </a:moveTo>
                  <a:lnTo>
                    <a:pt x="6482016" y="3502660"/>
                  </a:lnTo>
                  <a:lnTo>
                    <a:pt x="6482016" y="3219450"/>
                  </a:lnTo>
                  <a:lnTo>
                    <a:pt x="6445910" y="3219450"/>
                  </a:lnTo>
                  <a:lnTo>
                    <a:pt x="6445910" y="3502660"/>
                  </a:lnTo>
                  <a:lnTo>
                    <a:pt x="6150038" y="3502660"/>
                  </a:lnTo>
                  <a:lnTo>
                    <a:pt x="6150038" y="3538220"/>
                  </a:lnTo>
                  <a:lnTo>
                    <a:pt x="6445910" y="3538220"/>
                  </a:lnTo>
                  <a:lnTo>
                    <a:pt x="6445910" y="3773170"/>
                  </a:lnTo>
                  <a:lnTo>
                    <a:pt x="6482016" y="3773170"/>
                  </a:lnTo>
                  <a:lnTo>
                    <a:pt x="6482016" y="3538220"/>
                  </a:lnTo>
                  <a:lnTo>
                    <a:pt x="6703339" y="3538220"/>
                  </a:lnTo>
                  <a:lnTo>
                    <a:pt x="6703339" y="3502660"/>
                  </a:lnTo>
                  <a:close/>
                </a:path>
                <a:path w="7508240" h="4380865">
                  <a:moveTo>
                    <a:pt x="6703339" y="2686050"/>
                  </a:moveTo>
                  <a:lnTo>
                    <a:pt x="6482016" y="2686050"/>
                  </a:lnTo>
                  <a:lnTo>
                    <a:pt x="6482016" y="2414270"/>
                  </a:lnTo>
                  <a:lnTo>
                    <a:pt x="6445910" y="2414270"/>
                  </a:lnTo>
                  <a:lnTo>
                    <a:pt x="6445910" y="2686050"/>
                  </a:lnTo>
                  <a:lnTo>
                    <a:pt x="6150038" y="2686050"/>
                  </a:lnTo>
                  <a:lnTo>
                    <a:pt x="6150038" y="2721610"/>
                  </a:lnTo>
                  <a:lnTo>
                    <a:pt x="6445910" y="2721610"/>
                  </a:lnTo>
                  <a:lnTo>
                    <a:pt x="6445910" y="2967990"/>
                  </a:lnTo>
                  <a:lnTo>
                    <a:pt x="6482016" y="2967990"/>
                  </a:lnTo>
                  <a:lnTo>
                    <a:pt x="6482016" y="2721610"/>
                  </a:lnTo>
                  <a:lnTo>
                    <a:pt x="6703339" y="2721610"/>
                  </a:lnTo>
                  <a:lnTo>
                    <a:pt x="6703339" y="2686050"/>
                  </a:lnTo>
                  <a:close/>
                </a:path>
                <a:path w="7508240" h="4380865">
                  <a:moveTo>
                    <a:pt x="6703339" y="1868170"/>
                  </a:moveTo>
                  <a:lnTo>
                    <a:pt x="6482016" y="1868170"/>
                  </a:lnTo>
                  <a:lnTo>
                    <a:pt x="6482016" y="1609090"/>
                  </a:lnTo>
                  <a:lnTo>
                    <a:pt x="6445910" y="1609090"/>
                  </a:lnTo>
                  <a:lnTo>
                    <a:pt x="6445910" y="1868170"/>
                  </a:lnTo>
                  <a:lnTo>
                    <a:pt x="6150038" y="1868170"/>
                  </a:lnTo>
                  <a:lnTo>
                    <a:pt x="6150038" y="1903730"/>
                  </a:lnTo>
                  <a:lnTo>
                    <a:pt x="6445910" y="1903730"/>
                  </a:lnTo>
                  <a:lnTo>
                    <a:pt x="6445910" y="2162810"/>
                  </a:lnTo>
                  <a:lnTo>
                    <a:pt x="6482016" y="2162810"/>
                  </a:lnTo>
                  <a:lnTo>
                    <a:pt x="6482016" y="1903730"/>
                  </a:lnTo>
                  <a:lnTo>
                    <a:pt x="6703339" y="1903730"/>
                  </a:lnTo>
                  <a:lnTo>
                    <a:pt x="6703339" y="1868170"/>
                  </a:lnTo>
                  <a:close/>
                </a:path>
                <a:path w="7508240" h="4380865">
                  <a:moveTo>
                    <a:pt x="6703339" y="1051560"/>
                  </a:moveTo>
                  <a:lnTo>
                    <a:pt x="6482016" y="1051560"/>
                  </a:lnTo>
                  <a:lnTo>
                    <a:pt x="6482016" y="805180"/>
                  </a:lnTo>
                  <a:lnTo>
                    <a:pt x="6445910" y="805180"/>
                  </a:lnTo>
                  <a:lnTo>
                    <a:pt x="6445910" y="1051560"/>
                  </a:lnTo>
                  <a:lnTo>
                    <a:pt x="6150038" y="1051560"/>
                  </a:lnTo>
                  <a:lnTo>
                    <a:pt x="6150038" y="1087120"/>
                  </a:lnTo>
                  <a:lnTo>
                    <a:pt x="6445910" y="1087120"/>
                  </a:lnTo>
                  <a:lnTo>
                    <a:pt x="6445910" y="1357630"/>
                  </a:lnTo>
                  <a:lnTo>
                    <a:pt x="6482016" y="1357630"/>
                  </a:lnTo>
                  <a:lnTo>
                    <a:pt x="6482016" y="1087120"/>
                  </a:lnTo>
                  <a:lnTo>
                    <a:pt x="6703339" y="1087120"/>
                  </a:lnTo>
                  <a:lnTo>
                    <a:pt x="6703339" y="1051560"/>
                  </a:lnTo>
                  <a:close/>
                </a:path>
                <a:path w="7508240" h="4380865">
                  <a:moveTo>
                    <a:pt x="6703339" y="233680"/>
                  </a:moveTo>
                  <a:lnTo>
                    <a:pt x="6482016" y="233680"/>
                  </a:lnTo>
                  <a:lnTo>
                    <a:pt x="6482016" y="0"/>
                  </a:lnTo>
                  <a:lnTo>
                    <a:pt x="6445910" y="0"/>
                  </a:lnTo>
                  <a:lnTo>
                    <a:pt x="6445910" y="233680"/>
                  </a:lnTo>
                  <a:lnTo>
                    <a:pt x="6150038" y="233680"/>
                  </a:lnTo>
                  <a:lnTo>
                    <a:pt x="6150038" y="269240"/>
                  </a:lnTo>
                  <a:lnTo>
                    <a:pt x="6445910" y="269240"/>
                  </a:lnTo>
                  <a:lnTo>
                    <a:pt x="6445910" y="553720"/>
                  </a:lnTo>
                  <a:lnTo>
                    <a:pt x="6482016" y="553720"/>
                  </a:lnTo>
                  <a:lnTo>
                    <a:pt x="6482016" y="269240"/>
                  </a:lnTo>
                  <a:lnTo>
                    <a:pt x="6703339" y="269240"/>
                  </a:lnTo>
                  <a:lnTo>
                    <a:pt x="6703339" y="233680"/>
                  </a:lnTo>
                  <a:close/>
                </a:path>
                <a:path w="7508240" h="4380865">
                  <a:moveTo>
                    <a:pt x="7508164" y="4320540"/>
                  </a:moveTo>
                  <a:lnTo>
                    <a:pt x="7299274" y="4320540"/>
                  </a:lnTo>
                  <a:lnTo>
                    <a:pt x="7299274" y="4024630"/>
                  </a:lnTo>
                  <a:lnTo>
                    <a:pt x="7263168" y="4024630"/>
                  </a:lnTo>
                  <a:lnTo>
                    <a:pt x="7263168" y="4320540"/>
                  </a:lnTo>
                  <a:lnTo>
                    <a:pt x="6954863" y="4320540"/>
                  </a:lnTo>
                  <a:lnTo>
                    <a:pt x="6954863" y="4356100"/>
                  </a:lnTo>
                  <a:lnTo>
                    <a:pt x="7263168" y="4356100"/>
                  </a:lnTo>
                  <a:lnTo>
                    <a:pt x="7263168" y="4380408"/>
                  </a:lnTo>
                  <a:lnTo>
                    <a:pt x="7299274" y="4380408"/>
                  </a:lnTo>
                  <a:lnTo>
                    <a:pt x="7299274" y="4356100"/>
                  </a:lnTo>
                  <a:lnTo>
                    <a:pt x="7508164" y="4356100"/>
                  </a:lnTo>
                  <a:lnTo>
                    <a:pt x="7508164" y="4320540"/>
                  </a:lnTo>
                  <a:close/>
                </a:path>
                <a:path w="7508240" h="4380865">
                  <a:moveTo>
                    <a:pt x="7508164" y="3502660"/>
                  </a:moveTo>
                  <a:lnTo>
                    <a:pt x="7299274" y="3502660"/>
                  </a:lnTo>
                  <a:lnTo>
                    <a:pt x="7299274" y="3219450"/>
                  </a:lnTo>
                  <a:lnTo>
                    <a:pt x="7263168" y="3219450"/>
                  </a:lnTo>
                  <a:lnTo>
                    <a:pt x="7263168" y="3502660"/>
                  </a:lnTo>
                  <a:lnTo>
                    <a:pt x="6954863" y="3502660"/>
                  </a:lnTo>
                  <a:lnTo>
                    <a:pt x="6954863" y="3538220"/>
                  </a:lnTo>
                  <a:lnTo>
                    <a:pt x="7263168" y="3538220"/>
                  </a:lnTo>
                  <a:lnTo>
                    <a:pt x="7263168" y="3773170"/>
                  </a:lnTo>
                  <a:lnTo>
                    <a:pt x="7299274" y="3773170"/>
                  </a:lnTo>
                  <a:lnTo>
                    <a:pt x="7299274" y="3538220"/>
                  </a:lnTo>
                  <a:lnTo>
                    <a:pt x="7508164" y="3538220"/>
                  </a:lnTo>
                  <a:lnTo>
                    <a:pt x="7508164" y="3502660"/>
                  </a:lnTo>
                  <a:close/>
                </a:path>
                <a:path w="7508240" h="4380865">
                  <a:moveTo>
                    <a:pt x="7508164" y="2685453"/>
                  </a:moveTo>
                  <a:lnTo>
                    <a:pt x="7299274" y="2685453"/>
                  </a:lnTo>
                  <a:lnTo>
                    <a:pt x="7299274" y="2414422"/>
                  </a:lnTo>
                  <a:lnTo>
                    <a:pt x="7263168" y="2414422"/>
                  </a:lnTo>
                  <a:lnTo>
                    <a:pt x="7263168" y="2685453"/>
                  </a:lnTo>
                  <a:lnTo>
                    <a:pt x="6954863" y="2685453"/>
                  </a:lnTo>
                  <a:lnTo>
                    <a:pt x="6954863" y="2721559"/>
                  </a:lnTo>
                  <a:lnTo>
                    <a:pt x="7263168" y="2721559"/>
                  </a:lnTo>
                  <a:lnTo>
                    <a:pt x="7263168" y="2967736"/>
                  </a:lnTo>
                  <a:lnTo>
                    <a:pt x="7299274" y="2967736"/>
                  </a:lnTo>
                  <a:lnTo>
                    <a:pt x="7299274" y="2721559"/>
                  </a:lnTo>
                  <a:lnTo>
                    <a:pt x="7508164" y="2721559"/>
                  </a:lnTo>
                  <a:lnTo>
                    <a:pt x="7508164" y="2685453"/>
                  </a:lnTo>
                  <a:close/>
                </a:path>
                <a:path w="7508240" h="4380865">
                  <a:moveTo>
                    <a:pt x="7508164" y="1868195"/>
                  </a:moveTo>
                  <a:lnTo>
                    <a:pt x="7299274" y="1868195"/>
                  </a:lnTo>
                  <a:lnTo>
                    <a:pt x="7299274" y="1609598"/>
                  </a:lnTo>
                  <a:lnTo>
                    <a:pt x="7263168" y="1609598"/>
                  </a:lnTo>
                  <a:lnTo>
                    <a:pt x="7263168" y="1868195"/>
                  </a:lnTo>
                  <a:lnTo>
                    <a:pt x="6954863" y="1868195"/>
                  </a:lnTo>
                  <a:lnTo>
                    <a:pt x="6954863" y="1904314"/>
                  </a:lnTo>
                  <a:lnTo>
                    <a:pt x="7263168" y="1904314"/>
                  </a:lnTo>
                  <a:lnTo>
                    <a:pt x="7263168" y="2162911"/>
                  </a:lnTo>
                  <a:lnTo>
                    <a:pt x="7299274" y="2162911"/>
                  </a:lnTo>
                  <a:lnTo>
                    <a:pt x="7299274" y="1904314"/>
                  </a:lnTo>
                  <a:lnTo>
                    <a:pt x="7508164" y="1904314"/>
                  </a:lnTo>
                  <a:lnTo>
                    <a:pt x="7508164" y="1868195"/>
                  </a:lnTo>
                  <a:close/>
                </a:path>
                <a:path w="7508240" h="4380865">
                  <a:moveTo>
                    <a:pt x="7508164" y="1051560"/>
                  </a:moveTo>
                  <a:lnTo>
                    <a:pt x="7299274" y="1051560"/>
                  </a:lnTo>
                  <a:lnTo>
                    <a:pt x="7299274" y="805180"/>
                  </a:lnTo>
                  <a:lnTo>
                    <a:pt x="7263168" y="805180"/>
                  </a:lnTo>
                  <a:lnTo>
                    <a:pt x="7263168" y="1051560"/>
                  </a:lnTo>
                  <a:lnTo>
                    <a:pt x="6954863" y="1051560"/>
                  </a:lnTo>
                  <a:lnTo>
                    <a:pt x="6954863" y="1087120"/>
                  </a:lnTo>
                  <a:lnTo>
                    <a:pt x="7263168" y="1087120"/>
                  </a:lnTo>
                  <a:lnTo>
                    <a:pt x="7263168" y="1357630"/>
                  </a:lnTo>
                  <a:lnTo>
                    <a:pt x="7299274" y="1357630"/>
                  </a:lnTo>
                  <a:lnTo>
                    <a:pt x="7299274" y="1087120"/>
                  </a:lnTo>
                  <a:lnTo>
                    <a:pt x="7508164" y="1087120"/>
                  </a:lnTo>
                  <a:lnTo>
                    <a:pt x="7508164" y="1051560"/>
                  </a:lnTo>
                  <a:close/>
                </a:path>
                <a:path w="7508240" h="4380865">
                  <a:moveTo>
                    <a:pt x="7508164" y="233680"/>
                  </a:moveTo>
                  <a:lnTo>
                    <a:pt x="7299274" y="233680"/>
                  </a:lnTo>
                  <a:lnTo>
                    <a:pt x="7299274" y="0"/>
                  </a:lnTo>
                  <a:lnTo>
                    <a:pt x="7263168" y="0"/>
                  </a:lnTo>
                  <a:lnTo>
                    <a:pt x="7263168" y="233680"/>
                  </a:lnTo>
                  <a:lnTo>
                    <a:pt x="6954863" y="233680"/>
                  </a:lnTo>
                  <a:lnTo>
                    <a:pt x="6954863" y="269240"/>
                  </a:lnTo>
                  <a:lnTo>
                    <a:pt x="7263168" y="269240"/>
                  </a:lnTo>
                  <a:lnTo>
                    <a:pt x="7263168" y="553720"/>
                  </a:lnTo>
                  <a:lnTo>
                    <a:pt x="7299274" y="553720"/>
                  </a:lnTo>
                  <a:lnTo>
                    <a:pt x="7299274" y="269240"/>
                  </a:lnTo>
                  <a:lnTo>
                    <a:pt x="7508164" y="269240"/>
                  </a:lnTo>
                  <a:lnTo>
                    <a:pt x="7508164" y="233680"/>
                  </a:lnTo>
                  <a:close/>
                </a:path>
              </a:pathLst>
            </a:custGeom>
            <a:solidFill>
              <a:srgbClr val="4299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1989118" y="4266"/>
              <a:ext cx="3773170" cy="4380865"/>
            </a:xfrm>
            <a:custGeom>
              <a:avLst/>
              <a:gdLst/>
              <a:ahLst/>
              <a:cxnLst/>
              <a:rect l="l" t="t" r="r" b="b"/>
              <a:pathLst>
                <a:path w="3773169" h="4380865">
                  <a:moveTo>
                    <a:pt x="553313" y="1868233"/>
                  </a:moveTo>
                  <a:lnTo>
                    <a:pt x="257429" y="1868233"/>
                  </a:lnTo>
                  <a:lnTo>
                    <a:pt x="257429" y="1609636"/>
                  </a:lnTo>
                  <a:lnTo>
                    <a:pt x="221322" y="1609636"/>
                  </a:lnTo>
                  <a:lnTo>
                    <a:pt x="221322" y="1868233"/>
                  </a:lnTo>
                  <a:lnTo>
                    <a:pt x="0" y="1868233"/>
                  </a:lnTo>
                  <a:lnTo>
                    <a:pt x="0" y="1904352"/>
                  </a:lnTo>
                  <a:lnTo>
                    <a:pt x="221322" y="1904352"/>
                  </a:lnTo>
                  <a:lnTo>
                    <a:pt x="221322" y="2162949"/>
                  </a:lnTo>
                  <a:lnTo>
                    <a:pt x="257429" y="2162949"/>
                  </a:lnTo>
                  <a:lnTo>
                    <a:pt x="257429" y="1904352"/>
                  </a:lnTo>
                  <a:lnTo>
                    <a:pt x="553313" y="1904352"/>
                  </a:lnTo>
                  <a:lnTo>
                    <a:pt x="553313" y="1868233"/>
                  </a:lnTo>
                  <a:close/>
                </a:path>
                <a:path w="3773169" h="4380865">
                  <a:moveTo>
                    <a:pt x="553313" y="1050988"/>
                  </a:moveTo>
                  <a:lnTo>
                    <a:pt x="257429" y="1050988"/>
                  </a:lnTo>
                  <a:lnTo>
                    <a:pt x="257429" y="804824"/>
                  </a:lnTo>
                  <a:lnTo>
                    <a:pt x="221322" y="804824"/>
                  </a:lnTo>
                  <a:lnTo>
                    <a:pt x="221322" y="1050988"/>
                  </a:lnTo>
                  <a:lnTo>
                    <a:pt x="0" y="1050988"/>
                  </a:lnTo>
                  <a:lnTo>
                    <a:pt x="0" y="1087094"/>
                  </a:lnTo>
                  <a:lnTo>
                    <a:pt x="221322" y="1087094"/>
                  </a:lnTo>
                  <a:lnTo>
                    <a:pt x="221322" y="1358138"/>
                  </a:lnTo>
                  <a:lnTo>
                    <a:pt x="257429" y="1358138"/>
                  </a:lnTo>
                  <a:lnTo>
                    <a:pt x="257429" y="1087094"/>
                  </a:lnTo>
                  <a:lnTo>
                    <a:pt x="553313" y="1087094"/>
                  </a:lnTo>
                  <a:lnTo>
                    <a:pt x="553313" y="1050988"/>
                  </a:lnTo>
                  <a:close/>
                </a:path>
                <a:path w="3773169" h="4380865">
                  <a:moveTo>
                    <a:pt x="553313" y="233756"/>
                  </a:moveTo>
                  <a:lnTo>
                    <a:pt x="257429" y="233756"/>
                  </a:lnTo>
                  <a:lnTo>
                    <a:pt x="257429" y="0"/>
                  </a:lnTo>
                  <a:lnTo>
                    <a:pt x="221322" y="0"/>
                  </a:lnTo>
                  <a:lnTo>
                    <a:pt x="221322" y="233756"/>
                  </a:lnTo>
                  <a:lnTo>
                    <a:pt x="0" y="233756"/>
                  </a:lnTo>
                  <a:lnTo>
                    <a:pt x="0" y="269862"/>
                  </a:lnTo>
                  <a:lnTo>
                    <a:pt x="221322" y="269862"/>
                  </a:lnTo>
                  <a:lnTo>
                    <a:pt x="221322" y="553313"/>
                  </a:lnTo>
                  <a:lnTo>
                    <a:pt x="257429" y="553313"/>
                  </a:lnTo>
                  <a:lnTo>
                    <a:pt x="257429" y="269862"/>
                  </a:lnTo>
                  <a:lnTo>
                    <a:pt x="553313" y="269862"/>
                  </a:lnTo>
                  <a:lnTo>
                    <a:pt x="553313" y="233756"/>
                  </a:lnTo>
                  <a:close/>
                </a:path>
                <a:path w="3773169" h="4380865">
                  <a:moveTo>
                    <a:pt x="1358125" y="4320578"/>
                  </a:moveTo>
                  <a:lnTo>
                    <a:pt x="1074674" y="4320578"/>
                  </a:lnTo>
                  <a:lnTo>
                    <a:pt x="1074674" y="4024668"/>
                  </a:lnTo>
                  <a:lnTo>
                    <a:pt x="1038567" y="4024668"/>
                  </a:lnTo>
                  <a:lnTo>
                    <a:pt x="1038567" y="4320578"/>
                  </a:lnTo>
                  <a:lnTo>
                    <a:pt x="804824" y="4320578"/>
                  </a:lnTo>
                  <a:lnTo>
                    <a:pt x="804824" y="4356138"/>
                  </a:lnTo>
                  <a:lnTo>
                    <a:pt x="1038567" y="4356138"/>
                  </a:lnTo>
                  <a:lnTo>
                    <a:pt x="1038567" y="4380446"/>
                  </a:lnTo>
                  <a:lnTo>
                    <a:pt x="1074674" y="4380446"/>
                  </a:lnTo>
                  <a:lnTo>
                    <a:pt x="1074674" y="4356138"/>
                  </a:lnTo>
                  <a:lnTo>
                    <a:pt x="1358125" y="4356138"/>
                  </a:lnTo>
                  <a:lnTo>
                    <a:pt x="1358125" y="4320578"/>
                  </a:lnTo>
                  <a:close/>
                </a:path>
                <a:path w="3773169" h="4380865">
                  <a:moveTo>
                    <a:pt x="1358125" y="3502723"/>
                  </a:moveTo>
                  <a:lnTo>
                    <a:pt x="1074674" y="3502723"/>
                  </a:lnTo>
                  <a:lnTo>
                    <a:pt x="1074674" y="3219285"/>
                  </a:lnTo>
                  <a:lnTo>
                    <a:pt x="1038567" y="3219285"/>
                  </a:lnTo>
                  <a:lnTo>
                    <a:pt x="1038567" y="3502723"/>
                  </a:lnTo>
                  <a:lnTo>
                    <a:pt x="804824" y="3502723"/>
                  </a:lnTo>
                  <a:lnTo>
                    <a:pt x="804824" y="3538829"/>
                  </a:lnTo>
                  <a:lnTo>
                    <a:pt x="1038567" y="3538829"/>
                  </a:lnTo>
                  <a:lnTo>
                    <a:pt x="1038567" y="3772598"/>
                  </a:lnTo>
                  <a:lnTo>
                    <a:pt x="1074674" y="3772598"/>
                  </a:lnTo>
                  <a:lnTo>
                    <a:pt x="1074674" y="3538829"/>
                  </a:lnTo>
                  <a:lnTo>
                    <a:pt x="1358125" y="3538829"/>
                  </a:lnTo>
                  <a:lnTo>
                    <a:pt x="1358125" y="3502723"/>
                  </a:lnTo>
                  <a:close/>
                </a:path>
                <a:path w="3773169" h="4380865">
                  <a:moveTo>
                    <a:pt x="1358125" y="2686088"/>
                  </a:moveTo>
                  <a:lnTo>
                    <a:pt x="1074674" y="2686088"/>
                  </a:lnTo>
                  <a:lnTo>
                    <a:pt x="1074674" y="2414308"/>
                  </a:lnTo>
                  <a:lnTo>
                    <a:pt x="1038567" y="2414308"/>
                  </a:lnTo>
                  <a:lnTo>
                    <a:pt x="1038567" y="2686088"/>
                  </a:lnTo>
                  <a:lnTo>
                    <a:pt x="804824" y="2686088"/>
                  </a:lnTo>
                  <a:lnTo>
                    <a:pt x="804824" y="2721648"/>
                  </a:lnTo>
                  <a:lnTo>
                    <a:pt x="1038567" y="2721648"/>
                  </a:lnTo>
                  <a:lnTo>
                    <a:pt x="1038567" y="2968028"/>
                  </a:lnTo>
                  <a:lnTo>
                    <a:pt x="1074674" y="2968028"/>
                  </a:lnTo>
                  <a:lnTo>
                    <a:pt x="1074674" y="2721648"/>
                  </a:lnTo>
                  <a:lnTo>
                    <a:pt x="1358125" y="2721648"/>
                  </a:lnTo>
                  <a:lnTo>
                    <a:pt x="1358125" y="2686088"/>
                  </a:lnTo>
                  <a:close/>
                </a:path>
                <a:path w="3773169" h="4380865">
                  <a:moveTo>
                    <a:pt x="1358125" y="1868208"/>
                  </a:moveTo>
                  <a:lnTo>
                    <a:pt x="1074674" y="1868208"/>
                  </a:lnTo>
                  <a:lnTo>
                    <a:pt x="1074674" y="1609128"/>
                  </a:lnTo>
                  <a:lnTo>
                    <a:pt x="1038567" y="1609128"/>
                  </a:lnTo>
                  <a:lnTo>
                    <a:pt x="1038567" y="1868208"/>
                  </a:lnTo>
                  <a:lnTo>
                    <a:pt x="804824" y="1868208"/>
                  </a:lnTo>
                  <a:lnTo>
                    <a:pt x="804824" y="1903768"/>
                  </a:lnTo>
                  <a:lnTo>
                    <a:pt x="1038567" y="1903768"/>
                  </a:lnTo>
                  <a:lnTo>
                    <a:pt x="1038567" y="2162848"/>
                  </a:lnTo>
                  <a:lnTo>
                    <a:pt x="1074674" y="2162848"/>
                  </a:lnTo>
                  <a:lnTo>
                    <a:pt x="1074674" y="1903768"/>
                  </a:lnTo>
                  <a:lnTo>
                    <a:pt x="1358125" y="1903768"/>
                  </a:lnTo>
                  <a:lnTo>
                    <a:pt x="1358125" y="1868208"/>
                  </a:lnTo>
                  <a:close/>
                </a:path>
                <a:path w="3773169" h="4380865">
                  <a:moveTo>
                    <a:pt x="1358125" y="1051598"/>
                  </a:moveTo>
                  <a:lnTo>
                    <a:pt x="1074674" y="1051598"/>
                  </a:lnTo>
                  <a:lnTo>
                    <a:pt x="1074674" y="805218"/>
                  </a:lnTo>
                  <a:lnTo>
                    <a:pt x="1038567" y="805218"/>
                  </a:lnTo>
                  <a:lnTo>
                    <a:pt x="1038567" y="1051598"/>
                  </a:lnTo>
                  <a:lnTo>
                    <a:pt x="804824" y="1051598"/>
                  </a:lnTo>
                  <a:lnTo>
                    <a:pt x="804824" y="1087158"/>
                  </a:lnTo>
                  <a:lnTo>
                    <a:pt x="1038567" y="1087158"/>
                  </a:lnTo>
                  <a:lnTo>
                    <a:pt x="1038567" y="1357668"/>
                  </a:lnTo>
                  <a:lnTo>
                    <a:pt x="1074674" y="1357668"/>
                  </a:lnTo>
                  <a:lnTo>
                    <a:pt x="1074674" y="1087158"/>
                  </a:lnTo>
                  <a:lnTo>
                    <a:pt x="1358125" y="1087158"/>
                  </a:lnTo>
                  <a:lnTo>
                    <a:pt x="1358125" y="1051598"/>
                  </a:lnTo>
                  <a:close/>
                </a:path>
                <a:path w="3773169" h="4380865">
                  <a:moveTo>
                    <a:pt x="1358125" y="233718"/>
                  </a:moveTo>
                  <a:lnTo>
                    <a:pt x="1074674" y="233718"/>
                  </a:lnTo>
                  <a:lnTo>
                    <a:pt x="1074674" y="38"/>
                  </a:lnTo>
                  <a:lnTo>
                    <a:pt x="1038567" y="38"/>
                  </a:lnTo>
                  <a:lnTo>
                    <a:pt x="1038567" y="233718"/>
                  </a:lnTo>
                  <a:lnTo>
                    <a:pt x="804824" y="233718"/>
                  </a:lnTo>
                  <a:lnTo>
                    <a:pt x="804824" y="269278"/>
                  </a:lnTo>
                  <a:lnTo>
                    <a:pt x="1038567" y="269278"/>
                  </a:lnTo>
                  <a:lnTo>
                    <a:pt x="1038567" y="553758"/>
                  </a:lnTo>
                  <a:lnTo>
                    <a:pt x="1074674" y="553758"/>
                  </a:lnTo>
                  <a:lnTo>
                    <a:pt x="1074674" y="269278"/>
                  </a:lnTo>
                  <a:lnTo>
                    <a:pt x="1358125" y="269278"/>
                  </a:lnTo>
                  <a:lnTo>
                    <a:pt x="1358125" y="233718"/>
                  </a:lnTo>
                  <a:close/>
                </a:path>
                <a:path w="3773169" h="4380865">
                  <a:moveTo>
                    <a:pt x="2162949" y="4320578"/>
                  </a:moveTo>
                  <a:lnTo>
                    <a:pt x="1891919" y="4320578"/>
                  </a:lnTo>
                  <a:lnTo>
                    <a:pt x="1891919" y="4024668"/>
                  </a:lnTo>
                  <a:lnTo>
                    <a:pt x="1855812" y="4024668"/>
                  </a:lnTo>
                  <a:lnTo>
                    <a:pt x="1855812" y="4320578"/>
                  </a:lnTo>
                  <a:lnTo>
                    <a:pt x="1609648" y="4320578"/>
                  </a:lnTo>
                  <a:lnTo>
                    <a:pt x="1609648" y="4356138"/>
                  </a:lnTo>
                  <a:lnTo>
                    <a:pt x="1855812" y="4356138"/>
                  </a:lnTo>
                  <a:lnTo>
                    <a:pt x="1855812" y="4380446"/>
                  </a:lnTo>
                  <a:lnTo>
                    <a:pt x="1891919" y="4380446"/>
                  </a:lnTo>
                  <a:lnTo>
                    <a:pt x="1891919" y="4356138"/>
                  </a:lnTo>
                  <a:lnTo>
                    <a:pt x="2162949" y="4356138"/>
                  </a:lnTo>
                  <a:lnTo>
                    <a:pt x="2162949" y="4320578"/>
                  </a:lnTo>
                  <a:close/>
                </a:path>
                <a:path w="3773169" h="4380865">
                  <a:moveTo>
                    <a:pt x="2162949" y="3502723"/>
                  </a:moveTo>
                  <a:lnTo>
                    <a:pt x="1891919" y="3502723"/>
                  </a:lnTo>
                  <a:lnTo>
                    <a:pt x="1891919" y="3219285"/>
                  </a:lnTo>
                  <a:lnTo>
                    <a:pt x="1855812" y="3219285"/>
                  </a:lnTo>
                  <a:lnTo>
                    <a:pt x="1855812" y="3502723"/>
                  </a:lnTo>
                  <a:lnTo>
                    <a:pt x="1609648" y="3502723"/>
                  </a:lnTo>
                  <a:lnTo>
                    <a:pt x="1609648" y="3538829"/>
                  </a:lnTo>
                  <a:lnTo>
                    <a:pt x="1855812" y="3538829"/>
                  </a:lnTo>
                  <a:lnTo>
                    <a:pt x="1855812" y="3772598"/>
                  </a:lnTo>
                  <a:lnTo>
                    <a:pt x="1891919" y="3772598"/>
                  </a:lnTo>
                  <a:lnTo>
                    <a:pt x="1891919" y="3538829"/>
                  </a:lnTo>
                  <a:lnTo>
                    <a:pt x="2162949" y="3538829"/>
                  </a:lnTo>
                  <a:lnTo>
                    <a:pt x="2162949" y="3502723"/>
                  </a:lnTo>
                  <a:close/>
                </a:path>
                <a:path w="3773169" h="4380865">
                  <a:moveTo>
                    <a:pt x="2162949" y="2686088"/>
                  </a:moveTo>
                  <a:lnTo>
                    <a:pt x="1891919" y="2686088"/>
                  </a:lnTo>
                  <a:lnTo>
                    <a:pt x="1891919" y="2414308"/>
                  </a:lnTo>
                  <a:lnTo>
                    <a:pt x="1855812" y="2414308"/>
                  </a:lnTo>
                  <a:lnTo>
                    <a:pt x="1855812" y="2686088"/>
                  </a:lnTo>
                  <a:lnTo>
                    <a:pt x="1609648" y="2686088"/>
                  </a:lnTo>
                  <a:lnTo>
                    <a:pt x="1609648" y="2721648"/>
                  </a:lnTo>
                  <a:lnTo>
                    <a:pt x="1855812" y="2721648"/>
                  </a:lnTo>
                  <a:lnTo>
                    <a:pt x="1855812" y="2968028"/>
                  </a:lnTo>
                  <a:lnTo>
                    <a:pt x="1891919" y="2968028"/>
                  </a:lnTo>
                  <a:lnTo>
                    <a:pt x="1891919" y="2721648"/>
                  </a:lnTo>
                  <a:lnTo>
                    <a:pt x="2162949" y="2721648"/>
                  </a:lnTo>
                  <a:lnTo>
                    <a:pt x="2162949" y="2686088"/>
                  </a:lnTo>
                  <a:close/>
                </a:path>
                <a:path w="3773169" h="4380865">
                  <a:moveTo>
                    <a:pt x="2162949" y="1868208"/>
                  </a:moveTo>
                  <a:lnTo>
                    <a:pt x="1891919" y="1868208"/>
                  </a:lnTo>
                  <a:lnTo>
                    <a:pt x="1891919" y="1609128"/>
                  </a:lnTo>
                  <a:lnTo>
                    <a:pt x="1855812" y="1609128"/>
                  </a:lnTo>
                  <a:lnTo>
                    <a:pt x="1855812" y="1868208"/>
                  </a:lnTo>
                  <a:lnTo>
                    <a:pt x="1609648" y="1868208"/>
                  </a:lnTo>
                  <a:lnTo>
                    <a:pt x="1609648" y="1903768"/>
                  </a:lnTo>
                  <a:lnTo>
                    <a:pt x="1855812" y="1903768"/>
                  </a:lnTo>
                  <a:lnTo>
                    <a:pt x="1855812" y="2162848"/>
                  </a:lnTo>
                  <a:lnTo>
                    <a:pt x="1891919" y="2162848"/>
                  </a:lnTo>
                  <a:lnTo>
                    <a:pt x="1891919" y="1903768"/>
                  </a:lnTo>
                  <a:lnTo>
                    <a:pt x="2162949" y="1903768"/>
                  </a:lnTo>
                  <a:lnTo>
                    <a:pt x="2162949" y="1868208"/>
                  </a:lnTo>
                  <a:close/>
                </a:path>
                <a:path w="3773169" h="4380865">
                  <a:moveTo>
                    <a:pt x="2162949" y="1051598"/>
                  </a:moveTo>
                  <a:lnTo>
                    <a:pt x="1891919" y="1051598"/>
                  </a:lnTo>
                  <a:lnTo>
                    <a:pt x="1891919" y="805218"/>
                  </a:lnTo>
                  <a:lnTo>
                    <a:pt x="1855812" y="805218"/>
                  </a:lnTo>
                  <a:lnTo>
                    <a:pt x="1855812" y="1051598"/>
                  </a:lnTo>
                  <a:lnTo>
                    <a:pt x="1609648" y="1051598"/>
                  </a:lnTo>
                  <a:lnTo>
                    <a:pt x="1609648" y="1087158"/>
                  </a:lnTo>
                  <a:lnTo>
                    <a:pt x="1855812" y="1087158"/>
                  </a:lnTo>
                  <a:lnTo>
                    <a:pt x="1855812" y="1357668"/>
                  </a:lnTo>
                  <a:lnTo>
                    <a:pt x="1891919" y="1357668"/>
                  </a:lnTo>
                  <a:lnTo>
                    <a:pt x="1891919" y="1087158"/>
                  </a:lnTo>
                  <a:lnTo>
                    <a:pt x="2162949" y="1087158"/>
                  </a:lnTo>
                  <a:lnTo>
                    <a:pt x="2162949" y="1051598"/>
                  </a:lnTo>
                  <a:close/>
                </a:path>
                <a:path w="3773169" h="4380865">
                  <a:moveTo>
                    <a:pt x="2162949" y="233718"/>
                  </a:moveTo>
                  <a:lnTo>
                    <a:pt x="1891919" y="233718"/>
                  </a:lnTo>
                  <a:lnTo>
                    <a:pt x="1891919" y="38"/>
                  </a:lnTo>
                  <a:lnTo>
                    <a:pt x="1855812" y="38"/>
                  </a:lnTo>
                  <a:lnTo>
                    <a:pt x="1855812" y="233718"/>
                  </a:lnTo>
                  <a:lnTo>
                    <a:pt x="1609648" y="233718"/>
                  </a:lnTo>
                  <a:lnTo>
                    <a:pt x="1609648" y="269278"/>
                  </a:lnTo>
                  <a:lnTo>
                    <a:pt x="1855812" y="269278"/>
                  </a:lnTo>
                  <a:lnTo>
                    <a:pt x="1855812" y="553758"/>
                  </a:lnTo>
                  <a:lnTo>
                    <a:pt x="1891919" y="553758"/>
                  </a:lnTo>
                  <a:lnTo>
                    <a:pt x="1891919" y="269278"/>
                  </a:lnTo>
                  <a:lnTo>
                    <a:pt x="2162949" y="269278"/>
                  </a:lnTo>
                  <a:lnTo>
                    <a:pt x="2162949" y="233718"/>
                  </a:lnTo>
                  <a:close/>
                </a:path>
                <a:path w="3773169" h="4380865">
                  <a:moveTo>
                    <a:pt x="2967774" y="4320578"/>
                  </a:moveTo>
                  <a:lnTo>
                    <a:pt x="2709164" y="4320578"/>
                  </a:lnTo>
                  <a:lnTo>
                    <a:pt x="2709164" y="4024668"/>
                  </a:lnTo>
                  <a:lnTo>
                    <a:pt x="2673058" y="4024668"/>
                  </a:lnTo>
                  <a:lnTo>
                    <a:pt x="2673058" y="4320578"/>
                  </a:lnTo>
                  <a:lnTo>
                    <a:pt x="2414460" y="4320578"/>
                  </a:lnTo>
                  <a:lnTo>
                    <a:pt x="2414460" y="4356138"/>
                  </a:lnTo>
                  <a:lnTo>
                    <a:pt x="2673058" y="4356138"/>
                  </a:lnTo>
                  <a:lnTo>
                    <a:pt x="2673058" y="4380446"/>
                  </a:lnTo>
                  <a:lnTo>
                    <a:pt x="2709164" y="4380446"/>
                  </a:lnTo>
                  <a:lnTo>
                    <a:pt x="2709164" y="4356138"/>
                  </a:lnTo>
                  <a:lnTo>
                    <a:pt x="2967774" y="4356138"/>
                  </a:lnTo>
                  <a:lnTo>
                    <a:pt x="2967774" y="4320578"/>
                  </a:lnTo>
                  <a:close/>
                </a:path>
                <a:path w="3773169" h="4380865">
                  <a:moveTo>
                    <a:pt x="2967774" y="3502723"/>
                  </a:moveTo>
                  <a:lnTo>
                    <a:pt x="2709164" y="3502723"/>
                  </a:lnTo>
                  <a:lnTo>
                    <a:pt x="2709164" y="3219285"/>
                  </a:lnTo>
                  <a:lnTo>
                    <a:pt x="2673058" y="3219285"/>
                  </a:lnTo>
                  <a:lnTo>
                    <a:pt x="2673058" y="3502723"/>
                  </a:lnTo>
                  <a:lnTo>
                    <a:pt x="2414460" y="3502723"/>
                  </a:lnTo>
                  <a:lnTo>
                    <a:pt x="2414460" y="3538829"/>
                  </a:lnTo>
                  <a:lnTo>
                    <a:pt x="2673058" y="3538829"/>
                  </a:lnTo>
                  <a:lnTo>
                    <a:pt x="2673058" y="3772598"/>
                  </a:lnTo>
                  <a:lnTo>
                    <a:pt x="2709164" y="3772598"/>
                  </a:lnTo>
                  <a:lnTo>
                    <a:pt x="2709164" y="3538829"/>
                  </a:lnTo>
                  <a:lnTo>
                    <a:pt x="2967774" y="3538829"/>
                  </a:lnTo>
                  <a:lnTo>
                    <a:pt x="2967774" y="3502723"/>
                  </a:lnTo>
                  <a:close/>
                </a:path>
                <a:path w="3773169" h="4380865">
                  <a:moveTo>
                    <a:pt x="2967774" y="2686088"/>
                  </a:moveTo>
                  <a:lnTo>
                    <a:pt x="2709164" y="2686088"/>
                  </a:lnTo>
                  <a:lnTo>
                    <a:pt x="2709164" y="2414308"/>
                  </a:lnTo>
                  <a:lnTo>
                    <a:pt x="2673058" y="2414308"/>
                  </a:lnTo>
                  <a:lnTo>
                    <a:pt x="2673058" y="2686088"/>
                  </a:lnTo>
                  <a:lnTo>
                    <a:pt x="2414460" y="2686088"/>
                  </a:lnTo>
                  <a:lnTo>
                    <a:pt x="2414460" y="2721648"/>
                  </a:lnTo>
                  <a:lnTo>
                    <a:pt x="2673058" y="2721648"/>
                  </a:lnTo>
                  <a:lnTo>
                    <a:pt x="2673058" y="2968028"/>
                  </a:lnTo>
                  <a:lnTo>
                    <a:pt x="2709164" y="2968028"/>
                  </a:lnTo>
                  <a:lnTo>
                    <a:pt x="2709164" y="2721648"/>
                  </a:lnTo>
                  <a:lnTo>
                    <a:pt x="2967774" y="2721648"/>
                  </a:lnTo>
                  <a:lnTo>
                    <a:pt x="2967774" y="2686088"/>
                  </a:lnTo>
                  <a:close/>
                </a:path>
                <a:path w="3773169" h="4380865">
                  <a:moveTo>
                    <a:pt x="2967774" y="1868208"/>
                  </a:moveTo>
                  <a:lnTo>
                    <a:pt x="2709164" y="1868208"/>
                  </a:lnTo>
                  <a:lnTo>
                    <a:pt x="2709164" y="1609128"/>
                  </a:lnTo>
                  <a:lnTo>
                    <a:pt x="2673058" y="1609128"/>
                  </a:lnTo>
                  <a:lnTo>
                    <a:pt x="2673058" y="1868208"/>
                  </a:lnTo>
                  <a:lnTo>
                    <a:pt x="2414460" y="1868208"/>
                  </a:lnTo>
                  <a:lnTo>
                    <a:pt x="2414460" y="1903768"/>
                  </a:lnTo>
                  <a:lnTo>
                    <a:pt x="2673058" y="1903768"/>
                  </a:lnTo>
                  <a:lnTo>
                    <a:pt x="2673058" y="2162848"/>
                  </a:lnTo>
                  <a:lnTo>
                    <a:pt x="2709164" y="2162848"/>
                  </a:lnTo>
                  <a:lnTo>
                    <a:pt x="2709164" y="1903768"/>
                  </a:lnTo>
                  <a:lnTo>
                    <a:pt x="2967774" y="1903768"/>
                  </a:lnTo>
                  <a:lnTo>
                    <a:pt x="2967774" y="1868208"/>
                  </a:lnTo>
                  <a:close/>
                </a:path>
                <a:path w="3773169" h="4380865">
                  <a:moveTo>
                    <a:pt x="2967774" y="1051598"/>
                  </a:moveTo>
                  <a:lnTo>
                    <a:pt x="2709164" y="1051598"/>
                  </a:lnTo>
                  <a:lnTo>
                    <a:pt x="2709164" y="805218"/>
                  </a:lnTo>
                  <a:lnTo>
                    <a:pt x="2673058" y="805218"/>
                  </a:lnTo>
                  <a:lnTo>
                    <a:pt x="2673058" y="1051598"/>
                  </a:lnTo>
                  <a:lnTo>
                    <a:pt x="2414460" y="1051598"/>
                  </a:lnTo>
                  <a:lnTo>
                    <a:pt x="2414460" y="1087158"/>
                  </a:lnTo>
                  <a:lnTo>
                    <a:pt x="2673058" y="1087158"/>
                  </a:lnTo>
                  <a:lnTo>
                    <a:pt x="2673058" y="1357668"/>
                  </a:lnTo>
                  <a:lnTo>
                    <a:pt x="2709164" y="1357668"/>
                  </a:lnTo>
                  <a:lnTo>
                    <a:pt x="2709164" y="1087158"/>
                  </a:lnTo>
                  <a:lnTo>
                    <a:pt x="2967774" y="1087158"/>
                  </a:lnTo>
                  <a:lnTo>
                    <a:pt x="2967774" y="1051598"/>
                  </a:lnTo>
                  <a:close/>
                </a:path>
                <a:path w="3773169" h="4380865">
                  <a:moveTo>
                    <a:pt x="2967774" y="233718"/>
                  </a:moveTo>
                  <a:lnTo>
                    <a:pt x="2709164" y="233718"/>
                  </a:lnTo>
                  <a:lnTo>
                    <a:pt x="2709164" y="38"/>
                  </a:lnTo>
                  <a:lnTo>
                    <a:pt x="2673058" y="38"/>
                  </a:lnTo>
                  <a:lnTo>
                    <a:pt x="2673058" y="233718"/>
                  </a:lnTo>
                  <a:lnTo>
                    <a:pt x="2414460" y="233718"/>
                  </a:lnTo>
                  <a:lnTo>
                    <a:pt x="2414460" y="269278"/>
                  </a:lnTo>
                  <a:lnTo>
                    <a:pt x="2673058" y="269278"/>
                  </a:lnTo>
                  <a:lnTo>
                    <a:pt x="2673058" y="553758"/>
                  </a:lnTo>
                  <a:lnTo>
                    <a:pt x="2709164" y="553758"/>
                  </a:lnTo>
                  <a:lnTo>
                    <a:pt x="2709164" y="269278"/>
                  </a:lnTo>
                  <a:lnTo>
                    <a:pt x="2967774" y="269278"/>
                  </a:lnTo>
                  <a:lnTo>
                    <a:pt x="2967774" y="233718"/>
                  </a:lnTo>
                  <a:close/>
                </a:path>
                <a:path w="3773169" h="4380865">
                  <a:moveTo>
                    <a:pt x="3772573" y="3502723"/>
                  </a:moveTo>
                  <a:lnTo>
                    <a:pt x="3526396" y="3502723"/>
                  </a:lnTo>
                  <a:lnTo>
                    <a:pt x="3526396" y="3219285"/>
                  </a:lnTo>
                  <a:lnTo>
                    <a:pt x="3490290" y="3219285"/>
                  </a:lnTo>
                  <a:lnTo>
                    <a:pt x="3490290" y="3502723"/>
                  </a:lnTo>
                  <a:lnTo>
                    <a:pt x="3219272" y="3502723"/>
                  </a:lnTo>
                  <a:lnTo>
                    <a:pt x="3219272" y="3538829"/>
                  </a:lnTo>
                  <a:lnTo>
                    <a:pt x="3490290" y="3538829"/>
                  </a:lnTo>
                  <a:lnTo>
                    <a:pt x="3490290" y="3772598"/>
                  </a:lnTo>
                  <a:lnTo>
                    <a:pt x="3526396" y="3772598"/>
                  </a:lnTo>
                  <a:lnTo>
                    <a:pt x="3526396" y="3538829"/>
                  </a:lnTo>
                  <a:lnTo>
                    <a:pt x="3772573" y="3538829"/>
                  </a:lnTo>
                  <a:lnTo>
                    <a:pt x="3772573" y="3502723"/>
                  </a:lnTo>
                  <a:close/>
                </a:path>
                <a:path w="3773169" h="4380865">
                  <a:moveTo>
                    <a:pt x="3772573" y="2686088"/>
                  </a:moveTo>
                  <a:lnTo>
                    <a:pt x="3219272" y="2686088"/>
                  </a:lnTo>
                  <a:lnTo>
                    <a:pt x="3219272" y="2721648"/>
                  </a:lnTo>
                  <a:lnTo>
                    <a:pt x="3490290" y="2721648"/>
                  </a:lnTo>
                  <a:lnTo>
                    <a:pt x="3490290" y="2968028"/>
                  </a:lnTo>
                  <a:lnTo>
                    <a:pt x="3526396" y="2968028"/>
                  </a:lnTo>
                  <a:lnTo>
                    <a:pt x="3526396" y="2721648"/>
                  </a:lnTo>
                  <a:lnTo>
                    <a:pt x="3772573" y="2721648"/>
                  </a:lnTo>
                  <a:lnTo>
                    <a:pt x="3772573" y="2686088"/>
                  </a:lnTo>
                  <a:close/>
                </a:path>
                <a:path w="3773169" h="4380865">
                  <a:moveTo>
                    <a:pt x="3772573" y="233756"/>
                  </a:moveTo>
                  <a:lnTo>
                    <a:pt x="3526396" y="233756"/>
                  </a:lnTo>
                  <a:lnTo>
                    <a:pt x="3526396" y="0"/>
                  </a:lnTo>
                  <a:lnTo>
                    <a:pt x="3490290" y="0"/>
                  </a:lnTo>
                  <a:lnTo>
                    <a:pt x="3490290" y="233756"/>
                  </a:lnTo>
                  <a:lnTo>
                    <a:pt x="3219272" y="233756"/>
                  </a:lnTo>
                  <a:lnTo>
                    <a:pt x="3219272" y="269862"/>
                  </a:lnTo>
                  <a:lnTo>
                    <a:pt x="3490290" y="269862"/>
                  </a:lnTo>
                  <a:lnTo>
                    <a:pt x="3490290" y="553313"/>
                  </a:lnTo>
                  <a:lnTo>
                    <a:pt x="3526396" y="553313"/>
                  </a:lnTo>
                  <a:lnTo>
                    <a:pt x="3526396" y="269862"/>
                  </a:lnTo>
                  <a:lnTo>
                    <a:pt x="3772573" y="269862"/>
                  </a:lnTo>
                  <a:lnTo>
                    <a:pt x="3772573" y="233756"/>
                  </a:lnTo>
                  <a:close/>
                </a:path>
              </a:pathLst>
            </a:custGeom>
            <a:solidFill>
              <a:srgbClr val="4299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184293" y="4304"/>
              <a:ext cx="1358265" cy="4380865"/>
            </a:xfrm>
            <a:custGeom>
              <a:avLst/>
              <a:gdLst/>
              <a:ahLst/>
              <a:cxnLst/>
              <a:rect l="l" t="t" r="r" b="b"/>
              <a:pathLst>
                <a:path w="1358265" h="4380865">
                  <a:moveTo>
                    <a:pt x="553313" y="4320540"/>
                  </a:moveTo>
                  <a:lnTo>
                    <a:pt x="245008" y="4320540"/>
                  </a:lnTo>
                  <a:lnTo>
                    <a:pt x="245008" y="4024630"/>
                  </a:lnTo>
                  <a:lnTo>
                    <a:pt x="208902" y="4024630"/>
                  </a:lnTo>
                  <a:lnTo>
                    <a:pt x="208902" y="4320540"/>
                  </a:lnTo>
                  <a:lnTo>
                    <a:pt x="0" y="4320540"/>
                  </a:lnTo>
                  <a:lnTo>
                    <a:pt x="0" y="4356100"/>
                  </a:lnTo>
                  <a:lnTo>
                    <a:pt x="208902" y="4356100"/>
                  </a:lnTo>
                  <a:lnTo>
                    <a:pt x="208902" y="4380408"/>
                  </a:lnTo>
                  <a:lnTo>
                    <a:pt x="245008" y="4380408"/>
                  </a:lnTo>
                  <a:lnTo>
                    <a:pt x="245008" y="4356100"/>
                  </a:lnTo>
                  <a:lnTo>
                    <a:pt x="553313" y="4356100"/>
                  </a:lnTo>
                  <a:lnTo>
                    <a:pt x="553313" y="4320540"/>
                  </a:lnTo>
                  <a:close/>
                </a:path>
                <a:path w="1358265" h="4380865">
                  <a:moveTo>
                    <a:pt x="553313" y="3502685"/>
                  </a:moveTo>
                  <a:lnTo>
                    <a:pt x="245008" y="3502685"/>
                  </a:lnTo>
                  <a:lnTo>
                    <a:pt x="245008" y="3219246"/>
                  </a:lnTo>
                  <a:lnTo>
                    <a:pt x="208902" y="3219246"/>
                  </a:lnTo>
                  <a:lnTo>
                    <a:pt x="208902" y="3502685"/>
                  </a:lnTo>
                  <a:lnTo>
                    <a:pt x="0" y="3502685"/>
                  </a:lnTo>
                  <a:lnTo>
                    <a:pt x="0" y="3538791"/>
                  </a:lnTo>
                  <a:lnTo>
                    <a:pt x="208902" y="3538791"/>
                  </a:lnTo>
                  <a:lnTo>
                    <a:pt x="208902" y="3772560"/>
                  </a:lnTo>
                  <a:lnTo>
                    <a:pt x="245008" y="3772560"/>
                  </a:lnTo>
                  <a:lnTo>
                    <a:pt x="245008" y="3538791"/>
                  </a:lnTo>
                  <a:lnTo>
                    <a:pt x="553313" y="3538791"/>
                  </a:lnTo>
                  <a:lnTo>
                    <a:pt x="553313" y="3502685"/>
                  </a:lnTo>
                  <a:close/>
                </a:path>
                <a:path w="1358265" h="4380865">
                  <a:moveTo>
                    <a:pt x="553313" y="2685453"/>
                  </a:moveTo>
                  <a:lnTo>
                    <a:pt x="245008" y="2685453"/>
                  </a:lnTo>
                  <a:lnTo>
                    <a:pt x="245008" y="2414422"/>
                  </a:lnTo>
                  <a:lnTo>
                    <a:pt x="208902" y="2414422"/>
                  </a:lnTo>
                  <a:lnTo>
                    <a:pt x="208902" y="2685453"/>
                  </a:lnTo>
                  <a:lnTo>
                    <a:pt x="0" y="2685453"/>
                  </a:lnTo>
                  <a:lnTo>
                    <a:pt x="0" y="2721559"/>
                  </a:lnTo>
                  <a:lnTo>
                    <a:pt x="208902" y="2721559"/>
                  </a:lnTo>
                  <a:lnTo>
                    <a:pt x="208902" y="2967736"/>
                  </a:lnTo>
                  <a:lnTo>
                    <a:pt x="245008" y="2967736"/>
                  </a:lnTo>
                  <a:lnTo>
                    <a:pt x="245008" y="2721559"/>
                  </a:lnTo>
                  <a:lnTo>
                    <a:pt x="553313" y="2721559"/>
                  </a:lnTo>
                  <a:lnTo>
                    <a:pt x="553313" y="2685453"/>
                  </a:lnTo>
                  <a:close/>
                </a:path>
                <a:path w="1358265" h="4380865">
                  <a:moveTo>
                    <a:pt x="553313" y="1868195"/>
                  </a:moveTo>
                  <a:lnTo>
                    <a:pt x="245008" y="1868195"/>
                  </a:lnTo>
                  <a:lnTo>
                    <a:pt x="245008" y="1609598"/>
                  </a:lnTo>
                  <a:lnTo>
                    <a:pt x="208902" y="1609598"/>
                  </a:lnTo>
                  <a:lnTo>
                    <a:pt x="208902" y="1868195"/>
                  </a:lnTo>
                  <a:lnTo>
                    <a:pt x="0" y="1868195"/>
                  </a:lnTo>
                  <a:lnTo>
                    <a:pt x="0" y="1904314"/>
                  </a:lnTo>
                  <a:lnTo>
                    <a:pt x="208902" y="1904314"/>
                  </a:lnTo>
                  <a:lnTo>
                    <a:pt x="208902" y="2162911"/>
                  </a:lnTo>
                  <a:lnTo>
                    <a:pt x="245008" y="2162911"/>
                  </a:lnTo>
                  <a:lnTo>
                    <a:pt x="245008" y="1904314"/>
                  </a:lnTo>
                  <a:lnTo>
                    <a:pt x="553313" y="1904314"/>
                  </a:lnTo>
                  <a:lnTo>
                    <a:pt x="553313" y="1868195"/>
                  </a:lnTo>
                  <a:close/>
                </a:path>
                <a:path w="1358265" h="4380865">
                  <a:moveTo>
                    <a:pt x="553313" y="1051560"/>
                  </a:moveTo>
                  <a:lnTo>
                    <a:pt x="245008" y="1051560"/>
                  </a:lnTo>
                  <a:lnTo>
                    <a:pt x="245008" y="805180"/>
                  </a:lnTo>
                  <a:lnTo>
                    <a:pt x="208902" y="805180"/>
                  </a:lnTo>
                  <a:lnTo>
                    <a:pt x="208902" y="1051560"/>
                  </a:lnTo>
                  <a:lnTo>
                    <a:pt x="0" y="1051560"/>
                  </a:lnTo>
                  <a:lnTo>
                    <a:pt x="0" y="1087120"/>
                  </a:lnTo>
                  <a:lnTo>
                    <a:pt x="208902" y="1087120"/>
                  </a:lnTo>
                  <a:lnTo>
                    <a:pt x="208902" y="1357630"/>
                  </a:lnTo>
                  <a:lnTo>
                    <a:pt x="245008" y="1357630"/>
                  </a:lnTo>
                  <a:lnTo>
                    <a:pt x="245008" y="1087120"/>
                  </a:lnTo>
                  <a:lnTo>
                    <a:pt x="553313" y="1087120"/>
                  </a:lnTo>
                  <a:lnTo>
                    <a:pt x="553313" y="1051560"/>
                  </a:lnTo>
                  <a:close/>
                </a:path>
                <a:path w="1358265" h="4380865">
                  <a:moveTo>
                    <a:pt x="553313" y="233680"/>
                  </a:moveTo>
                  <a:lnTo>
                    <a:pt x="245008" y="233680"/>
                  </a:lnTo>
                  <a:lnTo>
                    <a:pt x="245008" y="0"/>
                  </a:lnTo>
                  <a:lnTo>
                    <a:pt x="208902" y="0"/>
                  </a:lnTo>
                  <a:lnTo>
                    <a:pt x="208902" y="233680"/>
                  </a:lnTo>
                  <a:lnTo>
                    <a:pt x="0" y="233680"/>
                  </a:lnTo>
                  <a:lnTo>
                    <a:pt x="0" y="269240"/>
                  </a:lnTo>
                  <a:lnTo>
                    <a:pt x="208902" y="269240"/>
                  </a:lnTo>
                  <a:lnTo>
                    <a:pt x="208902" y="553720"/>
                  </a:lnTo>
                  <a:lnTo>
                    <a:pt x="245008" y="553720"/>
                  </a:lnTo>
                  <a:lnTo>
                    <a:pt x="245008" y="269240"/>
                  </a:lnTo>
                  <a:lnTo>
                    <a:pt x="553313" y="269240"/>
                  </a:lnTo>
                  <a:lnTo>
                    <a:pt x="553313" y="233680"/>
                  </a:lnTo>
                  <a:close/>
                </a:path>
                <a:path w="1358265" h="4380865">
                  <a:moveTo>
                    <a:pt x="1062253" y="1087056"/>
                  </a:moveTo>
                  <a:lnTo>
                    <a:pt x="1026147" y="1087056"/>
                  </a:lnTo>
                  <a:lnTo>
                    <a:pt x="1026147" y="1358099"/>
                  </a:lnTo>
                  <a:lnTo>
                    <a:pt x="1062253" y="1358099"/>
                  </a:lnTo>
                  <a:lnTo>
                    <a:pt x="1062253" y="1087056"/>
                  </a:lnTo>
                  <a:close/>
                </a:path>
                <a:path w="1358265" h="4380865">
                  <a:moveTo>
                    <a:pt x="1358138" y="4320540"/>
                  </a:moveTo>
                  <a:lnTo>
                    <a:pt x="1062253" y="4320540"/>
                  </a:lnTo>
                  <a:lnTo>
                    <a:pt x="1062253" y="4024630"/>
                  </a:lnTo>
                  <a:lnTo>
                    <a:pt x="1026147" y="4024630"/>
                  </a:lnTo>
                  <a:lnTo>
                    <a:pt x="1026147" y="4320540"/>
                  </a:lnTo>
                  <a:lnTo>
                    <a:pt x="804824" y="4320540"/>
                  </a:lnTo>
                  <a:lnTo>
                    <a:pt x="804824" y="4356100"/>
                  </a:lnTo>
                  <a:lnTo>
                    <a:pt x="1026147" y="4356100"/>
                  </a:lnTo>
                  <a:lnTo>
                    <a:pt x="1026147" y="4380408"/>
                  </a:lnTo>
                  <a:lnTo>
                    <a:pt x="1062253" y="4380408"/>
                  </a:lnTo>
                  <a:lnTo>
                    <a:pt x="1062253" y="4356100"/>
                  </a:lnTo>
                  <a:lnTo>
                    <a:pt x="1358138" y="4356100"/>
                  </a:lnTo>
                  <a:lnTo>
                    <a:pt x="1358138" y="4320540"/>
                  </a:lnTo>
                  <a:close/>
                </a:path>
                <a:path w="1358265" h="4380865">
                  <a:moveTo>
                    <a:pt x="1358138" y="3502660"/>
                  </a:moveTo>
                  <a:lnTo>
                    <a:pt x="1062253" y="3502660"/>
                  </a:lnTo>
                  <a:lnTo>
                    <a:pt x="1062253" y="3219450"/>
                  </a:lnTo>
                  <a:lnTo>
                    <a:pt x="1026147" y="3219450"/>
                  </a:lnTo>
                  <a:lnTo>
                    <a:pt x="1026147" y="3502660"/>
                  </a:lnTo>
                  <a:lnTo>
                    <a:pt x="804824" y="3502660"/>
                  </a:lnTo>
                  <a:lnTo>
                    <a:pt x="804824" y="3538220"/>
                  </a:lnTo>
                  <a:lnTo>
                    <a:pt x="1026147" y="3538220"/>
                  </a:lnTo>
                  <a:lnTo>
                    <a:pt x="1026147" y="3773170"/>
                  </a:lnTo>
                  <a:lnTo>
                    <a:pt x="1062253" y="3773170"/>
                  </a:lnTo>
                  <a:lnTo>
                    <a:pt x="1062253" y="3538220"/>
                  </a:lnTo>
                  <a:lnTo>
                    <a:pt x="1358138" y="3538220"/>
                  </a:lnTo>
                  <a:lnTo>
                    <a:pt x="1358138" y="3502660"/>
                  </a:lnTo>
                  <a:close/>
                </a:path>
                <a:path w="1358265" h="4380865">
                  <a:moveTo>
                    <a:pt x="1358138" y="2686050"/>
                  </a:moveTo>
                  <a:lnTo>
                    <a:pt x="1062253" y="2686050"/>
                  </a:lnTo>
                  <a:lnTo>
                    <a:pt x="1062253" y="2414270"/>
                  </a:lnTo>
                  <a:lnTo>
                    <a:pt x="1026147" y="2414270"/>
                  </a:lnTo>
                  <a:lnTo>
                    <a:pt x="1026147" y="2686050"/>
                  </a:lnTo>
                  <a:lnTo>
                    <a:pt x="804824" y="2686050"/>
                  </a:lnTo>
                  <a:lnTo>
                    <a:pt x="804824" y="2721610"/>
                  </a:lnTo>
                  <a:lnTo>
                    <a:pt x="1026147" y="2721610"/>
                  </a:lnTo>
                  <a:lnTo>
                    <a:pt x="1026147" y="2967990"/>
                  </a:lnTo>
                  <a:lnTo>
                    <a:pt x="1062253" y="2967990"/>
                  </a:lnTo>
                  <a:lnTo>
                    <a:pt x="1062253" y="2721610"/>
                  </a:lnTo>
                  <a:lnTo>
                    <a:pt x="1358138" y="2721610"/>
                  </a:lnTo>
                  <a:lnTo>
                    <a:pt x="1358138" y="2686050"/>
                  </a:lnTo>
                  <a:close/>
                </a:path>
              </a:pathLst>
            </a:custGeom>
            <a:solidFill>
              <a:srgbClr val="4299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668004" y="4384712"/>
              <a:ext cx="7620000" cy="5902325"/>
            </a:xfrm>
            <a:custGeom>
              <a:avLst/>
              <a:gdLst/>
              <a:ahLst/>
              <a:cxnLst/>
              <a:rect l="l" t="t" r="r" b="b"/>
              <a:pathLst>
                <a:path w="7620000" h="5902325">
                  <a:moveTo>
                    <a:pt x="0" y="0"/>
                  </a:moveTo>
                  <a:lnTo>
                    <a:pt x="7619994" y="0"/>
                  </a:lnTo>
                  <a:lnTo>
                    <a:pt x="7619994" y="5902286"/>
                  </a:lnTo>
                  <a:lnTo>
                    <a:pt x="0" y="59022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C2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8067" y="2042219"/>
              <a:ext cx="10089930" cy="82447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37832" y="2294815"/>
              <a:ext cx="9550400" cy="7992745"/>
            </a:xfrm>
            <a:custGeom>
              <a:avLst/>
              <a:gdLst/>
              <a:ahLst/>
              <a:cxnLst/>
              <a:rect l="l" t="t" r="r" b="b"/>
              <a:pathLst>
                <a:path w="9550400" h="7992745">
                  <a:moveTo>
                    <a:pt x="7730480" y="2489610"/>
                  </a:moveTo>
                  <a:lnTo>
                    <a:pt x="7749206" y="2481542"/>
                  </a:lnTo>
                  <a:lnTo>
                    <a:pt x="7755448" y="2463791"/>
                  </a:lnTo>
                  <a:lnTo>
                    <a:pt x="7749206" y="2446040"/>
                  </a:lnTo>
                  <a:lnTo>
                    <a:pt x="7730480" y="2437971"/>
                  </a:lnTo>
                  <a:lnTo>
                    <a:pt x="7711755" y="2446040"/>
                  </a:lnTo>
                  <a:lnTo>
                    <a:pt x="7705513" y="2463791"/>
                  </a:lnTo>
                  <a:lnTo>
                    <a:pt x="7711755" y="2481542"/>
                  </a:lnTo>
                  <a:lnTo>
                    <a:pt x="7730480" y="2489610"/>
                  </a:lnTo>
                  <a:close/>
                </a:path>
                <a:path w="9550400" h="7992745">
                  <a:moveTo>
                    <a:pt x="7592223" y="1460234"/>
                  </a:moveTo>
                  <a:lnTo>
                    <a:pt x="7609911" y="1452613"/>
                  </a:lnTo>
                  <a:lnTo>
                    <a:pt x="7615807" y="1435847"/>
                  </a:lnTo>
                  <a:lnTo>
                    <a:pt x="7609911" y="1419081"/>
                  </a:lnTo>
                  <a:lnTo>
                    <a:pt x="7592223" y="1411460"/>
                  </a:lnTo>
                  <a:lnTo>
                    <a:pt x="7574530" y="1419081"/>
                  </a:lnTo>
                  <a:lnTo>
                    <a:pt x="7568632" y="1435847"/>
                  </a:lnTo>
                  <a:lnTo>
                    <a:pt x="7574530" y="1452613"/>
                  </a:lnTo>
                  <a:lnTo>
                    <a:pt x="7592223" y="1460234"/>
                  </a:lnTo>
                  <a:close/>
                </a:path>
                <a:path w="9550400" h="7992745">
                  <a:moveTo>
                    <a:pt x="8145254" y="1202890"/>
                  </a:moveTo>
                  <a:lnTo>
                    <a:pt x="8162688" y="1195382"/>
                  </a:lnTo>
                  <a:lnTo>
                    <a:pt x="8168499" y="1178864"/>
                  </a:lnTo>
                  <a:lnTo>
                    <a:pt x="8162688" y="1162346"/>
                  </a:lnTo>
                  <a:lnTo>
                    <a:pt x="8145254" y="1154838"/>
                  </a:lnTo>
                  <a:lnTo>
                    <a:pt x="8127830" y="1162346"/>
                  </a:lnTo>
                  <a:lnTo>
                    <a:pt x="8122021" y="1178864"/>
                  </a:lnTo>
                  <a:lnTo>
                    <a:pt x="8127830" y="1195382"/>
                  </a:lnTo>
                  <a:lnTo>
                    <a:pt x="8145254" y="1202890"/>
                  </a:lnTo>
                  <a:close/>
                </a:path>
                <a:path w="9550400" h="7992745">
                  <a:moveTo>
                    <a:pt x="8145254" y="816874"/>
                  </a:moveTo>
                  <a:lnTo>
                    <a:pt x="8162294" y="809532"/>
                  </a:lnTo>
                  <a:lnTo>
                    <a:pt x="8167972" y="793381"/>
                  </a:lnTo>
                  <a:lnTo>
                    <a:pt x="8162291" y="777230"/>
                  </a:lnTo>
                  <a:lnTo>
                    <a:pt x="8145254" y="769889"/>
                  </a:lnTo>
                  <a:lnTo>
                    <a:pt x="8128218" y="777230"/>
                  </a:lnTo>
                  <a:lnTo>
                    <a:pt x="8122540" y="793381"/>
                  </a:lnTo>
                  <a:lnTo>
                    <a:pt x="8128218" y="809532"/>
                  </a:lnTo>
                  <a:lnTo>
                    <a:pt x="8145254" y="816874"/>
                  </a:lnTo>
                  <a:close/>
                </a:path>
                <a:path w="9550400" h="7992745">
                  <a:moveTo>
                    <a:pt x="8145254" y="1074218"/>
                  </a:moveTo>
                  <a:lnTo>
                    <a:pt x="8162554" y="1066764"/>
                  </a:lnTo>
                  <a:lnTo>
                    <a:pt x="8168321" y="1050364"/>
                  </a:lnTo>
                  <a:lnTo>
                    <a:pt x="8162554" y="1033965"/>
                  </a:lnTo>
                  <a:lnTo>
                    <a:pt x="8145254" y="1026511"/>
                  </a:lnTo>
                  <a:lnTo>
                    <a:pt x="8127950" y="1033965"/>
                  </a:lnTo>
                  <a:lnTo>
                    <a:pt x="8122183" y="1050364"/>
                  </a:lnTo>
                  <a:lnTo>
                    <a:pt x="8127950" y="1066764"/>
                  </a:lnTo>
                  <a:lnTo>
                    <a:pt x="8145254" y="1074218"/>
                  </a:lnTo>
                  <a:close/>
                </a:path>
                <a:path w="9550400" h="7992745">
                  <a:moveTo>
                    <a:pt x="8421770" y="1074218"/>
                  </a:moveTo>
                  <a:lnTo>
                    <a:pt x="8439070" y="1066764"/>
                  </a:lnTo>
                  <a:lnTo>
                    <a:pt x="8444836" y="1050364"/>
                  </a:lnTo>
                  <a:lnTo>
                    <a:pt x="8439070" y="1033965"/>
                  </a:lnTo>
                  <a:lnTo>
                    <a:pt x="8421770" y="1026511"/>
                  </a:lnTo>
                  <a:lnTo>
                    <a:pt x="8404471" y="1033965"/>
                  </a:lnTo>
                  <a:lnTo>
                    <a:pt x="8398704" y="1050364"/>
                  </a:lnTo>
                  <a:lnTo>
                    <a:pt x="8404471" y="1066764"/>
                  </a:lnTo>
                  <a:lnTo>
                    <a:pt x="8421770" y="1074218"/>
                  </a:lnTo>
                  <a:close/>
                </a:path>
                <a:path w="9550400" h="7992745">
                  <a:moveTo>
                    <a:pt x="8006996" y="945546"/>
                  </a:moveTo>
                  <a:lnTo>
                    <a:pt x="8024171" y="938148"/>
                  </a:lnTo>
                  <a:lnTo>
                    <a:pt x="8029895" y="921873"/>
                  </a:lnTo>
                  <a:lnTo>
                    <a:pt x="8024171" y="905598"/>
                  </a:lnTo>
                  <a:lnTo>
                    <a:pt x="8006996" y="898200"/>
                  </a:lnTo>
                  <a:lnTo>
                    <a:pt x="7989822" y="905598"/>
                  </a:lnTo>
                  <a:lnTo>
                    <a:pt x="7984097" y="921873"/>
                  </a:lnTo>
                  <a:lnTo>
                    <a:pt x="7989822" y="938148"/>
                  </a:lnTo>
                  <a:lnTo>
                    <a:pt x="8006996" y="945546"/>
                  </a:lnTo>
                  <a:close/>
                </a:path>
                <a:path w="9550400" h="7992745">
                  <a:moveTo>
                    <a:pt x="8283512" y="945546"/>
                  </a:moveTo>
                  <a:lnTo>
                    <a:pt x="8300687" y="938148"/>
                  </a:lnTo>
                  <a:lnTo>
                    <a:pt x="8306411" y="921873"/>
                  </a:lnTo>
                  <a:lnTo>
                    <a:pt x="8300687" y="905598"/>
                  </a:lnTo>
                  <a:lnTo>
                    <a:pt x="8283512" y="898200"/>
                  </a:lnTo>
                  <a:lnTo>
                    <a:pt x="8266338" y="905598"/>
                  </a:lnTo>
                  <a:lnTo>
                    <a:pt x="8260613" y="921873"/>
                  </a:lnTo>
                  <a:lnTo>
                    <a:pt x="8266338" y="938148"/>
                  </a:lnTo>
                  <a:lnTo>
                    <a:pt x="8283512" y="945546"/>
                  </a:lnTo>
                  <a:close/>
                </a:path>
                <a:path w="9550400" h="7992745">
                  <a:moveTo>
                    <a:pt x="8140454" y="1331086"/>
                  </a:moveTo>
                  <a:lnTo>
                    <a:pt x="8168236" y="1312114"/>
                  </a:lnTo>
                  <a:lnTo>
                    <a:pt x="8168114" y="1301907"/>
                  </a:lnTo>
                  <a:lnTo>
                    <a:pt x="8164246" y="1292582"/>
                  </a:lnTo>
                  <a:lnTo>
                    <a:pt x="8156626" y="1285781"/>
                  </a:lnTo>
                  <a:lnTo>
                    <a:pt x="8145254" y="1283148"/>
                  </a:lnTo>
                  <a:lnTo>
                    <a:pt x="8128363" y="1289972"/>
                  </a:lnTo>
                  <a:lnTo>
                    <a:pt x="8121937" y="1305340"/>
                  </a:lnTo>
                  <a:lnTo>
                    <a:pt x="8125970" y="1321596"/>
                  </a:lnTo>
                  <a:lnTo>
                    <a:pt x="8140454" y="1331086"/>
                  </a:lnTo>
                  <a:close/>
                </a:path>
                <a:path w="9550400" h="7992745">
                  <a:moveTo>
                    <a:pt x="8006996" y="1202890"/>
                  </a:moveTo>
                  <a:lnTo>
                    <a:pt x="8024430" y="1195382"/>
                  </a:lnTo>
                  <a:lnTo>
                    <a:pt x="8030241" y="1178864"/>
                  </a:lnTo>
                  <a:lnTo>
                    <a:pt x="8024430" y="1162346"/>
                  </a:lnTo>
                  <a:lnTo>
                    <a:pt x="8006996" y="1154838"/>
                  </a:lnTo>
                  <a:lnTo>
                    <a:pt x="7989572" y="1162346"/>
                  </a:lnTo>
                  <a:lnTo>
                    <a:pt x="7983763" y="1178864"/>
                  </a:lnTo>
                  <a:lnTo>
                    <a:pt x="7989572" y="1195382"/>
                  </a:lnTo>
                  <a:lnTo>
                    <a:pt x="8006996" y="1202890"/>
                  </a:lnTo>
                  <a:close/>
                </a:path>
                <a:path w="9550400" h="7992745">
                  <a:moveTo>
                    <a:pt x="8283512" y="1202890"/>
                  </a:moveTo>
                  <a:lnTo>
                    <a:pt x="8300946" y="1195382"/>
                  </a:lnTo>
                  <a:lnTo>
                    <a:pt x="8306757" y="1178864"/>
                  </a:lnTo>
                  <a:lnTo>
                    <a:pt x="8300946" y="1162346"/>
                  </a:lnTo>
                  <a:lnTo>
                    <a:pt x="8283512" y="1154838"/>
                  </a:lnTo>
                  <a:lnTo>
                    <a:pt x="8266088" y="1162346"/>
                  </a:lnTo>
                  <a:lnTo>
                    <a:pt x="8260279" y="1178864"/>
                  </a:lnTo>
                  <a:lnTo>
                    <a:pt x="8266088" y="1195382"/>
                  </a:lnTo>
                  <a:lnTo>
                    <a:pt x="8283512" y="1202890"/>
                  </a:lnTo>
                  <a:close/>
                </a:path>
                <a:path w="9550400" h="7992745">
                  <a:moveTo>
                    <a:pt x="8283512" y="1074218"/>
                  </a:moveTo>
                  <a:lnTo>
                    <a:pt x="8300812" y="1066764"/>
                  </a:lnTo>
                  <a:lnTo>
                    <a:pt x="8306578" y="1050364"/>
                  </a:lnTo>
                  <a:lnTo>
                    <a:pt x="8300812" y="1033965"/>
                  </a:lnTo>
                  <a:lnTo>
                    <a:pt x="8283512" y="1026511"/>
                  </a:lnTo>
                  <a:lnTo>
                    <a:pt x="8266208" y="1033965"/>
                  </a:lnTo>
                  <a:lnTo>
                    <a:pt x="8260440" y="1050364"/>
                  </a:lnTo>
                  <a:lnTo>
                    <a:pt x="8266208" y="1066764"/>
                  </a:lnTo>
                  <a:lnTo>
                    <a:pt x="8283512" y="1074218"/>
                  </a:lnTo>
                  <a:close/>
                </a:path>
                <a:path w="9550400" h="7992745">
                  <a:moveTo>
                    <a:pt x="8006996" y="1074218"/>
                  </a:moveTo>
                  <a:lnTo>
                    <a:pt x="8024296" y="1066764"/>
                  </a:lnTo>
                  <a:lnTo>
                    <a:pt x="8030063" y="1050364"/>
                  </a:lnTo>
                  <a:lnTo>
                    <a:pt x="8024296" y="1033965"/>
                  </a:lnTo>
                  <a:lnTo>
                    <a:pt x="8006996" y="1026511"/>
                  </a:lnTo>
                  <a:lnTo>
                    <a:pt x="7989693" y="1033965"/>
                  </a:lnTo>
                  <a:lnTo>
                    <a:pt x="7983925" y="1050364"/>
                  </a:lnTo>
                  <a:lnTo>
                    <a:pt x="7989693" y="1066764"/>
                  </a:lnTo>
                  <a:lnTo>
                    <a:pt x="8006996" y="1074218"/>
                  </a:lnTo>
                  <a:close/>
                </a:path>
                <a:path w="9550400" h="7992745">
                  <a:moveTo>
                    <a:pt x="7730480" y="1202890"/>
                  </a:moveTo>
                  <a:lnTo>
                    <a:pt x="7747914" y="1195382"/>
                  </a:lnTo>
                  <a:lnTo>
                    <a:pt x="7753725" y="1178864"/>
                  </a:lnTo>
                  <a:lnTo>
                    <a:pt x="7747914" y="1162346"/>
                  </a:lnTo>
                  <a:lnTo>
                    <a:pt x="7730480" y="1154838"/>
                  </a:lnTo>
                  <a:lnTo>
                    <a:pt x="7713056" y="1162346"/>
                  </a:lnTo>
                  <a:lnTo>
                    <a:pt x="7707247" y="1178864"/>
                  </a:lnTo>
                  <a:lnTo>
                    <a:pt x="7713056" y="1195382"/>
                  </a:lnTo>
                  <a:lnTo>
                    <a:pt x="7730480" y="1202890"/>
                  </a:lnTo>
                  <a:close/>
                </a:path>
                <a:path w="9550400" h="7992745">
                  <a:moveTo>
                    <a:pt x="7730480" y="1588906"/>
                  </a:moveTo>
                  <a:lnTo>
                    <a:pt x="7748303" y="1581229"/>
                  </a:lnTo>
                  <a:lnTo>
                    <a:pt x="7754244" y="1564339"/>
                  </a:lnTo>
                  <a:lnTo>
                    <a:pt x="7748303" y="1547451"/>
                  </a:lnTo>
                  <a:lnTo>
                    <a:pt x="7730480" y="1539778"/>
                  </a:lnTo>
                  <a:lnTo>
                    <a:pt x="7712667" y="1547454"/>
                  </a:lnTo>
                  <a:lnTo>
                    <a:pt x="7706729" y="1564342"/>
                  </a:lnTo>
                  <a:lnTo>
                    <a:pt x="7712667" y="1581230"/>
                  </a:lnTo>
                  <a:lnTo>
                    <a:pt x="7730480" y="1588906"/>
                  </a:lnTo>
                  <a:close/>
                </a:path>
                <a:path w="9550400" h="7992745">
                  <a:moveTo>
                    <a:pt x="7730480" y="1460234"/>
                  </a:moveTo>
                  <a:lnTo>
                    <a:pt x="7748169" y="1452613"/>
                  </a:lnTo>
                  <a:lnTo>
                    <a:pt x="7754065" y="1435847"/>
                  </a:lnTo>
                  <a:lnTo>
                    <a:pt x="7748169" y="1419081"/>
                  </a:lnTo>
                  <a:lnTo>
                    <a:pt x="7730480" y="1411460"/>
                  </a:lnTo>
                  <a:lnTo>
                    <a:pt x="7712788" y="1419081"/>
                  </a:lnTo>
                  <a:lnTo>
                    <a:pt x="7706890" y="1435847"/>
                  </a:lnTo>
                  <a:lnTo>
                    <a:pt x="7712788" y="1452613"/>
                  </a:lnTo>
                  <a:lnTo>
                    <a:pt x="7730480" y="1460234"/>
                  </a:lnTo>
                  <a:close/>
                </a:path>
                <a:path w="9550400" h="7992745">
                  <a:moveTo>
                    <a:pt x="7592223" y="1331562"/>
                  </a:moveTo>
                  <a:lnTo>
                    <a:pt x="7609780" y="1323997"/>
                  </a:lnTo>
                  <a:lnTo>
                    <a:pt x="7615631" y="1307355"/>
                  </a:lnTo>
                  <a:lnTo>
                    <a:pt x="7609778" y="1290713"/>
                  </a:lnTo>
                  <a:lnTo>
                    <a:pt x="7592223" y="1283148"/>
                  </a:lnTo>
                  <a:lnTo>
                    <a:pt x="7574668" y="1290713"/>
                  </a:lnTo>
                  <a:lnTo>
                    <a:pt x="7568817" y="1307355"/>
                  </a:lnTo>
                  <a:lnTo>
                    <a:pt x="7574668" y="1323997"/>
                  </a:lnTo>
                  <a:lnTo>
                    <a:pt x="7592223" y="1331562"/>
                  </a:lnTo>
                  <a:close/>
                </a:path>
                <a:path w="9550400" h="7992745">
                  <a:moveTo>
                    <a:pt x="7592223" y="1202890"/>
                  </a:moveTo>
                  <a:lnTo>
                    <a:pt x="7609656" y="1195382"/>
                  </a:lnTo>
                  <a:lnTo>
                    <a:pt x="7615467" y="1178864"/>
                  </a:lnTo>
                  <a:lnTo>
                    <a:pt x="7609656" y="1162346"/>
                  </a:lnTo>
                  <a:lnTo>
                    <a:pt x="7592223" y="1154838"/>
                  </a:lnTo>
                  <a:lnTo>
                    <a:pt x="7574798" y="1162346"/>
                  </a:lnTo>
                  <a:lnTo>
                    <a:pt x="7568989" y="1178864"/>
                  </a:lnTo>
                  <a:lnTo>
                    <a:pt x="7574798" y="1195382"/>
                  </a:lnTo>
                  <a:lnTo>
                    <a:pt x="7592223" y="1202890"/>
                  </a:lnTo>
                  <a:close/>
                </a:path>
                <a:path w="9550400" h="7992745">
                  <a:moveTo>
                    <a:pt x="7868738" y="1331562"/>
                  </a:moveTo>
                  <a:lnTo>
                    <a:pt x="7886296" y="1323997"/>
                  </a:lnTo>
                  <a:lnTo>
                    <a:pt x="7892147" y="1307355"/>
                  </a:lnTo>
                  <a:lnTo>
                    <a:pt x="7886294" y="1290713"/>
                  </a:lnTo>
                  <a:lnTo>
                    <a:pt x="7868738" y="1283148"/>
                  </a:lnTo>
                  <a:lnTo>
                    <a:pt x="7851184" y="1290713"/>
                  </a:lnTo>
                  <a:lnTo>
                    <a:pt x="7845333" y="1307355"/>
                  </a:lnTo>
                  <a:lnTo>
                    <a:pt x="7851184" y="1323997"/>
                  </a:lnTo>
                  <a:lnTo>
                    <a:pt x="7868738" y="1331562"/>
                  </a:lnTo>
                  <a:close/>
                </a:path>
                <a:path w="9550400" h="7992745">
                  <a:moveTo>
                    <a:pt x="7868738" y="1074218"/>
                  </a:moveTo>
                  <a:lnTo>
                    <a:pt x="7886038" y="1066764"/>
                  </a:lnTo>
                  <a:lnTo>
                    <a:pt x="7891805" y="1050364"/>
                  </a:lnTo>
                  <a:lnTo>
                    <a:pt x="7886038" y="1033965"/>
                  </a:lnTo>
                  <a:lnTo>
                    <a:pt x="7868738" y="1026511"/>
                  </a:lnTo>
                  <a:lnTo>
                    <a:pt x="7851435" y="1033965"/>
                  </a:lnTo>
                  <a:lnTo>
                    <a:pt x="7845667" y="1050364"/>
                  </a:lnTo>
                  <a:lnTo>
                    <a:pt x="7851435" y="1066764"/>
                  </a:lnTo>
                  <a:lnTo>
                    <a:pt x="7868738" y="1074218"/>
                  </a:lnTo>
                  <a:close/>
                </a:path>
                <a:path w="9550400" h="7992745">
                  <a:moveTo>
                    <a:pt x="7730480" y="1331562"/>
                  </a:moveTo>
                  <a:lnTo>
                    <a:pt x="7748038" y="1323997"/>
                  </a:lnTo>
                  <a:lnTo>
                    <a:pt x="7753889" y="1307355"/>
                  </a:lnTo>
                  <a:lnTo>
                    <a:pt x="7748036" y="1290713"/>
                  </a:lnTo>
                  <a:lnTo>
                    <a:pt x="7730480" y="1283148"/>
                  </a:lnTo>
                  <a:lnTo>
                    <a:pt x="7712926" y="1290713"/>
                  </a:lnTo>
                  <a:lnTo>
                    <a:pt x="7707075" y="1307355"/>
                  </a:lnTo>
                  <a:lnTo>
                    <a:pt x="7712926" y="1323997"/>
                  </a:lnTo>
                  <a:lnTo>
                    <a:pt x="7730480" y="1331562"/>
                  </a:lnTo>
                  <a:close/>
                </a:path>
                <a:path w="9550400" h="7992745">
                  <a:moveTo>
                    <a:pt x="7868738" y="1202890"/>
                  </a:moveTo>
                  <a:lnTo>
                    <a:pt x="7886172" y="1195382"/>
                  </a:lnTo>
                  <a:lnTo>
                    <a:pt x="7891983" y="1178864"/>
                  </a:lnTo>
                  <a:lnTo>
                    <a:pt x="7886172" y="1162346"/>
                  </a:lnTo>
                  <a:lnTo>
                    <a:pt x="7868738" y="1154838"/>
                  </a:lnTo>
                  <a:lnTo>
                    <a:pt x="7851314" y="1162346"/>
                  </a:lnTo>
                  <a:lnTo>
                    <a:pt x="7845505" y="1178864"/>
                  </a:lnTo>
                  <a:lnTo>
                    <a:pt x="7851314" y="1195382"/>
                  </a:lnTo>
                  <a:lnTo>
                    <a:pt x="7868738" y="1202890"/>
                  </a:lnTo>
                  <a:close/>
                </a:path>
                <a:path w="9550400" h="7992745">
                  <a:moveTo>
                    <a:pt x="8006996" y="1331562"/>
                  </a:moveTo>
                  <a:lnTo>
                    <a:pt x="8024554" y="1323997"/>
                  </a:lnTo>
                  <a:lnTo>
                    <a:pt x="8030405" y="1307355"/>
                  </a:lnTo>
                  <a:lnTo>
                    <a:pt x="8024552" y="1290713"/>
                  </a:lnTo>
                  <a:lnTo>
                    <a:pt x="8006996" y="1283148"/>
                  </a:lnTo>
                  <a:lnTo>
                    <a:pt x="7989442" y="1290713"/>
                  </a:lnTo>
                  <a:lnTo>
                    <a:pt x="7983591" y="1307355"/>
                  </a:lnTo>
                  <a:lnTo>
                    <a:pt x="7989442" y="1323997"/>
                  </a:lnTo>
                  <a:lnTo>
                    <a:pt x="8006996" y="1331562"/>
                  </a:lnTo>
                  <a:close/>
                </a:path>
                <a:path w="9550400" h="7992745">
                  <a:moveTo>
                    <a:pt x="7868738" y="1460234"/>
                  </a:moveTo>
                  <a:lnTo>
                    <a:pt x="7886427" y="1452613"/>
                  </a:lnTo>
                  <a:lnTo>
                    <a:pt x="7892323" y="1435847"/>
                  </a:lnTo>
                  <a:lnTo>
                    <a:pt x="7886427" y="1419081"/>
                  </a:lnTo>
                  <a:lnTo>
                    <a:pt x="7868738" y="1411460"/>
                  </a:lnTo>
                  <a:lnTo>
                    <a:pt x="7851046" y="1419081"/>
                  </a:lnTo>
                  <a:lnTo>
                    <a:pt x="7845148" y="1435847"/>
                  </a:lnTo>
                  <a:lnTo>
                    <a:pt x="7851046" y="1452613"/>
                  </a:lnTo>
                  <a:lnTo>
                    <a:pt x="7868738" y="1460234"/>
                  </a:lnTo>
                  <a:close/>
                </a:path>
                <a:path w="9550400" h="7992745">
                  <a:moveTo>
                    <a:pt x="8145254" y="945546"/>
                  </a:moveTo>
                  <a:lnTo>
                    <a:pt x="8162429" y="938148"/>
                  </a:lnTo>
                  <a:lnTo>
                    <a:pt x="8168153" y="921873"/>
                  </a:lnTo>
                  <a:lnTo>
                    <a:pt x="8162429" y="905598"/>
                  </a:lnTo>
                  <a:lnTo>
                    <a:pt x="8145254" y="898200"/>
                  </a:lnTo>
                  <a:lnTo>
                    <a:pt x="8128080" y="905598"/>
                  </a:lnTo>
                  <a:lnTo>
                    <a:pt x="8122355" y="921873"/>
                  </a:lnTo>
                  <a:lnTo>
                    <a:pt x="8128080" y="938148"/>
                  </a:lnTo>
                  <a:lnTo>
                    <a:pt x="8145254" y="945546"/>
                  </a:lnTo>
                  <a:close/>
                </a:path>
                <a:path w="9550400" h="7992745">
                  <a:moveTo>
                    <a:pt x="7726164" y="1974915"/>
                  </a:moveTo>
                  <a:lnTo>
                    <a:pt x="7730481" y="1974915"/>
                  </a:lnTo>
                  <a:lnTo>
                    <a:pt x="7748692" y="1967072"/>
                  </a:lnTo>
                  <a:lnTo>
                    <a:pt x="7754762" y="1949817"/>
                  </a:lnTo>
                  <a:lnTo>
                    <a:pt x="7748692" y="1932562"/>
                  </a:lnTo>
                  <a:lnTo>
                    <a:pt x="7730481" y="1924719"/>
                  </a:lnTo>
                  <a:lnTo>
                    <a:pt x="7727800" y="1924719"/>
                  </a:lnTo>
                  <a:lnTo>
                    <a:pt x="7725426" y="1925173"/>
                  </a:lnTo>
                  <a:lnTo>
                    <a:pt x="7723191" y="1925802"/>
                  </a:lnTo>
                  <a:lnTo>
                    <a:pt x="7723191" y="1969546"/>
                  </a:lnTo>
                  <a:lnTo>
                    <a:pt x="7719320" y="1972434"/>
                  </a:lnTo>
                  <a:lnTo>
                    <a:pt x="7722477" y="1973978"/>
                  </a:lnTo>
                  <a:lnTo>
                    <a:pt x="7726164" y="1974915"/>
                  </a:lnTo>
                  <a:close/>
                </a:path>
                <a:path w="9550400" h="7992745">
                  <a:moveTo>
                    <a:pt x="9108344" y="945546"/>
                  </a:moveTo>
                  <a:lnTo>
                    <a:pt x="9113060" y="945546"/>
                  </a:lnTo>
                  <a:lnTo>
                    <a:pt x="9128829" y="939632"/>
                  </a:lnTo>
                  <a:lnTo>
                    <a:pt x="9135630" y="925981"/>
                  </a:lnTo>
                  <a:lnTo>
                    <a:pt x="9133472" y="910727"/>
                  </a:lnTo>
                  <a:lnTo>
                    <a:pt x="9122362" y="900005"/>
                  </a:lnTo>
                  <a:lnTo>
                    <a:pt x="9122362" y="926627"/>
                  </a:lnTo>
                  <a:lnTo>
                    <a:pt x="9101185" y="942404"/>
                  </a:lnTo>
                  <a:lnTo>
                    <a:pt x="9104442" y="944317"/>
                  </a:lnTo>
                  <a:lnTo>
                    <a:pt x="9108344" y="945546"/>
                  </a:lnTo>
                  <a:close/>
                </a:path>
                <a:path w="9550400" h="7992745">
                  <a:moveTo>
                    <a:pt x="8974802" y="1331562"/>
                  </a:moveTo>
                  <a:lnTo>
                    <a:pt x="8992361" y="1323997"/>
                  </a:lnTo>
                  <a:lnTo>
                    <a:pt x="8998214" y="1307355"/>
                  </a:lnTo>
                  <a:lnTo>
                    <a:pt x="8992361" y="1290713"/>
                  </a:lnTo>
                  <a:lnTo>
                    <a:pt x="8974802" y="1283148"/>
                  </a:lnTo>
                  <a:lnTo>
                    <a:pt x="8957248" y="1290713"/>
                  </a:lnTo>
                  <a:lnTo>
                    <a:pt x="8951396" y="1307355"/>
                  </a:lnTo>
                  <a:lnTo>
                    <a:pt x="8957248" y="1323997"/>
                  </a:lnTo>
                  <a:lnTo>
                    <a:pt x="8974802" y="1331562"/>
                  </a:lnTo>
                  <a:close/>
                </a:path>
                <a:path w="9550400" h="7992745">
                  <a:moveTo>
                    <a:pt x="8974802" y="1202890"/>
                  </a:moveTo>
                  <a:lnTo>
                    <a:pt x="8992236" y="1195382"/>
                  </a:lnTo>
                  <a:lnTo>
                    <a:pt x="8998047" y="1178864"/>
                  </a:lnTo>
                  <a:lnTo>
                    <a:pt x="8992236" y="1162346"/>
                  </a:lnTo>
                  <a:lnTo>
                    <a:pt x="8974802" y="1154837"/>
                  </a:lnTo>
                  <a:lnTo>
                    <a:pt x="8957377" y="1162346"/>
                  </a:lnTo>
                  <a:lnTo>
                    <a:pt x="8951569" y="1178864"/>
                  </a:lnTo>
                  <a:lnTo>
                    <a:pt x="8957377" y="1195382"/>
                  </a:lnTo>
                  <a:lnTo>
                    <a:pt x="8974802" y="1202890"/>
                  </a:lnTo>
                  <a:close/>
                </a:path>
                <a:path w="9550400" h="7992745">
                  <a:moveTo>
                    <a:pt x="8974802" y="1074218"/>
                  </a:moveTo>
                  <a:lnTo>
                    <a:pt x="8992102" y="1066764"/>
                  </a:lnTo>
                  <a:lnTo>
                    <a:pt x="8997868" y="1050364"/>
                  </a:lnTo>
                  <a:lnTo>
                    <a:pt x="8992102" y="1033965"/>
                  </a:lnTo>
                  <a:lnTo>
                    <a:pt x="8974802" y="1026511"/>
                  </a:lnTo>
                  <a:lnTo>
                    <a:pt x="8957503" y="1033965"/>
                  </a:lnTo>
                  <a:lnTo>
                    <a:pt x="8951736" y="1050364"/>
                  </a:lnTo>
                  <a:lnTo>
                    <a:pt x="8957503" y="1066764"/>
                  </a:lnTo>
                  <a:lnTo>
                    <a:pt x="8974802" y="1074218"/>
                  </a:lnTo>
                  <a:close/>
                </a:path>
                <a:path w="9550400" h="7992745">
                  <a:moveTo>
                    <a:pt x="8974802" y="1460234"/>
                  </a:moveTo>
                  <a:lnTo>
                    <a:pt x="8992491" y="1452613"/>
                  </a:lnTo>
                  <a:lnTo>
                    <a:pt x="8998387" y="1435847"/>
                  </a:lnTo>
                  <a:lnTo>
                    <a:pt x="8992491" y="1419081"/>
                  </a:lnTo>
                  <a:lnTo>
                    <a:pt x="8974802" y="1411460"/>
                  </a:lnTo>
                  <a:lnTo>
                    <a:pt x="8957114" y="1419081"/>
                  </a:lnTo>
                  <a:lnTo>
                    <a:pt x="8951218" y="1435847"/>
                  </a:lnTo>
                  <a:lnTo>
                    <a:pt x="8957114" y="1452613"/>
                  </a:lnTo>
                  <a:lnTo>
                    <a:pt x="8974802" y="1460234"/>
                  </a:lnTo>
                  <a:close/>
                </a:path>
                <a:path w="9550400" h="7992745">
                  <a:moveTo>
                    <a:pt x="9251318" y="1202890"/>
                  </a:moveTo>
                  <a:lnTo>
                    <a:pt x="9268752" y="1195382"/>
                  </a:lnTo>
                  <a:lnTo>
                    <a:pt x="9274563" y="1178864"/>
                  </a:lnTo>
                  <a:lnTo>
                    <a:pt x="9268752" y="1162346"/>
                  </a:lnTo>
                  <a:lnTo>
                    <a:pt x="9251318" y="1154838"/>
                  </a:lnTo>
                  <a:lnTo>
                    <a:pt x="9233893" y="1162346"/>
                  </a:lnTo>
                  <a:lnTo>
                    <a:pt x="9228085" y="1178864"/>
                  </a:lnTo>
                  <a:lnTo>
                    <a:pt x="9233893" y="1195382"/>
                  </a:lnTo>
                  <a:lnTo>
                    <a:pt x="9251318" y="1202890"/>
                  </a:lnTo>
                  <a:close/>
                </a:path>
                <a:path w="9550400" h="7992745">
                  <a:moveTo>
                    <a:pt x="8974802" y="945546"/>
                  </a:moveTo>
                  <a:lnTo>
                    <a:pt x="8991976" y="938148"/>
                  </a:lnTo>
                  <a:lnTo>
                    <a:pt x="8997701" y="921873"/>
                  </a:lnTo>
                  <a:lnTo>
                    <a:pt x="8991976" y="905598"/>
                  </a:lnTo>
                  <a:lnTo>
                    <a:pt x="8974802" y="898200"/>
                  </a:lnTo>
                  <a:lnTo>
                    <a:pt x="8974426" y="898200"/>
                  </a:lnTo>
                  <a:lnTo>
                    <a:pt x="8974111" y="898292"/>
                  </a:lnTo>
                  <a:lnTo>
                    <a:pt x="8973750" y="898308"/>
                  </a:lnTo>
                  <a:lnTo>
                    <a:pt x="8964264" y="904752"/>
                  </a:lnTo>
                  <a:lnTo>
                    <a:pt x="8954071" y="911542"/>
                  </a:lnTo>
                  <a:lnTo>
                    <a:pt x="8951997" y="922762"/>
                  </a:lnTo>
                  <a:lnTo>
                    <a:pt x="8954750" y="933795"/>
                  </a:lnTo>
                  <a:lnTo>
                    <a:pt x="8962346" y="942202"/>
                  </a:lnTo>
                  <a:lnTo>
                    <a:pt x="8974802" y="945546"/>
                  </a:lnTo>
                  <a:close/>
                </a:path>
                <a:path w="9550400" h="7992745">
                  <a:moveTo>
                    <a:pt x="8560028" y="816874"/>
                  </a:moveTo>
                  <a:lnTo>
                    <a:pt x="8577069" y="809532"/>
                  </a:lnTo>
                  <a:lnTo>
                    <a:pt x="8582749" y="793381"/>
                  </a:lnTo>
                  <a:lnTo>
                    <a:pt x="8577068" y="777230"/>
                  </a:lnTo>
                  <a:lnTo>
                    <a:pt x="8560028" y="769889"/>
                  </a:lnTo>
                  <a:lnTo>
                    <a:pt x="8542992" y="777230"/>
                  </a:lnTo>
                  <a:lnTo>
                    <a:pt x="8537314" y="793381"/>
                  </a:lnTo>
                  <a:lnTo>
                    <a:pt x="8542992" y="809532"/>
                  </a:lnTo>
                  <a:lnTo>
                    <a:pt x="8560028" y="816874"/>
                  </a:lnTo>
                  <a:close/>
                </a:path>
                <a:path w="9550400" h="7992745">
                  <a:moveTo>
                    <a:pt x="8421770" y="945546"/>
                  </a:moveTo>
                  <a:lnTo>
                    <a:pt x="8438945" y="938148"/>
                  </a:lnTo>
                  <a:lnTo>
                    <a:pt x="8444669" y="921873"/>
                  </a:lnTo>
                  <a:lnTo>
                    <a:pt x="8438945" y="905598"/>
                  </a:lnTo>
                  <a:lnTo>
                    <a:pt x="8421770" y="898200"/>
                  </a:lnTo>
                  <a:lnTo>
                    <a:pt x="8404600" y="905598"/>
                  </a:lnTo>
                  <a:lnTo>
                    <a:pt x="8398877" y="921873"/>
                  </a:lnTo>
                  <a:lnTo>
                    <a:pt x="8404600" y="938148"/>
                  </a:lnTo>
                  <a:lnTo>
                    <a:pt x="8421770" y="945546"/>
                  </a:lnTo>
                  <a:close/>
                </a:path>
                <a:path w="9550400" h="7992745">
                  <a:moveTo>
                    <a:pt x="8540227" y="1063172"/>
                  </a:moveTo>
                  <a:lnTo>
                    <a:pt x="8540227" y="1058280"/>
                  </a:lnTo>
                  <a:lnTo>
                    <a:pt x="8547439" y="1053364"/>
                  </a:lnTo>
                  <a:lnTo>
                    <a:pt x="8554736" y="1048294"/>
                  </a:lnTo>
                  <a:lnTo>
                    <a:pt x="8557424" y="1046528"/>
                  </a:lnTo>
                  <a:lnTo>
                    <a:pt x="8560113" y="1044684"/>
                  </a:lnTo>
                  <a:lnTo>
                    <a:pt x="8563185" y="1042534"/>
                  </a:lnTo>
                  <a:lnTo>
                    <a:pt x="8576696" y="1033370"/>
                  </a:lnTo>
                  <a:lnTo>
                    <a:pt x="8572864" y="1029261"/>
                  </a:lnTo>
                  <a:lnTo>
                    <a:pt x="8567348" y="1026519"/>
                  </a:lnTo>
                  <a:lnTo>
                    <a:pt x="8560036" y="1026519"/>
                  </a:lnTo>
                  <a:lnTo>
                    <a:pt x="8546900" y="1030265"/>
                  </a:lnTo>
                  <a:lnTo>
                    <a:pt x="8539221" y="1039563"/>
                  </a:lnTo>
                  <a:lnTo>
                    <a:pt x="8536997" y="1051502"/>
                  </a:lnTo>
                  <a:lnTo>
                    <a:pt x="8540227" y="1063172"/>
                  </a:lnTo>
                  <a:close/>
                </a:path>
                <a:path w="9550400" h="7992745">
                  <a:moveTo>
                    <a:pt x="8560028" y="945546"/>
                  </a:moveTo>
                  <a:lnTo>
                    <a:pt x="8577202" y="938148"/>
                  </a:lnTo>
                  <a:lnTo>
                    <a:pt x="8582927" y="921873"/>
                  </a:lnTo>
                  <a:lnTo>
                    <a:pt x="8577202" y="905598"/>
                  </a:lnTo>
                  <a:lnTo>
                    <a:pt x="8560028" y="898200"/>
                  </a:lnTo>
                  <a:lnTo>
                    <a:pt x="8542858" y="905598"/>
                  </a:lnTo>
                  <a:lnTo>
                    <a:pt x="8537135" y="921873"/>
                  </a:lnTo>
                  <a:lnTo>
                    <a:pt x="8542858" y="938148"/>
                  </a:lnTo>
                  <a:lnTo>
                    <a:pt x="8560028" y="945546"/>
                  </a:lnTo>
                  <a:close/>
                </a:path>
                <a:path w="9550400" h="7992745">
                  <a:moveTo>
                    <a:pt x="8421770" y="816874"/>
                  </a:moveTo>
                  <a:lnTo>
                    <a:pt x="8438811" y="809532"/>
                  </a:lnTo>
                  <a:lnTo>
                    <a:pt x="8444491" y="793381"/>
                  </a:lnTo>
                  <a:lnTo>
                    <a:pt x="8438811" y="777230"/>
                  </a:lnTo>
                  <a:lnTo>
                    <a:pt x="8421770" y="769889"/>
                  </a:lnTo>
                  <a:lnTo>
                    <a:pt x="8404734" y="777230"/>
                  </a:lnTo>
                  <a:lnTo>
                    <a:pt x="8399056" y="793381"/>
                  </a:lnTo>
                  <a:lnTo>
                    <a:pt x="8404734" y="809532"/>
                  </a:lnTo>
                  <a:lnTo>
                    <a:pt x="8421770" y="816874"/>
                  </a:lnTo>
                  <a:close/>
                </a:path>
                <a:path w="9550400" h="7992745">
                  <a:moveTo>
                    <a:pt x="8421770" y="688201"/>
                  </a:moveTo>
                  <a:lnTo>
                    <a:pt x="8438681" y="680916"/>
                  </a:lnTo>
                  <a:lnTo>
                    <a:pt x="8444318" y="664890"/>
                  </a:lnTo>
                  <a:lnTo>
                    <a:pt x="8438681" y="648863"/>
                  </a:lnTo>
                  <a:lnTo>
                    <a:pt x="8421770" y="641578"/>
                  </a:lnTo>
                  <a:lnTo>
                    <a:pt x="8404860" y="648863"/>
                  </a:lnTo>
                  <a:lnTo>
                    <a:pt x="8399223" y="664890"/>
                  </a:lnTo>
                  <a:lnTo>
                    <a:pt x="8404860" y="680917"/>
                  </a:lnTo>
                  <a:lnTo>
                    <a:pt x="8421770" y="688201"/>
                  </a:lnTo>
                  <a:close/>
                </a:path>
                <a:path w="9550400" h="7992745">
                  <a:moveTo>
                    <a:pt x="8698286" y="816874"/>
                  </a:moveTo>
                  <a:lnTo>
                    <a:pt x="8715327" y="809532"/>
                  </a:lnTo>
                  <a:lnTo>
                    <a:pt x="8721007" y="793381"/>
                  </a:lnTo>
                  <a:lnTo>
                    <a:pt x="8715326" y="777230"/>
                  </a:lnTo>
                  <a:lnTo>
                    <a:pt x="8698286" y="769889"/>
                  </a:lnTo>
                  <a:lnTo>
                    <a:pt x="8681250" y="777230"/>
                  </a:lnTo>
                  <a:lnTo>
                    <a:pt x="8675572" y="793381"/>
                  </a:lnTo>
                  <a:lnTo>
                    <a:pt x="8681250" y="809532"/>
                  </a:lnTo>
                  <a:lnTo>
                    <a:pt x="8698286" y="816874"/>
                  </a:lnTo>
                  <a:close/>
                </a:path>
                <a:path w="9550400" h="7992745">
                  <a:moveTo>
                    <a:pt x="8698286" y="688201"/>
                  </a:moveTo>
                  <a:lnTo>
                    <a:pt x="8715197" y="680916"/>
                  </a:lnTo>
                  <a:lnTo>
                    <a:pt x="8720834" y="664890"/>
                  </a:lnTo>
                  <a:lnTo>
                    <a:pt x="8715197" y="648863"/>
                  </a:lnTo>
                  <a:lnTo>
                    <a:pt x="8698286" y="641578"/>
                  </a:lnTo>
                  <a:lnTo>
                    <a:pt x="8681375" y="648863"/>
                  </a:lnTo>
                  <a:lnTo>
                    <a:pt x="8675739" y="664890"/>
                  </a:lnTo>
                  <a:lnTo>
                    <a:pt x="8681375" y="680916"/>
                  </a:lnTo>
                  <a:lnTo>
                    <a:pt x="8698286" y="688201"/>
                  </a:lnTo>
                  <a:close/>
                </a:path>
                <a:path w="9550400" h="7992745">
                  <a:moveTo>
                    <a:pt x="8698286" y="559529"/>
                  </a:moveTo>
                  <a:lnTo>
                    <a:pt x="8715072" y="552301"/>
                  </a:lnTo>
                  <a:lnTo>
                    <a:pt x="8720667" y="536398"/>
                  </a:lnTo>
                  <a:lnTo>
                    <a:pt x="8715072" y="520495"/>
                  </a:lnTo>
                  <a:lnTo>
                    <a:pt x="8698286" y="513267"/>
                  </a:lnTo>
                  <a:lnTo>
                    <a:pt x="8681509" y="520495"/>
                  </a:lnTo>
                  <a:lnTo>
                    <a:pt x="8675917" y="536398"/>
                  </a:lnTo>
                  <a:lnTo>
                    <a:pt x="8681509" y="552301"/>
                  </a:lnTo>
                  <a:lnTo>
                    <a:pt x="8698286" y="559529"/>
                  </a:lnTo>
                  <a:close/>
                </a:path>
                <a:path w="9550400" h="7992745">
                  <a:moveTo>
                    <a:pt x="8560028" y="559529"/>
                  </a:moveTo>
                  <a:lnTo>
                    <a:pt x="8576814" y="552301"/>
                  </a:lnTo>
                  <a:lnTo>
                    <a:pt x="8582409" y="536398"/>
                  </a:lnTo>
                  <a:lnTo>
                    <a:pt x="8576814" y="520495"/>
                  </a:lnTo>
                  <a:lnTo>
                    <a:pt x="8560028" y="513267"/>
                  </a:lnTo>
                  <a:lnTo>
                    <a:pt x="8543252" y="520495"/>
                  </a:lnTo>
                  <a:lnTo>
                    <a:pt x="8537659" y="536398"/>
                  </a:lnTo>
                  <a:lnTo>
                    <a:pt x="8543252" y="552301"/>
                  </a:lnTo>
                  <a:lnTo>
                    <a:pt x="8560028" y="559529"/>
                  </a:lnTo>
                  <a:close/>
                </a:path>
                <a:path w="9550400" h="7992745">
                  <a:moveTo>
                    <a:pt x="8560028" y="688201"/>
                  </a:moveTo>
                  <a:lnTo>
                    <a:pt x="8576939" y="680916"/>
                  </a:lnTo>
                  <a:lnTo>
                    <a:pt x="8582576" y="664890"/>
                  </a:lnTo>
                  <a:lnTo>
                    <a:pt x="8576939" y="648863"/>
                  </a:lnTo>
                  <a:lnTo>
                    <a:pt x="8560028" y="641578"/>
                  </a:lnTo>
                  <a:lnTo>
                    <a:pt x="8543118" y="648863"/>
                  </a:lnTo>
                  <a:lnTo>
                    <a:pt x="8537481" y="664890"/>
                  </a:lnTo>
                  <a:lnTo>
                    <a:pt x="8543118" y="680916"/>
                  </a:lnTo>
                  <a:lnTo>
                    <a:pt x="8560028" y="688201"/>
                  </a:lnTo>
                  <a:close/>
                </a:path>
                <a:path w="9550400" h="7992745">
                  <a:moveTo>
                    <a:pt x="8698286" y="945546"/>
                  </a:moveTo>
                  <a:lnTo>
                    <a:pt x="8715460" y="938148"/>
                  </a:lnTo>
                  <a:lnTo>
                    <a:pt x="8721185" y="921873"/>
                  </a:lnTo>
                  <a:lnTo>
                    <a:pt x="8715460" y="905598"/>
                  </a:lnTo>
                  <a:lnTo>
                    <a:pt x="8698286" y="898200"/>
                  </a:lnTo>
                  <a:lnTo>
                    <a:pt x="8681116" y="905598"/>
                  </a:lnTo>
                  <a:lnTo>
                    <a:pt x="8675393" y="921873"/>
                  </a:lnTo>
                  <a:lnTo>
                    <a:pt x="8681116" y="938148"/>
                  </a:lnTo>
                  <a:lnTo>
                    <a:pt x="8698286" y="945546"/>
                  </a:lnTo>
                  <a:close/>
                </a:path>
                <a:path w="9550400" h="7992745">
                  <a:moveTo>
                    <a:pt x="8283512" y="816874"/>
                  </a:moveTo>
                  <a:lnTo>
                    <a:pt x="8300552" y="809532"/>
                  </a:lnTo>
                  <a:lnTo>
                    <a:pt x="8306230" y="793381"/>
                  </a:lnTo>
                  <a:lnTo>
                    <a:pt x="8300549" y="777230"/>
                  </a:lnTo>
                  <a:lnTo>
                    <a:pt x="8283512" y="769889"/>
                  </a:lnTo>
                  <a:lnTo>
                    <a:pt x="8266476" y="777230"/>
                  </a:lnTo>
                  <a:lnTo>
                    <a:pt x="8260798" y="793381"/>
                  </a:lnTo>
                  <a:lnTo>
                    <a:pt x="8266476" y="809532"/>
                  </a:lnTo>
                  <a:lnTo>
                    <a:pt x="8283512" y="816874"/>
                  </a:lnTo>
                  <a:close/>
                </a:path>
                <a:path w="9550400" h="7992745">
                  <a:moveTo>
                    <a:pt x="8283513" y="1588906"/>
                  </a:moveTo>
                  <a:lnTo>
                    <a:pt x="8299424" y="1583191"/>
                  </a:lnTo>
                  <a:lnTo>
                    <a:pt x="8306706" y="1569825"/>
                  </a:lnTo>
                  <a:lnTo>
                    <a:pt x="8305378" y="1554473"/>
                  </a:lnTo>
                  <a:lnTo>
                    <a:pt x="8295456" y="1542805"/>
                  </a:lnTo>
                  <a:lnTo>
                    <a:pt x="8289127" y="1547482"/>
                  </a:lnTo>
                  <a:lnTo>
                    <a:pt x="8287745" y="1548558"/>
                  </a:lnTo>
                  <a:lnTo>
                    <a:pt x="8281446" y="1553089"/>
                  </a:lnTo>
                  <a:lnTo>
                    <a:pt x="8275225" y="1557852"/>
                  </a:lnTo>
                  <a:lnTo>
                    <a:pt x="8268926" y="1562537"/>
                  </a:lnTo>
                  <a:lnTo>
                    <a:pt x="8265992" y="1564750"/>
                  </a:lnTo>
                  <a:lnTo>
                    <a:pt x="8263097" y="1566954"/>
                  </a:lnTo>
                  <a:lnTo>
                    <a:pt x="8260178" y="1569120"/>
                  </a:lnTo>
                  <a:lnTo>
                    <a:pt x="8262646" y="1576641"/>
                  </a:lnTo>
                  <a:lnTo>
                    <a:pt x="8267358" y="1582950"/>
                  </a:lnTo>
                  <a:lnTo>
                    <a:pt x="8274312" y="1587291"/>
                  </a:lnTo>
                  <a:lnTo>
                    <a:pt x="8283513" y="1588906"/>
                  </a:lnTo>
                  <a:close/>
                </a:path>
                <a:path w="9550400" h="7992745">
                  <a:moveTo>
                    <a:pt x="8006996" y="1974922"/>
                  </a:moveTo>
                  <a:lnTo>
                    <a:pt x="8025208" y="1967079"/>
                  </a:lnTo>
                  <a:lnTo>
                    <a:pt x="8031278" y="1949825"/>
                  </a:lnTo>
                  <a:lnTo>
                    <a:pt x="8025208" y="1932570"/>
                  </a:lnTo>
                  <a:lnTo>
                    <a:pt x="8006996" y="1924727"/>
                  </a:lnTo>
                  <a:lnTo>
                    <a:pt x="7988794" y="1932570"/>
                  </a:lnTo>
                  <a:lnTo>
                    <a:pt x="7982726" y="1949825"/>
                  </a:lnTo>
                  <a:lnTo>
                    <a:pt x="7988794" y="1967079"/>
                  </a:lnTo>
                  <a:lnTo>
                    <a:pt x="8006996" y="1974922"/>
                  </a:lnTo>
                  <a:close/>
                </a:path>
                <a:path w="9550400" h="7992745">
                  <a:moveTo>
                    <a:pt x="8006996" y="2103594"/>
                  </a:moveTo>
                  <a:lnTo>
                    <a:pt x="8025329" y="2095695"/>
                  </a:lnTo>
                  <a:lnTo>
                    <a:pt x="8031439" y="2078316"/>
                  </a:lnTo>
                  <a:lnTo>
                    <a:pt x="8025329" y="2060938"/>
                  </a:lnTo>
                  <a:lnTo>
                    <a:pt x="8006996" y="2053038"/>
                  </a:lnTo>
                  <a:lnTo>
                    <a:pt x="7988660" y="2060938"/>
                  </a:lnTo>
                  <a:lnTo>
                    <a:pt x="7982548" y="2078316"/>
                  </a:lnTo>
                  <a:lnTo>
                    <a:pt x="7988660" y="2095695"/>
                  </a:lnTo>
                  <a:lnTo>
                    <a:pt x="8006996" y="2103594"/>
                  </a:lnTo>
                  <a:close/>
                </a:path>
                <a:path w="9550400" h="7992745">
                  <a:moveTo>
                    <a:pt x="8006996" y="2360939"/>
                  </a:moveTo>
                  <a:lnTo>
                    <a:pt x="8025597" y="2352926"/>
                  </a:lnTo>
                  <a:lnTo>
                    <a:pt x="8031797" y="2335299"/>
                  </a:lnTo>
                  <a:lnTo>
                    <a:pt x="8025597" y="2317673"/>
                  </a:lnTo>
                  <a:lnTo>
                    <a:pt x="8006996" y="2309660"/>
                  </a:lnTo>
                  <a:lnTo>
                    <a:pt x="7988401" y="2317673"/>
                  </a:lnTo>
                  <a:lnTo>
                    <a:pt x="7982202" y="2335299"/>
                  </a:lnTo>
                  <a:lnTo>
                    <a:pt x="7988401" y="2352926"/>
                  </a:lnTo>
                  <a:lnTo>
                    <a:pt x="8006996" y="2360939"/>
                  </a:lnTo>
                  <a:close/>
                </a:path>
                <a:path w="9550400" h="7992745">
                  <a:moveTo>
                    <a:pt x="8006996" y="1846250"/>
                  </a:moveTo>
                  <a:lnTo>
                    <a:pt x="8025078" y="1838464"/>
                  </a:lnTo>
                  <a:lnTo>
                    <a:pt x="8031105" y="1821333"/>
                  </a:lnTo>
                  <a:lnTo>
                    <a:pt x="8025078" y="1804203"/>
                  </a:lnTo>
                  <a:lnTo>
                    <a:pt x="8006996" y="1796416"/>
                  </a:lnTo>
                  <a:lnTo>
                    <a:pt x="7988918" y="1804203"/>
                  </a:lnTo>
                  <a:lnTo>
                    <a:pt x="7982891" y="1821333"/>
                  </a:lnTo>
                  <a:lnTo>
                    <a:pt x="7988916" y="1838464"/>
                  </a:lnTo>
                  <a:lnTo>
                    <a:pt x="8006996" y="1846250"/>
                  </a:lnTo>
                  <a:close/>
                </a:path>
                <a:path w="9550400" h="7992745">
                  <a:moveTo>
                    <a:pt x="8006996" y="1717570"/>
                  </a:moveTo>
                  <a:lnTo>
                    <a:pt x="8024940" y="1709838"/>
                  </a:lnTo>
                  <a:lnTo>
                    <a:pt x="8030921" y="1692826"/>
                  </a:lnTo>
                  <a:lnTo>
                    <a:pt x="8024940" y="1675814"/>
                  </a:lnTo>
                  <a:lnTo>
                    <a:pt x="8006996" y="1668082"/>
                  </a:lnTo>
                  <a:lnTo>
                    <a:pt x="7989053" y="1675815"/>
                  </a:lnTo>
                  <a:lnTo>
                    <a:pt x="7983072" y="1692829"/>
                  </a:lnTo>
                  <a:lnTo>
                    <a:pt x="7989053" y="1709841"/>
                  </a:lnTo>
                  <a:lnTo>
                    <a:pt x="8006996" y="1717570"/>
                  </a:lnTo>
                  <a:close/>
                </a:path>
                <a:path w="9550400" h="7992745">
                  <a:moveTo>
                    <a:pt x="8006996" y="2232266"/>
                  </a:moveTo>
                  <a:lnTo>
                    <a:pt x="8025461" y="2224311"/>
                  </a:lnTo>
                  <a:lnTo>
                    <a:pt x="8031615" y="2206808"/>
                  </a:lnTo>
                  <a:lnTo>
                    <a:pt x="8025459" y="2189305"/>
                  </a:lnTo>
                  <a:lnTo>
                    <a:pt x="8006996" y="2181349"/>
                  </a:lnTo>
                  <a:lnTo>
                    <a:pt x="7988535" y="2189305"/>
                  </a:lnTo>
                  <a:lnTo>
                    <a:pt x="7982381" y="2206808"/>
                  </a:lnTo>
                  <a:lnTo>
                    <a:pt x="7988535" y="2224311"/>
                  </a:lnTo>
                  <a:lnTo>
                    <a:pt x="8006996" y="2232266"/>
                  </a:lnTo>
                  <a:close/>
                </a:path>
                <a:path w="9550400" h="7992745">
                  <a:moveTo>
                    <a:pt x="8417177" y="1460234"/>
                  </a:moveTo>
                  <a:lnTo>
                    <a:pt x="8421770" y="1460234"/>
                  </a:lnTo>
                  <a:lnTo>
                    <a:pt x="8433162" y="1457614"/>
                  </a:lnTo>
                  <a:lnTo>
                    <a:pt x="8440828" y="1450839"/>
                  </a:lnTo>
                  <a:lnTo>
                    <a:pt x="8444768" y="1441533"/>
                  </a:lnTo>
                  <a:lnTo>
                    <a:pt x="8444982" y="1431323"/>
                  </a:lnTo>
                  <a:lnTo>
                    <a:pt x="8410087" y="1457331"/>
                  </a:lnTo>
                  <a:lnTo>
                    <a:pt x="8413337" y="1459105"/>
                  </a:lnTo>
                  <a:lnTo>
                    <a:pt x="8417177" y="1460234"/>
                  </a:lnTo>
                  <a:close/>
                </a:path>
                <a:path w="9550400" h="7992745">
                  <a:moveTo>
                    <a:pt x="8421770" y="1974922"/>
                  </a:moveTo>
                  <a:lnTo>
                    <a:pt x="8439982" y="1967079"/>
                  </a:lnTo>
                  <a:lnTo>
                    <a:pt x="8446052" y="1949825"/>
                  </a:lnTo>
                  <a:lnTo>
                    <a:pt x="8439982" y="1932570"/>
                  </a:lnTo>
                  <a:lnTo>
                    <a:pt x="8421770" y="1924727"/>
                  </a:lnTo>
                  <a:lnTo>
                    <a:pt x="8403568" y="1932570"/>
                  </a:lnTo>
                  <a:lnTo>
                    <a:pt x="8397500" y="1949825"/>
                  </a:lnTo>
                  <a:lnTo>
                    <a:pt x="8403568" y="1967079"/>
                  </a:lnTo>
                  <a:lnTo>
                    <a:pt x="8421770" y="1974922"/>
                  </a:lnTo>
                  <a:close/>
                </a:path>
                <a:path w="9550400" h="7992745">
                  <a:moveTo>
                    <a:pt x="8283512" y="1974922"/>
                  </a:moveTo>
                  <a:lnTo>
                    <a:pt x="8301724" y="1967079"/>
                  </a:lnTo>
                  <a:lnTo>
                    <a:pt x="8307794" y="1949825"/>
                  </a:lnTo>
                  <a:lnTo>
                    <a:pt x="8301724" y="1932570"/>
                  </a:lnTo>
                  <a:lnTo>
                    <a:pt x="8283512" y="1924727"/>
                  </a:lnTo>
                  <a:lnTo>
                    <a:pt x="8265306" y="1932570"/>
                  </a:lnTo>
                  <a:lnTo>
                    <a:pt x="8259237" y="1949825"/>
                  </a:lnTo>
                  <a:lnTo>
                    <a:pt x="8265306" y="1967079"/>
                  </a:lnTo>
                  <a:lnTo>
                    <a:pt x="8283512" y="1974922"/>
                  </a:lnTo>
                  <a:close/>
                </a:path>
                <a:path w="9550400" h="7992745">
                  <a:moveTo>
                    <a:pt x="8283512" y="1717570"/>
                  </a:moveTo>
                  <a:lnTo>
                    <a:pt x="8301456" y="1709838"/>
                  </a:lnTo>
                  <a:lnTo>
                    <a:pt x="8307437" y="1692826"/>
                  </a:lnTo>
                  <a:lnTo>
                    <a:pt x="8301456" y="1675814"/>
                  </a:lnTo>
                  <a:lnTo>
                    <a:pt x="8283512" y="1668082"/>
                  </a:lnTo>
                  <a:lnTo>
                    <a:pt x="8265569" y="1675815"/>
                  </a:lnTo>
                  <a:lnTo>
                    <a:pt x="8259588" y="1692829"/>
                  </a:lnTo>
                  <a:lnTo>
                    <a:pt x="8265569" y="1709841"/>
                  </a:lnTo>
                  <a:lnTo>
                    <a:pt x="8283512" y="1717570"/>
                  </a:lnTo>
                  <a:close/>
                </a:path>
                <a:path w="9550400" h="7992745">
                  <a:moveTo>
                    <a:pt x="8283512" y="2103594"/>
                  </a:moveTo>
                  <a:lnTo>
                    <a:pt x="8301849" y="2095695"/>
                  </a:lnTo>
                  <a:lnTo>
                    <a:pt x="8307961" y="2078316"/>
                  </a:lnTo>
                  <a:lnTo>
                    <a:pt x="8301849" y="2060938"/>
                  </a:lnTo>
                  <a:lnTo>
                    <a:pt x="8283512" y="2053038"/>
                  </a:lnTo>
                  <a:lnTo>
                    <a:pt x="8265176" y="2060938"/>
                  </a:lnTo>
                  <a:lnTo>
                    <a:pt x="8259064" y="2078316"/>
                  </a:lnTo>
                  <a:lnTo>
                    <a:pt x="8265176" y="2095695"/>
                  </a:lnTo>
                  <a:lnTo>
                    <a:pt x="8283512" y="2103594"/>
                  </a:lnTo>
                  <a:close/>
                </a:path>
                <a:path w="9550400" h="7992745">
                  <a:moveTo>
                    <a:pt x="8283512" y="1846250"/>
                  </a:moveTo>
                  <a:lnTo>
                    <a:pt x="8301594" y="1838464"/>
                  </a:lnTo>
                  <a:lnTo>
                    <a:pt x="8307621" y="1821333"/>
                  </a:lnTo>
                  <a:lnTo>
                    <a:pt x="8301594" y="1804203"/>
                  </a:lnTo>
                  <a:lnTo>
                    <a:pt x="8283512" y="1796416"/>
                  </a:lnTo>
                  <a:lnTo>
                    <a:pt x="8265434" y="1804203"/>
                  </a:lnTo>
                  <a:lnTo>
                    <a:pt x="8259407" y="1821333"/>
                  </a:lnTo>
                  <a:lnTo>
                    <a:pt x="8265432" y="1838464"/>
                  </a:lnTo>
                  <a:lnTo>
                    <a:pt x="8283512" y="1846250"/>
                  </a:lnTo>
                  <a:close/>
                </a:path>
                <a:path w="9550400" h="7992745">
                  <a:moveTo>
                    <a:pt x="7730480" y="2232266"/>
                  </a:moveTo>
                  <a:lnTo>
                    <a:pt x="7748942" y="2224311"/>
                  </a:lnTo>
                  <a:lnTo>
                    <a:pt x="7755096" y="2206808"/>
                  </a:lnTo>
                  <a:lnTo>
                    <a:pt x="7748942" y="2189305"/>
                  </a:lnTo>
                  <a:lnTo>
                    <a:pt x="7730480" y="2181349"/>
                  </a:lnTo>
                  <a:lnTo>
                    <a:pt x="7712014" y="2189305"/>
                  </a:lnTo>
                  <a:lnTo>
                    <a:pt x="7705859" y="2206808"/>
                  </a:lnTo>
                  <a:lnTo>
                    <a:pt x="7712014" y="2224311"/>
                  </a:lnTo>
                  <a:lnTo>
                    <a:pt x="7730480" y="2232266"/>
                  </a:lnTo>
                  <a:close/>
                </a:path>
                <a:path w="9550400" h="7992745">
                  <a:moveTo>
                    <a:pt x="7730480" y="2618283"/>
                  </a:moveTo>
                  <a:lnTo>
                    <a:pt x="7749334" y="2610160"/>
                  </a:lnTo>
                  <a:lnTo>
                    <a:pt x="7755618" y="2592290"/>
                  </a:lnTo>
                  <a:lnTo>
                    <a:pt x="7749332" y="2574420"/>
                  </a:lnTo>
                  <a:lnTo>
                    <a:pt x="7730480" y="2566298"/>
                  </a:lnTo>
                  <a:lnTo>
                    <a:pt x="7711630" y="2574420"/>
                  </a:lnTo>
                  <a:lnTo>
                    <a:pt x="7705346" y="2592290"/>
                  </a:lnTo>
                  <a:lnTo>
                    <a:pt x="7711630" y="2610160"/>
                  </a:lnTo>
                  <a:lnTo>
                    <a:pt x="7730480" y="2618283"/>
                  </a:lnTo>
                  <a:close/>
                </a:path>
                <a:path w="9550400" h="7992745">
                  <a:moveTo>
                    <a:pt x="7730480" y="2360939"/>
                  </a:moveTo>
                  <a:lnTo>
                    <a:pt x="7749080" y="2352926"/>
                  </a:lnTo>
                  <a:lnTo>
                    <a:pt x="7755280" y="2335299"/>
                  </a:lnTo>
                  <a:lnTo>
                    <a:pt x="7749080" y="2317673"/>
                  </a:lnTo>
                  <a:lnTo>
                    <a:pt x="7730480" y="2309660"/>
                  </a:lnTo>
                  <a:lnTo>
                    <a:pt x="7711889" y="2317673"/>
                  </a:lnTo>
                  <a:lnTo>
                    <a:pt x="7705692" y="2335299"/>
                  </a:lnTo>
                  <a:lnTo>
                    <a:pt x="7711889" y="2352926"/>
                  </a:lnTo>
                  <a:lnTo>
                    <a:pt x="7730480" y="2360939"/>
                  </a:lnTo>
                  <a:close/>
                </a:path>
                <a:path w="9550400" h="7992745">
                  <a:moveTo>
                    <a:pt x="7730480" y="2103594"/>
                  </a:moveTo>
                  <a:lnTo>
                    <a:pt x="7748813" y="2095695"/>
                  </a:lnTo>
                  <a:lnTo>
                    <a:pt x="7754923" y="2078316"/>
                  </a:lnTo>
                  <a:lnTo>
                    <a:pt x="7748813" y="2060938"/>
                  </a:lnTo>
                  <a:lnTo>
                    <a:pt x="7730480" y="2053038"/>
                  </a:lnTo>
                  <a:lnTo>
                    <a:pt x="7712144" y="2060938"/>
                  </a:lnTo>
                  <a:lnTo>
                    <a:pt x="7706032" y="2078316"/>
                  </a:lnTo>
                  <a:lnTo>
                    <a:pt x="7712144" y="2095695"/>
                  </a:lnTo>
                  <a:lnTo>
                    <a:pt x="7730480" y="2103594"/>
                  </a:lnTo>
                  <a:close/>
                </a:path>
                <a:path w="9550400" h="7992745">
                  <a:moveTo>
                    <a:pt x="7730480" y="2746955"/>
                  </a:moveTo>
                  <a:lnTo>
                    <a:pt x="7749465" y="2738777"/>
                  </a:lnTo>
                  <a:lnTo>
                    <a:pt x="7755793" y="2720786"/>
                  </a:lnTo>
                  <a:lnTo>
                    <a:pt x="7749465" y="2702797"/>
                  </a:lnTo>
                  <a:lnTo>
                    <a:pt x="7730480" y="2694624"/>
                  </a:lnTo>
                  <a:lnTo>
                    <a:pt x="7711492" y="2702801"/>
                  </a:lnTo>
                  <a:lnTo>
                    <a:pt x="7705162" y="2720789"/>
                  </a:lnTo>
                  <a:lnTo>
                    <a:pt x="7711492" y="2738778"/>
                  </a:lnTo>
                  <a:lnTo>
                    <a:pt x="7730480" y="2746955"/>
                  </a:lnTo>
                  <a:close/>
                </a:path>
                <a:path w="9550400" h="7992745">
                  <a:moveTo>
                    <a:pt x="7868738" y="2103594"/>
                  </a:moveTo>
                  <a:lnTo>
                    <a:pt x="7887071" y="2095695"/>
                  </a:lnTo>
                  <a:lnTo>
                    <a:pt x="7893181" y="2078316"/>
                  </a:lnTo>
                  <a:lnTo>
                    <a:pt x="7887071" y="2060938"/>
                  </a:lnTo>
                  <a:lnTo>
                    <a:pt x="7868738" y="2053038"/>
                  </a:lnTo>
                  <a:lnTo>
                    <a:pt x="7850402" y="2060938"/>
                  </a:lnTo>
                  <a:lnTo>
                    <a:pt x="7844290" y="2078316"/>
                  </a:lnTo>
                  <a:lnTo>
                    <a:pt x="7850402" y="2095695"/>
                  </a:lnTo>
                  <a:lnTo>
                    <a:pt x="7868738" y="2103594"/>
                  </a:lnTo>
                  <a:close/>
                </a:path>
                <a:path w="9550400" h="7992745">
                  <a:moveTo>
                    <a:pt x="7868738" y="2360939"/>
                  </a:moveTo>
                  <a:lnTo>
                    <a:pt x="7887339" y="2352926"/>
                  </a:lnTo>
                  <a:lnTo>
                    <a:pt x="7893539" y="2335299"/>
                  </a:lnTo>
                  <a:lnTo>
                    <a:pt x="7887339" y="2317673"/>
                  </a:lnTo>
                  <a:lnTo>
                    <a:pt x="7868738" y="2309660"/>
                  </a:lnTo>
                  <a:lnTo>
                    <a:pt x="7850143" y="2317673"/>
                  </a:lnTo>
                  <a:lnTo>
                    <a:pt x="7843944" y="2335299"/>
                  </a:lnTo>
                  <a:lnTo>
                    <a:pt x="7850143" y="2352926"/>
                  </a:lnTo>
                  <a:lnTo>
                    <a:pt x="7868738" y="2360939"/>
                  </a:lnTo>
                  <a:close/>
                </a:path>
                <a:path w="9550400" h="7992745">
                  <a:moveTo>
                    <a:pt x="7868738" y="2232266"/>
                  </a:moveTo>
                  <a:lnTo>
                    <a:pt x="7887200" y="2224311"/>
                  </a:lnTo>
                  <a:lnTo>
                    <a:pt x="7893354" y="2206808"/>
                  </a:lnTo>
                  <a:lnTo>
                    <a:pt x="7887200" y="2189305"/>
                  </a:lnTo>
                  <a:lnTo>
                    <a:pt x="7868738" y="2181349"/>
                  </a:lnTo>
                  <a:lnTo>
                    <a:pt x="7850272" y="2189305"/>
                  </a:lnTo>
                  <a:lnTo>
                    <a:pt x="7844117" y="2206808"/>
                  </a:lnTo>
                  <a:lnTo>
                    <a:pt x="7850272" y="2224311"/>
                  </a:lnTo>
                  <a:lnTo>
                    <a:pt x="7868738" y="2232266"/>
                  </a:lnTo>
                  <a:close/>
                </a:path>
                <a:path w="9550400" h="7992745">
                  <a:moveTo>
                    <a:pt x="8007004" y="1588906"/>
                  </a:moveTo>
                  <a:lnTo>
                    <a:pt x="8022264" y="1583750"/>
                  </a:lnTo>
                  <a:lnTo>
                    <a:pt x="8029830" y="1571475"/>
                  </a:lnTo>
                  <a:lnTo>
                    <a:pt x="8029709" y="1556868"/>
                  </a:lnTo>
                  <a:lnTo>
                    <a:pt x="8021906" y="1544717"/>
                  </a:lnTo>
                  <a:lnTo>
                    <a:pt x="7994569" y="1565694"/>
                  </a:lnTo>
                  <a:lnTo>
                    <a:pt x="7984699" y="1573221"/>
                  </a:lnTo>
                  <a:lnTo>
                    <a:pt x="7987745" y="1579340"/>
                  </a:lnTo>
                  <a:lnTo>
                    <a:pt x="7992476" y="1584324"/>
                  </a:lnTo>
                  <a:lnTo>
                    <a:pt x="7998894" y="1587678"/>
                  </a:lnTo>
                  <a:lnTo>
                    <a:pt x="8007004" y="1588906"/>
                  </a:lnTo>
                  <a:close/>
                </a:path>
                <a:path w="9550400" h="7992745">
                  <a:moveTo>
                    <a:pt x="7868738" y="2489610"/>
                  </a:moveTo>
                  <a:lnTo>
                    <a:pt x="7887464" y="2481542"/>
                  </a:lnTo>
                  <a:lnTo>
                    <a:pt x="7893706" y="2463791"/>
                  </a:lnTo>
                  <a:lnTo>
                    <a:pt x="7887464" y="2446040"/>
                  </a:lnTo>
                  <a:lnTo>
                    <a:pt x="7868738" y="2437971"/>
                  </a:lnTo>
                  <a:lnTo>
                    <a:pt x="7850013" y="2446040"/>
                  </a:lnTo>
                  <a:lnTo>
                    <a:pt x="7843771" y="2463791"/>
                  </a:lnTo>
                  <a:lnTo>
                    <a:pt x="7850013" y="2481542"/>
                  </a:lnTo>
                  <a:lnTo>
                    <a:pt x="7868738" y="2489610"/>
                  </a:lnTo>
                  <a:close/>
                </a:path>
                <a:path w="9550400" h="7992745">
                  <a:moveTo>
                    <a:pt x="7868738" y="1974922"/>
                  </a:moveTo>
                  <a:lnTo>
                    <a:pt x="7886950" y="1967079"/>
                  </a:lnTo>
                  <a:lnTo>
                    <a:pt x="7893020" y="1949825"/>
                  </a:lnTo>
                  <a:lnTo>
                    <a:pt x="7886950" y="1932570"/>
                  </a:lnTo>
                  <a:lnTo>
                    <a:pt x="7868738" y="1924727"/>
                  </a:lnTo>
                  <a:lnTo>
                    <a:pt x="7850536" y="1932570"/>
                  </a:lnTo>
                  <a:lnTo>
                    <a:pt x="7844468" y="1949825"/>
                  </a:lnTo>
                  <a:lnTo>
                    <a:pt x="7850536" y="1967079"/>
                  </a:lnTo>
                  <a:lnTo>
                    <a:pt x="7868738" y="1974922"/>
                  </a:lnTo>
                  <a:close/>
                </a:path>
                <a:path w="9550400" h="7992745">
                  <a:moveTo>
                    <a:pt x="8421770" y="1588898"/>
                  </a:moveTo>
                  <a:lnTo>
                    <a:pt x="8439593" y="1581222"/>
                  </a:lnTo>
                  <a:lnTo>
                    <a:pt x="8445533" y="1564335"/>
                  </a:lnTo>
                  <a:lnTo>
                    <a:pt x="8439593" y="1547447"/>
                  </a:lnTo>
                  <a:lnTo>
                    <a:pt x="8421770" y="1539771"/>
                  </a:lnTo>
                  <a:lnTo>
                    <a:pt x="8403957" y="1547448"/>
                  </a:lnTo>
                  <a:lnTo>
                    <a:pt x="8398019" y="1564337"/>
                  </a:lnTo>
                  <a:lnTo>
                    <a:pt x="8403957" y="1581225"/>
                  </a:lnTo>
                  <a:lnTo>
                    <a:pt x="8421770" y="1588898"/>
                  </a:lnTo>
                  <a:close/>
                </a:path>
                <a:path w="9550400" h="7992745">
                  <a:moveTo>
                    <a:pt x="7983608" y="1438120"/>
                  </a:moveTo>
                  <a:lnTo>
                    <a:pt x="8018564" y="1414294"/>
                  </a:lnTo>
                  <a:lnTo>
                    <a:pt x="8015330" y="1412558"/>
                  </a:lnTo>
                  <a:lnTo>
                    <a:pt x="8011528" y="1411460"/>
                  </a:lnTo>
                  <a:lnTo>
                    <a:pt x="8006996" y="1411460"/>
                  </a:lnTo>
                  <a:lnTo>
                    <a:pt x="7996145" y="1413812"/>
                  </a:lnTo>
                  <a:lnTo>
                    <a:pt x="7988640" y="1419954"/>
                  </a:lnTo>
                  <a:lnTo>
                    <a:pt x="7984466" y="1428514"/>
                  </a:lnTo>
                  <a:lnTo>
                    <a:pt x="7983608" y="1438120"/>
                  </a:lnTo>
                  <a:close/>
                </a:path>
                <a:path w="9550400" h="7992745">
                  <a:moveTo>
                    <a:pt x="8560028" y="1588898"/>
                  </a:moveTo>
                  <a:lnTo>
                    <a:pt x="8577851" y="1581222"/>
                  </a:lnTo>
                  <a:lnTo>
                    <a:pt x="8583791" y="1564335"/>
                  </a:lnTo>
                  <a:lnTo>
                    <a:pt x="8577851" y="1547447"/>
                  </a:lnTo>
                  <a:lnTo>
                    <a:pt x="8560028" y="1539771"/>
                  </a:lnTo>
                  <a:lnTo>
                    <a:pt x="8542215" y="1547448"/>
                  </a:lnTo>
                  <a:lnTo>
                    <a:pt x="8536277" y="1564337"/>
                  </a:lnTo>
                  <a:lnTo>
                    <a:pt x="8542215" y="1581225"/>
                  </a:lnTo>
                  <a:lnTo>
                    <a:pt x="8560028" y="1588898"/>
                  </a:lnTo>
                  <a:close/>
                </a:path>
                <a:path w="9550400" h="7992745">
                  <a:moveTo>
                    <a:pt x="8560028" y="1717578"/>
                  </a:moveTo>
                  <a:lnTo>
                    <a:pt x="8577976" y="1709844"/>
                  </a:lnTo>
                  <a:lnTo>
                    <a:pt x="8583959" y="1692831"/>
                  </a:lnTo>
                  <a:lnTo>
                    <a:pt x="8577976" y="1675819"/>
                  </a:lnTo>
                  <a:lnTo>
                    <a:pt x="8560028" y="1668090"/>
                  </a:lnTo>
                  <a:lnTo>
                    <a:pt x="8542085" y="1675822"/>
                  </a:lnTo>
                  <a:lnTo>
                    <a:pt x="8536104" y="1692834"/>
                  </a:lnTo>
                  <a:lnTo>
                    <a:pt x="8542085" y="1709846"/>
                  </a:lnTo>
                  <a:lnTo>
                    <a:pt x="8560028" y="1717578"/>
                  </a:lnTo>
                  <a:close/>
                </a:path>
                <a:path w="9550400" h="7992745">
                  <a:moveTo>
                    <a:pt x="8560028" y="1460234"/>
                  </a:moveTo>
                  <a:lnTo>
                    <a:pt x="8577717" y="1452613"/>
                  </a:lnTo>
                  <a:lnTo>
                    <a:pt x="8583613" y="1435847"/>
                  </a:lnTo>
                  <a:lnTo>
                    <a:pt x="8577717" y="1419081"/>
                  </a:lnTo>
                  <a:lnTo>
                    <a:pt x="8560028" y="1411460"/>
                  </a:lnTo>
                  <a:lnTo>
                    <a:pt x="8542340" y="1419081"/>
                  </a:lnTo>
                  <a:lnTo>
                    <a:pt x="8536444" y="1435847"/>
                  </a:lnTo>
                  <a:lnTo>
                    <a:pt x="8542340" y="1452613"/>
                  </a:lnTo>
                  <a:lnTo>
                    <a:pt x="8560028" y="1460234"/>
                  </a:lnTo>
                  <a:close/>
                </a:path>
                <a:path w="9550400" h="7992745">
                  <a:moveTo>
                    <a:pt x="7727792" y="1846250"/>
                  </a:moveTo>
                  <a:lnTo>
                    <a:pt x="7730480" y="1846250"/>
                  </a:lnTo>
                  <a:lnTo>
                    <a:pt x="7748558" y="1838464"/>
                  </a:lnTo>
                  <a:lnTo>
                    <a:pt x="7754584" y="1821333"/>
                  </a:lnTo>
                  <a:lnTo>
                    <a:pt x="7748558" y="1804203"/>
                  </a:lnTo>
                  <a:lnTo>
                    <a:pt x="7730480" y="1796416"/>
                  </a:lnTo>
                  <a:lnTo>
                    <a:pt x="7727800" y="1796416"/>
                  </a:lnTo>
                  <a:lnTo>
                    <a:pt x="7725426" y="1796869"/>
                  </a:lnTo>
                  <a:lnTo>
                    <a:pt x="7723191" y="1797507"/>
                  </a:lnTo>
                  <a:lnTo>
                    <a:pt x="7723191" y="1845160"/>
                  </a:lnTo>
                  <a:lnTo>
                    <a:pt x="7725426" y="1845797"/>
                  </a:lnTo>
                  <a:lnTo>
                    <a:pt x="7727792" y="1846250"/>
                  </a:lnTo>
                  <a:close/>
                </a:path>
                <a:path w="9550400" h="7992745">
                  <a:moveTo>
                    <a:pt x="7592223" y="1588906"/>
                  </a:moveTo>
                  <a:lnTo>
                    <a:pt x="7610045" y="1581229"/>
                  </a:lnTo>
                  <a:lnTo>
                    <a:pt x="7615986" y="1564339"/>
                  </a:lnTo>
                  <a:lnTo>
                    <a:pt x="7610045" y="1547451"/>
                  </a:lnTo>
                  <a:lnTo>
                    <a:pt x="7592223" y="1539778"/>
                  </a:lnTo>
                  <a:lnTo>
                    <a:pt x="7574409" y="1547454"/>
                  </a:lnTo>
                  <a:lnTo>
                    <a:pt x="7568471" y="1564342"/>
                  </a:lnTo>
                  <a:lnTo>
                    <a:pt x="7574409" y="1581230"/>
                  </a:lnTo>
                  <a:lnTo>
                    <a:pt x="7592223" y="1588906"/>
                  </a:lnTo>
                  <a:close/>
                </a:path>
                <a:path w="9550400" h="7992745">
                  <a:moveTo>
                    <a:pt x="7453965" y="1460234"/>
                  </a:moveTo>
                  <a:lnTo>
                    <a:pt x="7471653" y="1452613"/>
                  </a:lnTo>
                  <a:lnTo>
                    <a:pt x="7477549" y="1435847"/>
                  </a:lnTo>
                  <a:lnTo>
                    <a:pt x="7471653" y="1419081"/>
                  </a:lnTo>
                  <a:lnTo>
                    <a:pt x="7453965" y="1411460"/>
                  </a:lnTo>
                  <a:lnTo>
                    <a:pt x="7436272" y="1419081"/>
                  </a:lnTo>
                  <a:lnTo>
                    <a:pt x="7430374" y="1435847"/>
                  </a:lnTo>
                  <a:lnTo>
                    <a:pt x="7436272" y="1452613"/>
                  </a:lnTo>
                  <a:lnTo>
                    <a:pt x="7453965" y="1460234"/>
                  </a:lnTo>
                  <a:close/>
                </a:path>
                <a:path w="9550400" h="7992745">
                  <a:moveTo>
                    <a:pt x="7579303" y="1713991"/>
                  </a:moveTo>
                  <a:lnTo>
                    <a:pt x="7615842" y="1689051"/>
                  </a:lnTo>
                  <a:lnTo>
                    <a:pt x="7613549" y="1681137"/>
                  </a:lnTo>
                  <a:lnTo>
                    <a:pt x="7608854" y="1674445"/>
                  </a:lnTo>
                  <a:lnTo>
                    <a:pt x="7601748" y="1669813"/>
                  </a:lnTo>
                  <a:lnTo>
                    <a:pt x="7592223" y="1668082"/>
                  </a:lnTo>
                  <a:lnTo>
                    <a:pt x="7576389" y="1673671"/>
                  </a:lnTo>
                  <a:lnTo>
                    <a:pt x="7568970" y="1686811"/>
                  </a:lnTo>
                  <a:lnTo>
                    <a:pt x="7569948" y="1702064"/>
                  </a:lnTo>
                  <a:lnTo>
                    <a:pt x="7579303" y="1713991"/>
                  </a:lnTo>
                  <a:close/>
                </a:path>
                <a:path w="9550400" h="7992745">
                  <a:moveTo>
                    <a:pt x="7453965" y="1588906"/>
                  </a:moveTo>
                  <a:lnTo>
                    <a:pt x="7471787" y="1581229"/>
                  </a:lnTo>
                  <a:lnTo>
                    <a:pt x="7477728" y="1564339"/>
                  </a:lnTo>
                  <a:lnTo>
                    <a:pt x="7471787" y="1547451"/>
                  </a:lnTo>
                  <a:lnTo>
                    <a:pt x="7453965" y="1539778"/>
                  </a:lnTo>
                  <a:lnTo>
                    <a:pt x="7436151" y="1547454"/>
                  </a:lnTo>
                  <a:lnTo>
                    <a:pt x="7430213" y="1564342"/>
                  </a:lnTo>
                  <a:lnTo>
                    <a:pt x="7436151" y="1581230"/>
                  </a:lnTo>
                  <a:lnTo>
                    <a:pt x="7453965" y="1588906"/>
                  </a:lnTo>
                  <a:close/>
                </a:path>
                <a:path w="9550400" h="7992745">
                  <a:moveTo>
                    <a:pt x="7453965" y="1717578"/>
                  </a:moveTo>
                  <a:lnTo>
                    <a:pt x="7471912" y="1709844"/>
                  </a:lnTo>
                  <a:lnTo>
                    <a:pt x="7477895" y="1692831"/>
                  </a:lnTo>
                  <a:lnTo>
                    <a:pt x="7471912" y="1675819"/>
                  </a:lnTo>
                  <a:lnTo>
                    <a:pt x="7453965" y="1668090"/>
                  </a:lnTo>
                  <a:lnTo>
                    <a:pt x="7436021" y="1675822"/>
                  </a:lnTo>
                  <a:lnTo>
                    <a:pt x="7430040" y="1692834"/>
                  </a:lnTo>
                  <a:lnTo>
                    <a:pt x="7436021" y="1709846"/>
                  </a:lnTo>
                  <a:lnTo>
                    <a:pt x="7453965" y="1717578"/>
                  </a:lnTo>
                  <a:close/>
                </a:path>
                <a:path w="9550400" h="7992745">
                  <a:moveTo>
                    <a:pt x="7453965" y="1331562"/>
                  </a:moveTo>
                  <a:lnTo>
                    <a:pt x="7471522" y="1323997"/>
                  </a:lnTo>
                  <a:lnTo>
                    <a:pt x="7477373" y="1307355"/>
                  </a:lnTo>
                  <a:lnTo>
                    <a:pt x="7471520" y="1290713"/>
                  </a:lnTo>
                  <a:lnTo>
                    <a:pt x="7453965" y="1283148"/>
                  </a:lnTo>
                  <a:lnTo>
                    <a:pt x="7436410" y="1290713"/>
                  </a:lnTo>
                  <a:lnTo>
                    <a:pt x="7430559" y="1307355"/>
                  </a:lnTo>
                  <a:lnTo>
                    <a:pt x="7436410" y="1323997"/>
                  </a:lnTo>
                  <a:lnTo>
                    <a:pt x="7453965" y="1331562"/>
                  </a:lnTo>
                  <a:close/>
                </a:path>
                <a:path w="9550400" h="7992745">
                  <a:moveTo>
                    <a:pt x="8540219" y="1320770"/>
                  </a:moveTo>
                  <a:lnTo>
                    <a:pt x="8540219" y="1293940"/>
                  </a:lnTo>
                  <a:lnTo>
                    <a:pt x="8537549" y="1300383"/>
                  </a:lnTo>
                  <a:lnTo>
                    <a:pt x="8536659" y="1307355"/>
                  </a:lnTo>
                  <a:lnTo>
                    <a:pt x="8537549" y="1314327"/>
                  </a:lnTo>
                  <a:lnTo>
                    <a:pt x="8540219" y="1320770"/>
                  </a:lnTo>
                  <a:close/>
                </a:path>
                <a:path w="9550400" h="7992745">
                  <a:moveTo>
                    <a:pt x="8698286" y="1717578"/>
                  </a:moveTo>
                  <a:lnTo>
                    <a:pt x="8716234" y="1709844"/>
                  </a:lnTo>
                  <a:lnTo>
                    <a:pt x="8722216" y="1692831"/>
                  </a:lnTo>
                  <a:lnTo>
                    <a:pt x="8716234" y="1675819"/>
                  </a:lnTo>
                  <a:lnTo>
                    <a:pt x="8698286" y="1668090"/>
                  </a:lnTo>
                  <a:lnTo>
                    <a:pt x="8680343" y="1675822"/>
                  </a:lnTo>
                  <a:lnTo>
                    <a:pt x="8674362" y="1692834"/>
                  </a:lnTo>
                  <a:lnTo>
                    <a:pt x="8680343" y="1709846"/>
                  </a:lnTo>
                  <a:lnTo>
                    <a:pt x="8698286" y="1717578"/>
                  </a:lnTo>
                  <a:close/>
                </a:path>
                <a:path w="9550400" h="7992745">
                  <a:moveTo>
                    <a:pt x="8540219" y="1191968"/>
                  </a:moveTo>
                  <a:lnTo>
                    <a:pt x="8540219" y="1168809"/>
                  </a:lnTo>
                  <a:lnTo>
                    <a:pt x="8538214" y="1170153"/>
                  </a:lnTo>
                  <a:lnTo>
                    <a:pt x="8535810" y="1177258"/>
                  </a:lnTo>
                  <a:lnTo>
                    <a:pt x="8536486" y="1185515"/>
                  </a:lnTo>
                  <a:lnTo>
                    <a:pt x="8540219" y="1191968"/>
                  </a:lnTo>
                  <a:close/>
                </a:path>
                <a:path w="9550400" h="7992745">
                  <a:moveTo>
                    <a:pt x="8560028" y="1846250"/>
                  </a:moveTo>
                  <a:lnTo>
                    <a:pt x="8578106" y="1838464"/>
                  </a:lnTo>
                  <a:lnTo>
                    <a:pt x="8584131" y="1821333"/>
                  </a:lnTo>
                  <a:lnTo>
                    <a:pt x="8578105" y="1804203"/>
                  </a:lnTo>
                  <a:lnTo>
                    <a:pt x="8560028" y="1796416"/>
                  </a:lnTo>
                  <a:lnTo>
                    <a:pt x="8541951" y="1804203"/>
                  </a:lnTo>
                  <a:lnTo>
                    <a:pt x="8535925" y="1821333"/>
                  </a:lnTo>
                  <a:lnTo>
                    <a:pt x="8541951" y="1838464"/>
                  </a:lnTo>
                  <a:lnTo>
                    <a:pt x="8560028" y="1846250"/>
                  </a:lnTo>
                  <a:close/>
                </a:path>
                <a:path w="9550400" h="7992745">
                  <a:moveTo>
                    <a:pt x="8421770" y="1717570"/>
                  </a:moveTo>
                  <a:lnTo>
                    <a:pt x="8439718" y="1709838"/>
                  </a:lnTo>
                  <a:lnTo>
                    <a:pt x="8445700" y="1692826"/>
                  </a:lnTo>
                  <a:lnTo>
                    <a:pt x="8439718" y="1675814"/>
                  </a:lnTo>
                  <a:lnTo>
                    <a:pt x="8421770" y="1668082"/>
                  </a:lnTo>
                  <a:lnTo>
                    <a:pt x="8403827" y="1675815"/>
                  </a:lnTo>
                  <a:lnTo>
                    <a:pt x="8397846" y="1692829"/>
                  </a:lnTo>
                  <a:lnTo>
                    <a:pt x="8403827" y="1709841"/>
                  </a:lnTo>
                  <a:lnTo>
                    <a:pt x="8421770" y="1717570"/>
                  </a:lnTo>
                  <a:close/>
                </a:path>
                <a:path w="9550400" h="7992745">
                  <a:moveTo>
                    <a:pt x="8421770" y="1846250"/>
                  </a:moveTo>
                  <a:lnTo>
                    <a:pt x="8439848" y="1838464"/>
                  </a:lnTo>
                  <a:lnTo>
                    <a:pt x="8445873" y="1821333"/>
                  </a:lnTo>
                  <a:lnTo>
                    <a:pt x="8439848" y="1804203"/>
                  </a:lnTo>
                  <a:lnTo>
                    <a:pt x="8421770" y="1796416"/>
                  </a:lnTo>
                  <a:lnTo>
                    <a:pt x="8403693" y="1804203"/>
                  </a:lnTo>
                  <a:lnTo>
                    <a:pt x="8397667" y="1821333"/>
                  </a:lnTo>
                  <a:lnTo>
                    <a:pt x="8403693" y="1838464"/>
                  </a:lnTo>
                  <a:lnTo>
                    <a:pt x="8421770" y="1846250"/>
                  </a:lnTo>
                  <a:close/>
                </a:path>
                <a:path w="9550400" h="7992745">
                  <a:moveTo>
                    <a:pt x="8698225" y="1028931"/>
                  </a:moveTo>
                  <a:lnTo>
                    <a:pt x="8701328" y="1026811"/>
                  </a:lnTo>
                  <a:lnTo>
                    <a:pt x="8700322" y="1026695"/>
                  </a:lnTo>
                  <a:lnTo>
                    <a:pt x="8699369" y="1026511"/>
                  </a:lnTo>
                  <a:lnTo>
                    <a:pt x="8698263" y="1026511"/>
                  </a:lnTo>
                  <a:lnTo>
                    <a:pt x="8698225" y="1028931"/>
                  </a:lnTo>
                  <a:close/>
                </a:path>
                <a:path w="9550400" h="7992745">
                  <a:moveTo>
                    <a:pt x="8698286" y="1588906"/>
                  </a:moveTo>
                  <a:lnTo>
                    <a:pt x="8716109" y="1581229"/>
                  </a:lnTo>
                  <a:lnTo>
                    <a:pt x="8722049" y="1564339"/>
                  </a:lnTo>
                  <a:lnTo>
                    <a:pt x="8716109" y="1547451"/>
                  </a:lnTo>
                  <a:lnTo>
                    <a:pt x="8698286" y="1539778"/>
                  </a:lnTo>
                  <a:lnTo>
                    <a:pt x="8680473" y="1547454"/>
                  </a:lnTo>
                  <a:lnTo>
                    <a:pt x="8674535" y="1564342"/>
                  </a:lnTo>
                  <a:lnTo>
                    <a:pt x="8680473" y="1581230"/>
                  </a:lnTo>
                  <a:lnTo>
                    <a:pt x="8698286" y="1588906"/>
                  </a:lnTo>
                  <a:close/>
                </a:path>
                <a:path w="9550400" h="7992745">
                  <a:moveTo>
                    <a:pt x="8698286" y="1331562"/>
                  </a:moveTo>
                  <a:lnTo>
                    <a:pt x="8715845" y="1323997"/>
                  </a:lnTo>
                  <a:lnTo>
                    <a:pt x="8721698" y="1307355"/>
                  </a:lnTo>
                  <a:lnTo>
                    <a:pt x="8715845" y="1290713"/>
                  </a:lnTo>
                  <a:lnTo>
                    <a:pt x="8698286" y="1283148"/>
                  </a:lnTo>
                  <a:lnTo>
                    <a:pt x="8680727" y="1290713"/>
                  </a:lnTo>
                  <a:lnTo>
                    <a:pt x="8674875" y="1307355"/>
                  </a:lnTo>
                  <a:lnTo>
                    <a:pt x="8680727" y="1323997"/>
                  </a:lnTo>
                  <a:lnTo>
                    <a:pt x="8698286" y="1331562"/>
                  </a:lnTo>
                  <a:close/>
                </a:path>
                <a:path w="9550400" h="7992745">
                  <a:moveTo>
                    <a:pt x="8698217" y="1074210"/>
                  </a:moveTo>
                  <a:lnTo>
                    <a:pt x="8708456" y="1072130"/>
                  </a:lnTo>
                  <a:lnTo>
                    <a:pt x="8715683" y="1066634"/>
                  </a:lnTo>
                  <a:lnTo>
                    <a:pt x="8719970" y="1058881"/>
                  </a:lnTo>
                  <a:lnTo>
                    <a:pt x="8721321" y="1050023"/>
                  </a:lnTo>
                  <a:lnTo>
                    <a:pt x="8698217" y="1064732"/>
                  </a:lnTo>
                  <a:lnTo>
                    <a:pt x="8698217" y="1074210"/>
                  </a:lnTo>
                  <a:close/>
                </a:path>
                <a:path w="9550400" h="7992745">
                  <a:moveTo>
                    <a:pt x="8698286" y="1074218"/>
                  </a:moveTo>
                  <a:close/>
                </a:path>
                <a:path w="9550400" h="7992745">
                  <a:moveTo>
                    <a:pt x="8698286" y="1460234"/>
                  </a:moveTo>
                  <a:lnTo>
                    <a:pt x="8715975" y="1452613"/>
                  </a:lnTo>
                  <a:lnTo>
                    <a:pt x="8721871" y="1435847"/>
                  </a:lnTo>
                  <a:lnTo>
                    <a:pt x="8715975" y="1419081"/>
                  </a:lnTo>
                  <a:lnTo>
                    <a:pt x="8698286" y="1411460"/>
                  </a:lnTo>
                  <a:lnTo>
                    <a:pt x="8680598" y="1419081"/>
                  </a:lnTo>
                  <a:lnTo>
                    <a:pt x="8674702" y="1435847"/>
                  </a:lnTo>
                  <a:lnTo>
                    <a:pt x="8680598" y="1452613"/>
                  </a:lnTo>
                  <a:lnTo>
                    <a:pt x="8698286" y="1460234"/>
                  </a:lnTo>
                  <a:close/>
                </a:path>
                <a:path w="9550400" h="7992745">
                  <a:moveTo>
                    <a:pt x="8698217" y="1202882"/>
                  </a:moveTo>
                  <a:lnTo>
                    <a:pt x="8715720" y="1195382"/>
                  </a:lnTo>
                  <a:lnTo>
                    <a:pt x="8721531" y="1178864"/>
                  </a:lnTo>
                  <a:lnTo>
                    <a:pt x="8715720" y="1162346"/>
                  </a:lnTo>
                  <a:lnTo>
                    <a:pt x="8698263" y="1154837"/>
                  </a:lnTo>
                  <a:lnTo>
                    <a:pt x="8698217" y="1202882"/>
                  </a:lnTo>
                  <a:close/>
                </a:path>
                <a:path w="9550400" h="7992745">
                  <a:moveTo>
                    <a:pt x="8698286" y="1202890"/>
                  </a:moveTo>
                  <a:close/>
                </a:path>
                <a:path w="9550400" h="7992745">
                  <a:moveTo>
                    <a:pt x="9113060" y="1331562"/>
                  </a:moveTo>
                  <a:lnTo>
                    <a:pt x="9130619" y="1323997"/>
                  </a:lnTo>
                  <a:lnTo>
                    <a:pt x="9136472" y="1307355"/>
                  </a:lnTo>
                  <a:lnTo>
                    <a:pt x="9130619" y="1290713"/>
                  </a:lnTo>
                  <a:lnTo>
                    <a:pt x="9113060" y="1283148"/>
                  </a:lnTo>
                  <a:lnTo>
                    <a:pt x="9095501" y="1290713"/>
                  </a:lnTo>
                  <a:lnTo>
                    <a:pt x="9089649" y="1307355"/>
                  </a:lnTo>
                  <a:lnTo>
                    <a:pt x="9095501" y="1323997"/>
                  </a:lnTo>
                  <a:lnTo>
                    <a:pt x="9113060" y="1331562"/>
                  </a:lnTo>
                  <a:close/>
                </a:path>
                <a:path w="9550400" h="7992745">
                  <a:moveTo>
                    <a:pt x="9527834" y="688201"/>
                  </a:moveTo>
                  <a:lnTo>
                    <a:pt x="9544745" y="680916"/>
                  </a:lnTo>
                  <a:lnTo>
                    <a:pt x="9550166" y="665502"/>
                  </a:lnTo>
                  <a:lnTo>
                    <a:pt x="9550166" y="664277"/>
                  </a:lnTo>
                  <a:lnTo>
                    <a:pt x="9544745" y="648863"/>
                  </a:lnTo>
                  <a:lnTo>
                    <a:pt x="9527834" y="641578"/>
                  </a:lnTo>
                  <a:lnTo>
                    <a:pt x="9510923" y="648863"/>
                  </a:lnTo>
                  <a:lnTo>
                    <a:pt x="9505286" y="664890"/>
                  </a:lnTo>
                  <a:lnTo>
                    <a:pt x="9510923" y="680916"/>
                  </a:lnTo>
                  <a:lnTo>
                    <a:pt x="9527834" y="688201"/>
                  </a:lnTo>
                  <a:close/>
                </a:path>
                <a:path w="9550400" h="7992745">
                  <a:moveTo>
                    <a:pt x="9527834" y="945546"/>
                  </a:moveTo>
                  <a:lnTo>
                    <a:pt x="9545008" y="938148"/>
                  </a:lnTo>
                  <a:lnTo>
                    <a:pt x="9550166" y="923485"/>
                  </a:lnTo>
                  <a:lnTo>
                    <a:pt x="9550166" y="920261"/>
                  </a:lnTo>
                  <a:lnTo>
                    <a:pt x="9545008" y="905598"/>
                  </a:lnTo>
                  <a:lnTo>
                    <a:pt x="9527834" y="898200"/>
                  </a:lnTo>
                  <a:lnTo>
                    <a:pt x="9510664" y="905598"/>
                  </a:lnTo>
                  <a:lnTo>
                    <a:pt x="9504941" y="921873"/>
                  </a:lnTo>
                  <a:lnTo>
                    <a:pt x="9510664" y="938148"/>
                  </a:lnTo>
                  <a:lnTo>
                    <a:pt x="9527834" y="945546"/>
                  </a:lnTo>
                  <a:close/>
                </a:path>
                <a:path w="9550400" h="7992745">
                  <a:moveTo>
                    <a:pt x="9527834" y="1074218"/>
                  </a:moveTo>
                  <a:lnTo>
                    <a:pt x="9545134" y="1066764"/>
                  </a:lnTo>
                  <a:lnTo>
                    <a:pt x="9550166" y="1052452"/>
                  </a:lnTo>
                  <a:lnTo>
                    <a:pt x="9550166" y="1048277"/>
                  </a:lnTo>
                  <a:lnTo>
                    <a:pt x="9545134" y="1033965"/>
                  </a:lnTo>
                  <a:lnTo>
                    <a:pt x="9527834" y="1026511"/>
                  </a:lnTo>
                  <a:lnTo>
                    <a:pt x="9510535" y="1033965"/>
                  </a:lnTo>
                  <a:lnTo>
                    <a:pt x="9504768" y="1050364"/>
                  </a:lnTo>
                  <a:lnTo>
                    <a:pt x="9510535" y="1066764"/>
                  </a:lnTo>
                  <a:lnTo>
                    <a:pt x="9527834" y="1074218"/>
                  </a:lnTo>
                  <a:close/>
                </a:path>
                <a:path w="9550400" h="7992745">
                  <a:moveTo>
                    <a:pt x="6762675" y="3132971"/>
                  </a:moveTo>
                  <a:lnTo>
                    <a:pt x="6782047" y="3124624"/>
                  </a:lnTo>
                  <a:lnTo>
                    <a:pt x="6788503" y="3106260"/>
                  </a:lnTo>
                  <a:lnTo>
                    <a:pt x="6782045" y="3087897"/>
                  </a:lnTo>
                  <a:lnTo>
                    <a:pt x="6762675" y="3079550"/>
                  </a:lnTo>
                  <a:lnTo>
                    <a:pt x="6743306" y="3087897"/>
                  </a:lnTo>
                  <a:lnTo>
                    <a:pt x="6736850" y="3106260"/>
                  </a:lnTo>
                  <a:lnTo>
                    <a:pt x="6743306" y="3124624"/>
                  </a:lnTo>
                  <a:lnTo>
                    <a:pt x="6762675" y="3132971"/>
                  </a:lnTo>
                  <a:close/>
                </a:path>
                <a:path w="9550400" h="7992745">
                  <a:moveTo>
                    <a:pt x="6762675" y="3261635"/>
                  </a:moveTo>
                  <a:lnTo>
                    <a:pt x="6782182" y="3253234"/>
                  </a:lnTo>
                  <a:lnTo>
                    <a:pt x="6788685" y="3234752"/>
                  </a:lnTo>
                  <a:lnTo>
                    <a:pt x="6782182" y="3216270"/>
                  </a:lnTo>
                  <a:lnTo>
                    <a:pt x="6762675" y="3207868"/>
                  </a:lnTo>
                  <a:lnTo>
                    <a:pt x="6743168" y="3216270"/>
                  </a:lnTo>
                  <a:lnTo>
                    <a:pt x="6736665" y="3234752"/>
                  </a:lnTo>
                  <a:lnTo>
                    <a:pt x="6743168" y="3253234"/>
                  </a:lnTo>
                  <a:lnTo>
                    <a:pt x="6762675" y="3261635"/>
                  </a:lnTo>
                  <a:close/>
                </a:path>
                <a:path w="9550400" h="7992745">
                  <a:moveTo>
                    <a:pt x="6762675" y="3390307"/>
                  </a:moveTo>
                  <a:lnTo>
                    <a:pt x="6782312" y="3381850"/>
                  </a:lnTo>
                  <a:lnTo>
                    <a:pt x="6788857" y="3363244"/>
                  </a:lnTo>
                  <a:lnTo>
                    <a:pt x="6782312" y="3344640"/>
                  </a:lnTo>
                  <a:lnTo>
                    <a:pt x="6762675" y="3336187"/>
                  </a:lnTo>
                  <a:lnTo>
                    <a:pt x="6743047" y="3344643"/>
                  </a:lnTo>
                  <a:lnTo>
                    <a:pt x="6736504" y="3363247"/>
                  </a:lnTo>
                  <a:lnTo>
                    <a:pt x="6743047" y="3381851"/>
                  </a:lnTo>
                  <a:lnTo>
                    <a:pt x="6762675" y="3390307"/>
                  </a:lnTo>
                  <a:close/>
                </a:path>
                <a:path w="9550400" h="7992745">
                  <a:moveTo>
                    <a:pt x="8145254" y="1846250"/>
                  </a:moveTo>
                  <a:lnTo>
                    <a:pt x="8163332" y="1838464"/>
                  </a:lnTo>
                  <a:lnTo>
                    <a:pt x="8169357" y="1821333"/>
                  </a:lnTo>
                  <a:lnTo>
                    <a:pt x="8163332" y="1804203"/>
                  </a:lnTo>
                  <a:lnTo>
                    <a:pt x="8145254" y="1796416"/>
                  </a:lnTo>
                  <a:lnTo>
                    <a:pt x="8127173" y="1804203"/>
                  </a:lnTo>
                  <a:lnTo>
                    <a:pt x="8121146" y="1821333"/>
                  </a:lnTo>
                  <a:lnTo>
                    <a:pt x="8127173" y="1838464"/>
                  </a:lnTo>
                  <a:lnTo>
                    <a:pt x="8145254" y="1846250"/>
                  </a:lnTo>
                  <a:close/>
                </a:path>
                <a:path w="9550400" h="7992745">
                  <a:moveTo>
                    <a:pt x="6762675" y="3518980"/>
                  </a:moveTo>
                  <a:lnTo>
                    <a:pt x="6782436" y="3510467"/>
                  </a:lnTo>
                  <a:lnTo>
                    <a:pt x="6789022" y="3491739"/>
                  </a:lnTo>
                  <a:lnTo>
                    <a:pt x="6782434" y="3473011"/>
                  </a:lnTo>
                  <a:lnTo>
                    <a:pt x="6762675" y="3464498"/>
                  </a:lnTo>
                  <a:lnTo>
                    <a:pt x="6742917" y="3473011"/>
                  </a:lnTo>
                  <a:lnTo>
                    <a:pt x="6736331" y="3491739"/>
                  </a:lnTo>
                  <a:lnTo>
                    <a:pt x="6742917" y="3510467"/>
                  </a:lnTo>
                  <a:lnTo>
                    <a:pt x="6762675" y="3518980"/>
                  </a:lnTo>
                  <a:close/>
                </a:path>
                <a:path w="9550400" h="7992745">
                  <a:moveTo>
                    <a:pt x="6762675" y="3004299"/>
                  </a:moveTo>
                  <a:lnTo>
                    <a:pt x="6781919" y="2996008"/>
                  </a:lnTo>
                  <a:lnTo>
                    <a:pt x="6788333" y="2977769"/>
                  </a:lnTo>
                  <a:lnTo>
                    <a:pt x="6781919" y="2959529"/>
                  </a:lnTo>
                  <a:lnTo>
                    <a:pt x="6762675" y="2951239"/>
                  </a:lnTo>
                  <a:lnTo>
                    <a:pt x="6743436" y="2959529"/>
                  </a:lnTo>
                  <a:lnTo>
                    <a:pt x="6737022" y="2977769"/>
                  </a:lnTo>
                  <a:lnTo>
                    <a:pt x="6743436" y="2996008"/>
                  </a:lnTo>
                  <a:lnTo>
                    <a:pt x="6762675" y="3004299"/>
                  </a:lnTo>
                  <a:close/>
                </a:path>
                <a:path w="9550400" h="7992745">
                  <a:moveTo>
                    <a:pt x="6624417" y="3390307"/>
                  </a:moveTo>
                  <a:lnTo>
                    <a:pt x="6644054" y="3381850"/>
                  </a:lnTo>
                  <a:lnTo>
                    <a:pt x="6650600" y="3363244"/>
                  </a:lnTo>
                  <a:lnTo>
                    <a:pt x="6644054" y="3344640"/>
                  </a:lnTo>
                  <a:lnTo>
                    <a:pt x="6624417" y="3336187"/>
                  </a:lnTo>
                  <a:lnTo>
                    <a:pt x="6604789" y="3344643"/>
                  </a:lnTo>
                  <a:lnTo>
                    <a:pt x="6598246" y="3363247"/>
                  </a:lnTo>
                  <a:lnTo>
                    <a:pt x="6604789" y="3381851"/>
                  </a:lnTo>
                  <a:lnTo>
                    <a:pt x="6624417" y="3390307"/>
                  </a:lnTo>
                  <a:close/>
                </a:path>
                <a:path w="9550400" h="7992745">
                  <a:moveTo>
                    <a:pt x="6624417" y="3518980"/>
                  </a:moveTo>
                  <a:lnTo>
                    <a:pt x="6644178" y="3510467"/>
                  </a:lnTo>
                  <a:lnTo>
                    <a:pt x="6650764" y="3491739"/>
                  </a:lnTo>
                  <a:lnTo>
                    <a:pt x="6644176" y="3473011"/>
                  </a:lnTo>
                  <a:lnTo>
                    <a:pt x="6624417" y="3464498"/>
                  </a:lnTo>
                  <a:lnTo>
                    <a:pt x="6604659" y="3473011"/>
                  </a:lnTo>
                  <a:lnTo>
                    <a:pt x="6598073" y="3491739"/>
                  </a:lnTo>
                  <a:lnTo>
                    <a:pt x="6604659" y="3510467"/>
                  </a:lnTo>
                  <a:lnTo>
                    <a:pt x="6624417" y="3518980"/>
                  </a:lnTo>
                  <a:close/>
                </a:path>
                <a:path w="9550400" h="7992745">
                  <a:moveTo>
                    <a:pt x="6762675" y="2746955"/>
                  </a:moveTo>
                  <a:lnTo>
                    <a:pt x="6781659" y="2738777"/>
                  </a:lnTo>
                  <a:lnTo>
                    <a:pt x="6787988" y="2720786"/>
                  </a:lnTo>
                  <a:lnTo>
                    <a:pt x="6781659" y="2702797"/>
                  </a:lnTo>
                  <a:lnTo>
                    <a:pt x="6762675" y="2694624"/>
                  </a:lnTo>
                  <a:lnTo>
                    <a:pt x="6743686" y="2702801"/>
                  </a:lnTo>
                  <a:lnTo>
                    <a:pt x="6737356" y="2720789"/>
                  </a:lnTo>
                  <a:lnTo>
                    <a:pt x="6743686" y="2738778"/>
                  </a:lnTo>
                  <a:lnTo>
                    <a:pt x="6762675" y="2746955"/>
                  </a:lnTo>
                  <a:close/>
                </a:path>
                <a:path w="9550400" h="7992745">
                  <a:moveTo>
                    <a:pt x="8145254" y="1717578"/>
                  </a:moveTo>
                  <a:lnTo>
                    <a:pt x="8163202" y="1709844"/>
                  </a:lnTo>
                  <a:lnTo>
                    <a:pt x="8169185" y="1692831"/>
                  </a:lnTo>
                  <a:lnTo>
                    <a:pt x="8163202" y="1675819"/>
                  </a:lnTo>
                  <a:lnTo>
                    <a:pt x="8145254" y="1668090"/>
                  </a:lnTo>
                  <a:lnTo>
                    <a:pt x="8127311" y="1675822"/>
                  </a:lnTo>
                  <a:lnTo>
                    <a:pt x="8121330" y="1692834"/>
                  </a:lnTo>
                  <a:lnTo>
                    <a:pt x="8127311" y="1709846"/>
                  </a:lnTo>
                  <a:lnTo>
                    <a:pt x="8145254" y="1717578"/>
                  </a:lnTo>
                  <a:close/>
                </a:path>
                <a:path w="9550400" h="7992745">
                  <a:moveTo>
                    <a:pt x="6762675" y="2875627"/>
                  </a:moveTo>
                  <a:lnTo>
                    <a:pt x="6781789" y="2867393"/>
                  </a:lnTo>
                  <a:lnTo>
                    <a:pt x="6788161" y="2849277"/>
                  </a:lnTo>
                  <a:lnTo>
                    <a:pt x="6781789" y="2831162"/>
                  </a:lnTo>
                  <a:lnTo>
                    <a:pt x="6762675" y="2822928"/>
                  </a:lnTo>
                  <a:lnTo>
                    <a:pt x="6743557" y="2831162"/>
                  </a:lnTo>
                  <a:lnTo>
                    <a:pt x="6737184" y="2849277"/>
                  </a:lnTo>
                  <a:lnTo>
                    <a:pt x="6743557" y="2867393"/>
                  </a:lnTo>
                  <a:lnTo>
                    <a:pt x="6762675" y="2875627"/>
                  </a:lnTo>
                  <a:close/>
                </a:path>
                <a:path w="9550400" h="7992745">
                  <a:moveTo>
                    <a:pt x="8836544" y="1202890"/>
                  </a:moveTo>
                  <a:lnTo>
                    <a:pt x="8853978" y="1195382"/>
                  </a:lnTo>
                  <a:lnTo>
                    <a:pt x="8859789" y="1178864"/>
                  </a:lnTo>
                  <a:lnTo>
                    <a:pt x="8853978" y="1162346"/>
                  </a:lnTo>
                  <a:lnTo>
                    <a:pt x="8836544" y="1154838"/>
                  </a:lnTo>
                  <a:lnTo>
                    <a:pt x="8819119" y="1162346"/>
                  </a:lnTo>
                  <a:lnTo>
                    <a:pt x="8813311" y="1178864"/>
                  </a:lnTo>
                  <a:lnTo>
                    <a:pt x="8819119" y="1195382"/>
                  </a:lnTo>
                  <a:lnTo>
                    <a:pt x="8836544" y="1202890"/>
                  </a:lnTo>
                  <a:close/>
                </a:path>
                <a:path w="9550400" h="7992745">
                  <a:moveTo>
                    <a:pt x="9389576" y="945546"/>
                  </a:moveTo>
                  <a:lnTo>
                    <a:pt x="9406750" y="938148"/>
                  </a:lnTo>
                  <a:lnTo>
                    <a:pt x="9412475" y="921873"/>
                  </a:lnTo>
                  <a:lnTo>
                    <a:pt x="9406750" y="905598"/>
                  </a:lnTo>
                  <a:lnTo>
                    <a:pt x="9389576" y="898200"/>
                  </a:lnTo>
                  <a:lnTo>
                    <a:pt x="9372406" y="905598"/>
                  </a:lnTo>
                  <a:lnTo>
                    <a:pt x="9366683" y="921873"/>
                  </a:lnTo>
                  <a:lnTo>
                    <a:pt x="9372406" y="938148"/>
                  </a:lnTo>
                  <a:lnTo>
                    <a:pt x="9389576" y="945546"/>
                  </a:lnTo>
                  <a:close/>
                </a:path>
                <a:path w="9550400" h="7992745">
                  <a:moveTo>
                    <a:pt x="9389576" y="816874"/>
                  </a:moveTo>
                  <a:lnTo>
                    <a:pt x="9406616" y="809532"/>
                  </a:lnTo>
                  <a:lnTo>
                    <a:pt x="9412296" y="793381"/>
                  </a:lnTo>
                  <a:lnTo>
                    <a:pt x="9406616" y="777230"/>
                  </a:lnTo>
                  <a:lnTo>
                    <a:pt x="9389576" y="769889"/>
                  </a:lnTo>
                  <a:lnTo>
                    <a:pt x="9372540" y="777230"/>
                  </a:lnTo>
                  <a:lnTo>
                    <a:pt x="9366862" y="793381"/>
                  </a:lnTo>
                  <a:lnTo>
                    <a:pt x="9372540" y="809532"/>
                  </a:lnTo>
                  <a:lnTo>
                    <a:pt x="9389576" y="816874"/>
                  </a:lnTo>
                  <a:close/>
                </a:path>
                <a:path w="9550400" h="7992745">
                  <a:moveTo>
                    <a:pt x="9389576" y="1074218"/>
                  </a:moveTo>
                  <a:lnTo>
                    <a:pt x="9406876" y="1066764"/>
                  </a:lnTo>
                  <a:lnTo>
                    <a:pt x="9412642" y="1050364"/>
                  </a:lnTo>
                  <a:lnTo>
                    <a:pt x="9406876" y="1033965"/>
                  </a:lnTo>
                  <a:lnTo>
                    <a:pt x="9389576" y="1026511"/>
                  </a:lnTo>
                  <a:lnTo>
                    <a:pt x="9372277" y="1033965"/>
                  </a:lnTo>
                  <a:lnTo>
                    <a:pt x="9366510" y="1050364"/>
                  </a:lnTo>
                  <a:lnTo>
                    <a:pt x="9372277" y="1066764"/>
                  </a:lnTo>
                  <a:lnTo>
                    <a:pt x="9389576" y="1074218"/>
                  </a:lnTo>
                  <a:close/>
                </a:path>
                <a:path w="9550400" h="7992745">
                  <a:moveTo>
                    <a:pt x="8836544" y="1588906"/>
                  </a:moveTo>
                  <a:lnTo>
                    <a:pt x="8854367" y="1581229"/>
                  </a:lnTo>
                  <a:lnTo>
                    <a:pt x="8860307" y="1564339"/>
                  </a:lnTo>
                  <a:lnTo>
                    <a:pt x="8854367" y="1547451"/>
                  </a:lnTo>
                  <a:lnTo>
                    <a:pt x="8836544" y="1539778"/>
                  </a:lnTo>
                  <a:lnTo>
                    <a:pt x="8818731" y="1547454"/>
                  </a:lnTo>
                  <a:lnTo>
                    <a:pt x="8812793" y="1564342"/>
                  </a:lnTo>
                  <a:lnTo>
                    <a:pt x="8818731" y="1581230"/>
                  </a:lnTo>
                  <a:lnTo>
                    <a:pt x="8836544" y="1588906"/>
                  </a:lnTo>
                  <a:close/>
                </a:path>
                <a:path w="9550400" h="7992745">
                  <a:moveTo>
                    <a:pt x="8145254" y="1974922"/>
                  </a:moveTo>
                  <a:lnTo>
                    <a:pt x="8163466" y="1967079"/>
                  </a:lnTo>
                  <a:lnTo>
                    <a:pt x="8169536" y="1949825"/>
                  </a:lnTo>
                  <a:lnTo>
                    <a:pt x="8163466" y="1932570"/>
                  </a:lnTo>
                  <a:lnTo>
                    <a:pt x="8145254" y="1924727"/>
                  </a:lnTo>
                  <a:lnTo>
                    <a:pt x="8127048" y="1932570"/>
                  </a:lnTo>
                  <a:lnTo>
                    <a:pt x="8120979" y="1949825"/>
                  </a:lnTo>
                  <a:lnTo>
                    <a:pt x="8127048" y="1967079"/>
                  </a:lnTo>
                  <a:lnTo>
                    <a:pt x="8145254" y="1974922"/>
                  </a:lnTo>
                  <a:close/>
                </a:path>
                <a:path w="9550400" h="7992745">
                  <a:moveTo>
                    <a:pt x="9389576" y="1202890"/>
                  </a:moveTo>
                  <a:lnTo>
                    <a:pt x="9407010" y="1195382"/>
                  </a:lnTo>
                  <a:lnTo>
                    <a:pt x="9412821" y="1178864"/>
                  </a:lnTo>
                  <a:lnTo>
                    <a:pt x="9407010" y="1162346"/>
                  </a:lnTo>
                  <a:lnTo>
                    <a:pt x="9389576" y="1154838"/>
                  </a:lnTo>
                  <a:lnTo>
                    <a:pt x="9372151" y="1162346"/>
                  </a:lnTo>
                  <a:lnTo>
                    <a:pt x="9366343" y="1178864"/>
                  </a:lnTo>
                  <a:lnTo>
                    <a:pt x="9372151" y="1195382"/>
                  </a:lnTo>
                  <a:lnTo>
                    <a:pt x="9389576" y="1202890"/>
                  </a:lnTo>
                  <a:close/>
                </a:path>
                <a:path w="9550400" h="7992745">
                  <a:moveTo>
                    <a:pt x="8145254" y="2232266"/>
                  </a:moveTo>
                  <a:lnTo>
                    <a:pt x="8163719" y="2224311"/>
                  </a:lnTo>
                  <a:lnTo>
                    <a:pt x="8169873" y="2206808"/>
                  </a:lnTo>
                  <a:lnTo>
                    <a:pt x="8163717" y="2189305"/>
                  </a:lnTo>
                  <a:lnTo>
                    <a:pt x="8145254" y="2181349"/>
                  </a:lnTo>
                  <a:lnTo>
                    <a:pt x="8126793" y="2189305"/>
                  </a:lnTo>
                  <a:lnTo>
                    <a:pt x="8120639" y="2206808"/>
                  </a:lnTo>
                  <a:lnTo>
                    <a:pt x="8126793" y="2224311"/>
                  </a:lnTo>
                  <a:lnTo>
                    <a:pt x="8145254" y="2232266"/>
                  </a:lnTo>
                  <a:close/>
                </a:path>
                <a:path w="9550400" h="7992745">
                  <a:moveTo>
                    <a:pt x="8145254" y="2103594"/>
                  </a:moveTo>
                  <a:lnTo>
                    <a:pt x="8163591" y="2095695"/>
                  </a:lnTo>
                  <a:lnTo>
                    <a:pt x="8169703" y="2078316"/>
                  </a:lnTo>
                  <a:lnTo>
                    <a:pt x="8163591" y="2060938"/>
                  </a:lnTo>
                  <a:lnTo>
                    <a:pt x="8145254" y="2053038"/>
                  </a:lnTo>
                  <a:lnTo>
                    <a:pt x="8126918" y="2060938"/>
                  </a:lnTo>
                  <a:lnTo>
                    <a:pt x="8120806" y="2078316"/>
                  </a:lnTo>
                  <a:lnTo>
                    <a:pt x="8126918" y="2095695"/>
                  </a:lnTo>
                  <a:lnTo>
                    <a:pt x="8145254" y="2103594"/>
                  </a:lnTo>
                  <a:close/>
                </a:path>
                <a:path w="9550400" h="7992745">
                  <a:moveTo>
                    <a:pt x="9527834" y="816874"/>
                  </a:moveTo>
                  <a:lnTo>
                    <a:pt x="9544874" y="809532"/>
                  </a:lnTo>
                  <a:lnTo>
                    <a:pt x="9550166" y="794485"/>
                  </a:lnTo>
                  <a:lnTo>
                    <a:pt x="9550166" y="792277"/>
                  </a:lnTo>
                  <a:lnTo>
                    <a:pt x="9544874" y="777230"/>
                  </a:lnTo>
                  <a:lnTo>
                    <a:pt x="9527834" y="769889"/>
                  </a:lnTo>
                  <a:lnTo>
                    <a:pt x="9510798" y="777230"/>
                  </a:lnTo>
                  <a:lnTo>
                    <a:pt x="9505119" y="793381"/>
                  </a:lnTo>
                  <a:lnTo>
                    <a:pt x="9510798" y="809532"/>
                  </a:lnTo>
                  <a:lnTo>
                    <a:pt x="9527834" y="816874"/>
                  </a:lnTo>
                  <a:close/>
                </a:path>
                <a:path w="9550400" h="7992745">
                  <a:moveTo>
                    <a:pt x="8836544" y="1460234"/>
                  </a:moveTo>
                  <a:lnTo>
                    <a:pt x="8854233" y="1452613"/>
                  </a:lnTo>
                  <a:lnTo>
                    <a:pt x="8860129" y="1435847"/>
                  </a:lnTo>
                  <a:lnTo>
                    <a:pt x="8854233" y="1419081"/>
                  </a:lnTo>
                  <a:lnTo>
                    <a:pt x="8836544" y="1411460"/>
                  </a:lnTo>
                  <a:lnTo>
                    <a:pt x="8818856" y="1419081"/>
                  </a:lnTo>
                  <a:lnTo>
                    <a:pt x="8812960" y="1435847"/>
                  </a:lnTo>
                  <a:lnTo>
                    <a:pt x="8818856" y="1452613"/>
                  </a:lnTo>
                  <a:lnTo>
                    <a:pt x="8836544" y="1460234"/>
                  </a:lnTo>
                  <a:close/>
                </a:path>
                <a:path w="9550400" h="7992745">
                  <a:moveTo>
                    <a:pt x="8836544" y="1331562"/>
                  </a:moveTo>
                  <a:lnTo>
                    <a:pt x="8854103" y="1323997"/>
                  </a:lnTo>
                  <a:lnTo>
                    <a:pt x="8859956" y="1307355"/>
                  </a:lnTo>
                  <a:lnTo>
                    <a:pt x="8854103" y="1290713"/>
                  </a:lnTo>
                  <a:lnTo>
                    <a:pt x="8836544" y="1283148"/>
                  </a:lnTo>
                  <a:lnTo>
                    <a:pt x="8818990" y="1290713"/>
                  </a:lnTo>
                  <a:lnTo>
                    <a:pt x="8813138" y="1307355"/>
                  </a:lnTo>
                  <a:lnTo>
                    <a:pt x="8818990" y="1323997"/>
                  </a:lnTo>
                  <a:lnTo>
                    <a:pt x="8836544" y="1331562"/>
                  </a:lnTo>
                  <a:close/>
                </a:path>
                <a:path w="9550400" h="7992745">
                  <a:moveTo>
                    <a:pt x="9113060" y="302185"/>
                  </a:moveTo>
                  <a:lnTo>
                    <a:pt x="9129582" y="295066"/>
                  </a:lnTo>
                  <a:lnTo>
                    <a:pt x="9135089" y="279403"/>
                  </a:lnTo>
                  <a:lnTo>
                    <a:pt x="9129582" y="263741"/>
                  </a:lnTo>
                  <a:lnTo>
                    <a:pt x="9113060" y="256622"/>
                  </a:lnTo>
                  <a:lnTo>
                    <a:pt x="9096538" y="263741"/>
                  </a:lnTo>
                  <a:lnTo>
                    <a:pt x="9091031" y="279403"/>
                  </a:lnTo>
                  <a:lnTo>
                    <a:pt x="9096538" y="295066"/>
                  </a:lnTo>
                  <a:lnTo>
                    <a:pt x="9113060" y="302185"/>
                  </a:lnTo>
                  <a:close/>
                </a:path>
                <a:path w="9550400" h="7992745">
                  <a:moveTo>
                    <a:pt x="8974802" y="430857"/>
                  </a:moveTo>
                  <a:lnTo>
                    <a:pt x="8991454" y="423684"/>
                  </a:lnTo>
                  <a:lnTo>
                    <a:pt x="8997003" y="407903"/>
                  </a:lnTo>
                  <a:lnTo>
                    <a:pt x="8991446" y="392121"/>
                  </a:lnTo>
                  <a:lnTo>
                    <a:pt x="8974802" y="384948"/>
                  </a:lnTo>
                  <a:lnTo>
                    <a:pt x="8958150" y="392125"/>
                  </a:lnTo>
                  <a:lnTo>
                    <a:pt x="8952601" y="407906"/>
                  </a:lnTo>
                  <a:lnTo>
                    <a:pt x="8958153" y="423685"/>
                  </a:lnTo>
                  <a:lnTo>
                    <a:pt x="8974802" y="430857"/>
                  </a:lnTo>
                  <a:close/>
                </a:path>
                <a:path w="9550400" h="7992745">
                  <a:moveTo>
                    <a:pt x="9113060" y="559529"/>
                  </a:moveTo>
                  <a:lnTo>
                    <a:pt x="9129846" y="552301"/>
                  </a:lnTo>
                  <a:lnTo>
                    <a:pt x="9135441" y="536398"/>
                  </a:lnTo>
                  <a:lnTo>
                    <a:pt x="9129846" y="520495"/>
                  </a:lnTo>
                  <a:lnTo>
                    <a:pt x="9113060" y="513267"/>
                  </a:lnTo>
                  <a:lnTo>
                    <a:pt x="9096283" y="520495"/>
                  </a:lnTo>
                  <a:lnTo>
                    <a:pt x="9090691" y="536398"/>
                  </a:lnTo>
                  <a:lnTo>
                    <a:pt x="9096283" y="552301"/>
                  </a:lnTo>
                  <a:lnTo>
                    <a:pt x="9113060" y="559529"/>
                  </a:lnTo>
                  <a:close/>
                </a:path>
                <a:path w="9550400" h="7992745">
                  <a:moveTo>
                    <a:pt x="9122323" y="686389"/>
                  </a:moveTo>
                  <a:lnTo>
                    <a:pt x="9133193" y="675803"/>
                  </a:lnTo>
                  <a:lnTo>
                    <a:pt x="9135275" y="660798"/>
                  </a:lnTo>
                  <a:lnTo>
                    <a:pt x="9128564" y="647385"/>
                  </a:lnTo>
                  <a:lnTo>
                    <a:pt x="9113052" y="641578"/>
                  </a:lnTo>
                  <a:lnTo>
                    <a:pt x="9099695" y="645602"/>
                  </a:lnTo>
                  <a:lnTo>
                    <a:pt x="9092266" y="655465"/>
                  </a:lnTo>
                  <a:lnTo>
                    <a:pt x="9091577" y="661095"/>
                  </a:lnTo>
                  <a:lnTo>
                    <a:pt x="9122047" y="661095"/>
                  </a:lnTo>
                  <a:lnTo>
                    <a:pt x="9122215" y="667858"/>
                  </a:lnTo>
                  <a:lnTo>
                    <a:pt x="9122323" y="686389"/>
                  </a:lnTo>
                  <a:close/>
                </a:path>
                <a:path w="9550400" h="7992745">
                  <a:moveTo>
                    <a:pt x="9095133" y="679468"/>
                  </a:moveTo>
                  <a:lnTo>
                    <a:pt x="9122047" y="661095"/>
                  </a:lnTo>
                  <a:lnTo>
                    <a:pt x="9091577" y="661095"/>
                  </a:lnTo>
                  <a:lnTo>
                    <a:pt x="9090750" y="667858"/>
                  </a:lnTo>
                  <a:lnTo>
                    <a:pt x="9095133" y="679468"/>
                  </a:lnTo>
                  <a:close/>
                </a:path>
                <a:path w="9550400" h="7992745">
                  <a:moveTo>
                    <a:pt x="8974802" y="302185"/>
                  </a:moveTo>
                  <a:lnTo>
                    <a:pt x="8991324" y="295066"/>
                  </a:lnTo>
                  <a:lnTo>
                    <a:pt x="8996831" y="279403"/>
                  </a:lnTo>
                  <a:lnTo>
                    <a:pt x="8991324" y="263741"/>
                  </a:lnTo>
                  <a:lnTo>
                    <a:pt x="8974802" y="256622"/>
                  </a:lnTo>
                  <a:lnTo>
                    <a:pt x="8958280" y="263741"/>
                  </a:lnTo>
                  <a:lnTo>
                    <a:pt x="8952773" y="279403"/>
                  </a:lnTo>
                  <a:lnTo>
                    <a:pt x="8958280" y="295066"/>
                  </a:lnTo>
                  <a:lnTo>
                    <a:pt x="8974802" y="302185"/>
                  </a:lnTo>
                  <a:close/>
                </a:path>
                <a:path w="9550400" h="7992745">
                  <a:moveTo>
                    <a:pt x="8974802" y="559529"/>
                  </a:moveTo>
                  <a:lnTo>
                    <a:pt x="8991588" y="552301"/>
                  </a:lnTo>
                  <a:lnTo>
                    <a:pt x="8997183" y="536398"/>
                  </a:lnTo>
                  <a:lnTo>
                    <a:pt x="8991588" y="520495"/>
                  </a:lnTo>
                  <a:lnTo>
                    <a:pt x="8974802" y="513267"/>
                  </a:lnTo>
                  <a:lnTo>
                    <a:pt x="8958026" y="520495"/>
                  </a:lnTo>
                  <a:lnTo>
                    <a:pt x="8952433" y="536398"/>
                  </a:lnTo>
                  <a:lnTo>
                    <a:pt x="8958026" y="552301"/>
                  </a:lnTo>
                  <a:lnTo>
                    <a:pt x="8974802" y="559529"/>
                  </a:lnTo>
                  <a:close/>
                </a:path>
                <a:path w="9550400" h="7992745">
                  <a:moveTo>
                    <a:pt x="9251318" y="559529"/>
                  </a:moveTo>
                  <a:lnTo>
                    <a:pt x="9268104" y="552301"/>
                  </a:lnTo>
                  <a:lnTo>
                    <a:pt x="9273699" y="536398"/>
                  </a:lnTo>
                  <a:lnTo>
                    <a:pt x="9268104" y="520495"/>
                  </a:lnTo>
                  <a:lnTo>
                    <a:pt x="9251318" y="513267"/>
                  </a:lnTo>
                  <a:lnTo>
                    <a:pt x="9234541" y="520495"/>
                  </a:lnTo>
                  <a:lnTo>
                    <a:pt x="9228949" y="536398"/>
                  </a:lnTo>
                  <a:lnTo>
                    <a:pt x="9234541" y="552301"/>
                  </a:lnTo>
                  <a:lnTo>
                    <a:pt x="9251318" y="559529"/>
                  </a:lnTo>
                  <a:close/>
                </a:path>
                <a:path w="9550400" h="7992745">
                  <a:moveTo>
                    <a:pt x="9251318" y="430857"/>
                  </a:moveTo>
                  <a:lnTo>
                    <a:pt x="9267970" y="423684"/>
                  </a:lnTo>
                  <a:lnTo>
                    <a:pt x="9273519" y="407903"/>
                  </a:lnTo>
                  <a:lnTo>
                    <a:pt x="9267962" y="392121"/>
                  </a:lnTo>
                  <a:lnTo>
                    <a:pt x="9251318" y="384948"/>
                  </a:lnTo>
                  <a:lnTo>
                    <a:pt x="9234666" y="392125"/>
                  </a:lnTo>
                  <a:lnTo>
                    <a:pt x="9229117" y="407906"/>
                  </a:lnTo>
                  <a:lnTo>
                    <a:pt x="9234669" y="423685"/>
                  </a:lnTo>
                  <a:lnTo>
                    <a:pt x="9251318" y="430857"/>
                  </a:lnTo>
                  <a:close/>
                </a:path>
                <a:path w="9550400" h="7992745">
                  <a:moveTo>
                    <a:pt x="9389576" y="430857"/>
                  </a:moveTo>
                  <a:lnTo>
                    <a:pt x="9406228" y="423684"/>
                  </a:lnTo>
                  <a:lnTo>
                    <a:pt x="9411777" y="407903"/>
                  </a:lnTo>
                  <a:lnTo>
                    <a:pt x="9406220" y="392121"/>
                  </a:lnTo>
                  <a:lnTo>
                    <a:pt x="9389576" y="384948"/>
                  </a:lnTo>
                  <a:lnTo>
                    <a:pt x="9372923" y="392125"/>
                  </a:lnTo>
                  <a:lnTo>
                    <a:pt x="9367375" y="407906"/>
                  </a:lnTo>
                  <a:lnTo>
                    <a:pt x="9372927" y="423685"/>
                  </a:lnTo>
                  <a:lnTo>
                    <a:pt x="9389576" y="430857"/>
                  </a:lnTo>
                  <a:close/>
                </a:path>
                <a:path w="9550400" h="7992745">
                  <a:moveTo>
                    <a:pt x="9113060" y="430857"/>
                  </a:moveTo>
                  <a:lnTo>
                    <a:pt x="9129712" y="423684"/>
                  </a:lnTo>
                  <a:lnTo>
                    <a:pt x="9135261" y="407903"/>
                  </a:lnTo>
                  <a:lnTo>
                    <a:pt x="9129704" y="392121"/>
                  </a:lnTo>
                  <a:lnTo>
                    <a:pt x="9113060" y="384948"/>
                  </a:lnTo>
                  <a:lnTo>
                    <a:pt x="9096408" y="392125"/>
                  </a:lnTo>
                  <a:lnTo>
                    <a:pt x="9090859" y="407906"/>
                  </a:lnTo>
                  <a:lnTo>
                    <a:pt x="9096411" y="423685"/>
                  </a:lnTo>
                  <a:lnTo>
                    <a:pt x="9113060" y="430857"/>
                  </a:lnTo>
                  <a:close/>
                </a:path>
                <a:path w="9550400" h="7992745">
                  <a:moveTo>
                    <a:pt x="9389576" y="173513"/>
                  </a:moveTo>
                  <a:lnTo>
                    <a:pt x="9405973" y="166450"/>
                  </a:lnTo>
                  <a:lnTo>
                    <a:pt x="9411437" y="150912"/>
                  </a:lnTo>
                  <a:lnTo>
                    <a:pt x="9405965" y="135373"/>
                  </a:lnTo>
                  <a:lnTo>
                    <a:pt x="9389576" y="128311"/>
                  </a:lnTo>
                  <a:lnTo>
                    <a:pt x="9373187" y="135377"/>
                  </a:lnTo>
                  <a:lnTo>
                    <a:pt x="9367727" y="150915"/>
                  </a:lnTo>
                  <a:lnTo>
                    <a:pt x="9373191" y="166451"/>
                  </a:lnTo>
                  <a:lnTo>
                    <a:pt x="9389576" y="173513"/>
                  </a:lnTo>
                  <a:close/>
                </a:path>
                <a:path w="9550400" h="7992745">
                  <a:moveTo>
                    <a:pt x="8974802" y="688201"/>
                  </a:moveTo>
                  <a:lnTo>
                    <a:pt x="8991713" y="680916"/>
                  </a:lnTo>
                  <a:lnTo>
                    <a:pt x="8997350" y="664890"/>
                  </a:lnTo>
                  <a:lnTo>
                    <a:pt x="8991713" y="648863"/>
                  </a:lnTo>
                  <a:lnTo>
                    <a:pt x="8974802" y="641578"/>
                  </a:lnTo>
                  <a:lnTo>
                    <a:pt x="8957892" y="648863"/>
                  </a:lnTo>
                  <a:lnTo>
                    <a:pt x="8952255" y="664890"/>
                  </a:lnTo>
                  <a:lnTo>
                    <a:pt x="8957892" y="680916"/>
                  </a:lnTo>
                  <a:lnTo>
                    <a:pt x="8974802" y="688201"/>
                  </a:lnTo>
                  <a:close/>
                </a:path>
                <a:path w="9550400" h="7992745">
                  <a:moveTo>
                    <a:pt x="9251318" y="302185"/>
                  </a:moveTo>
                  <a:lnTo>
                    <a:pt x="9267840" y="295066"/>
                  </a:lnTo>
                  <a:lnTo>
                    <a:pt x="9273347" y="279403"/>
                  </a:lnTo>
                  <a:lnTo>
                    <a:pt x="9267840" y="263741"/>
                  </a:lnTo>
                  <a:lnTo>
                    <a:pt x="9251318" y="256622"/>
                  </a:lnTo>
                  <a:lnTo>
                    <a:pt x="9234796" y="263741"/>
                  </a:lnTo>
                  <a:lnTo>
                    <a:pt x="9229289" y="279403"/>
                  </a:lnTo>
                  <a:lnTo>
                    <a:pt x="9234796" y="295066"/>
                  </a:lnTo>
                  <a:lnTo>
                    <a:pt x="9251318" y="302185"/>
                  </a:lnTo>
                  <a:close/>
                </a:path>
                <a:path w="9550400" h="7992745">
                  <a:moveTo>
                    <a:pt x="9507687" y="398006"/>
                  </a:moveTo>
                  <a:lnTo>
                    <a:pt x="9526628" y="385071"/>
                  </a:lnTo>
                  <a:lnTo>
                    <a:pt x="9516942" y="385516"/>
                  </a:lnTo>
                  <a:lnTo>
                    <a:pt x="9510644" y="390962"/>
                  </a:lnTo>
                  <a:lnTo>
                    <a:pt x="9507687" y="398006"/>
                  </a:lnTo>
                  <a:close/>
                </a:path>
                <a:path w="9550400" h="7992745">
                  <a:moveTo>
                    <a:pt x="9269837" y="807418"/>
                  </a:moveTo>
                  <a:lnTo>
                    <a:pt x="9272926" y="800729"/>
                  </a:lnTo>
                  <a:lnTo>
                    <a:pt x="9273956" y="793382"/>
                  </a:lnTo>
                  <a:lnTo>
                    <a:pt x="9272926" y="786037"/>
                  </a:lnTo>
                  <a:lnTo>
                    <a:pt x="9269837" y="779352"/>
                  </a:lnTo>
                  <a:lnTo>
                    <a:pt x="9269837" y="807418"/>
                  </a:lnTo>
                  <a:close/>
                </a:path>
                <a:path w="9550400" h="7992745">
                  <a:moveTo>
                    <a:pt x="8974802" y="816874"/>
                  </a:moveTo>
                  <a:lnTo>
                    <a:pt x="8991843" y="809532"/>
                  </a:lnTo>
                  <a:lnTo>
                    <a:pt x="8997523" y="793381"/>
                  </a:lnTo>
                  <a:lnTo>
                    <a:pt x="8991842" y="777230"/>
                  </a:lnTo>
                  <a:lnTo>
                    <a:pt x="8974802" y="769889"/>
                  </a:lnTo>
                  <a:lnTo>
                    <a:pt x="8957766" y="777230"/>
                  </a:lnTo>
                  <a:lnTo>
                    <a:pt x="8952088" y="793381"/>
                  </a:lnTo>
                  <a:lnTo>
                    <a:pt x="8957766" y="809532"/>
                  </a:lnTo>
                  <a:lnTo>
                    <a:pt x="8974802" y="816874"/>
                  </a:lnTo>
                  <a:close/>
                </a:path>
                <a:path w="9550400" h="7992745">
                  <a:moveTo>
                    <a:pt x="9113060" y="1074218"/>
                  </a:moveTo>
                  <a:lnTo>
                    <a:pt x="9130360" y="1066764"/>
                  </a:lnTo>
                  <a:lnTo>
                    <a:pt x="9136126" y="1050364"/>
                  </a:lnTo>
                  <a:lnTo>
                    <a:pt x="9130360" y="1033965"/>
                  </a:lnTo>
                  <a:lnTo>
                    <a:pt x="9113060" y="1026511"/>
                  </a:lnTo>
                  <a:lnTo>
                    <a:pt x="9095761" y="1033965"/>
                  </a:lnTo>
                  <a:lnTo>
                    <a:pt x="9089994" y="1050364"/>
                  </a:lnTo>
                  <a:lnTo>
                    <a:pt x="9095761" y="1066764"/>
                  </a:lnTo>
                  <a:lnTo>
                    <a:pt x="9113060" y="1074218"/>
                  </a:lnTo>
                  <a:close/>
                </a:path>
                <a:path w="9550400" h="7992745">
                  <a:moveTo>
                    <a:pt x="9113060" y="1202890"/>
                  </a:moveTo>
                  <a:lnTo>
                    <a:pt x="9130494" y="1195382"/>
                  </a:lnTo>
                  <a:lnTo>
                    <a:pt x="9136305" y="1178864"/>
                  </a:lnTo>
                  <a:lnTo>
                    <a:pt x="9130494" y="1162346"/>
                  </a:lnTo>
                  <a:lnTo>
                    <a:pt x="9113060" y="1154838"/>
                  </a:lnTo>
                  <a:lnTo>
                    <a:pt x="9095635" y="1162346"/>
                  </a:lnTo>
                  <a:lnTo>
                    <a:pt x="9089827" y="1178864"/>
                  </a:lnTo>
                  <a:lnTo>
                    <a:pt x="9095635" y="1195382"/>
                  </a:lnTo>
                  <a:lnTo>
                    <a:pt x="9113060" y="1202890"/>
                  </a:lnTo>
                  <a:close/>
                </a:path>
                <a:path w="9550400" h="7992745">
                  <a:moveTo>
                    <a:pt x="9122362" y="815061"/>
                  </a:moveTo>
                  <a:lnTo>
                    <a:pt x="9129452" y="810160"/>
                  </a:lnTo>
                  <a:lnTo>
                    <a:pt x="9133882" y="803113"/>
                  </a:lnTo>
                  <a:lnTo>
                    <a:pt x="9135662" y="794897"/>
                  </a:lnTo>
                  <a:lnTo>
                    <a:pt x="9134797" y="786488"/>
                  </a:lnTo>
                  <a:lnTo>
                    <a:pt x="9122362" y="795275"/>
                  </a:lnTo>
                  <a:lnTo>
                    <a:pt x="9122362" y="815061"/>
                  </a:lnTo>
                  <a:close/>
                </a:path>
                <a:path w="9550400" h="7992745">
                  <a:moveTo>
                    <a:pt x="9251318" y="945546"/>
                  </a:moveTo>
                  <a:lnTo>
                    <a:pt x="9268492" y="938148"/>
                  </a:lnTo>
                  <a:lnTo>
                    <a:pt x="9274217" y="921873"/>
                  </a:lnTo>
                  <a:lnTo>
                    <a:pt x="9268492" y="905598"/>
                  </a:lnTo>
                  <a:lnTo>
                    <a:pt x="9251318" y="898200"/>
                  </a:lnTo>
                  <a:lnTo>
                    <a:pt x="9234148" y="905598"/>
                  </a:lnTo>
                  <a:lnTo>
                    <a:pt x="9228425" y="921873"/>
                  </a:lnTo>
                  <a:lnTo>
                    <a:pt x="9234148" y="938148"/>
                  </a:lnTo>
                  <a:lnTo>
                    <a:pt x="9251318" y="945546"/>
                  </a:lnTo>
                  <a:close/>
                </a:path>
                <a:path w="9550400" h="7992745">
                  <a:moveTo>
                    <a:pt x="9251318" y="1074218"/>
                  </a:moveTo>
                  <a:lnTo>
                    <a:pt x="9268618" y="1066764"/>
                  </a:lnTo>
                  <a:lnTo>
                    <a:pt x="9274384" y="1050364"/>
                  </a:lnTo>
                  <a:lnTo>
                    <a:pt x="9268618" y="1033965"/>
                  </a:lnTo>
                  <a:lnTo>
                    <a:pt x="9251318" y="1026511"/>
                  </a:lnTo>
                  <a:lnTo>
                    <a:pt x="9234019" y="1033965"/>
                  </a:lnTo>
                  <a:lnTo>
                    <a:pt x="9228252" y="1050364"/>
                  </a:lnTo>
                  <a:lnTo>
                    <a:pt x="9234019" y="1066764"/>
                  </a:lnTo>
                  <a:lnTo>
                    <a:pt x="9251318" y="1074218"/>
                  </a:lnTo>
                  <a:close/>
                </a:path>
                <a:path w="9550400" h="7992745">
                  <a:moveTo>
                    <a:pt x="9389576" y="302185"/>
                  </a:moveTo>
                  <a:lnTo>
                    <a:pt x="9406098" y="295066"/>
                  </a:lnTo>
                  <a:lnTo>
                    <a:pt x="9411605" y="279403"/>
                  </a:lnTo>
                  <a:lnTo>
                    <a:pt x="9406098" y="263741"/>
                  </a:lnTo>
                  <a:lnTo>
                    <a:pt x="9389576" y="256622"/>
                  </a:lnTo>
                  <a:lnTo>
                    <a:pt x="9373054" y="263741"/>
                  </a:lnTo>
                  <a:lnTo>
                    <a:pt x="9367547" y="279403"/>
                  </a:lnTo>
                  <a:lnTo>
                    <a:pt x="9373054" y="295066"/>
                  </a:lnTo>
                  <a:lnTo>
                    <a:pt x="9389576" y="302185"/>
                  </a:lnTo>
                  <a:close/>
                </a:path>
                <a:path w="9550400" h="7992745">
                  <a:moveTo>
                    <a:pt x="9527834" y="173513"/>
                  </a:moveTo>
                  <a:lnTo>
                    <a:pt x="9544231" y="166450"/>
                  </a:lnTo>
                  <a:lnTo>
                    <a:pt x="9549695" y="150912"/>
                  </a:lnTo>
                  <a:lnTo>
                    <a:pt x="9544223" y="135373"/>
                  </a:lnTo>
                  <a:lnTo>
                    <a:pt x="9527834" y="128311"/>
                  </a:lnTo>
                  <a:lnTo>
                    <a:pt x="9511445" y="135377"/>
                  </a:lnTo>
                  <a:lnTo>
                    <a:pt x="9505985" y="150915"/>
                  </a:lnTo>
                  <a:lnTo>
                    <a:pt x="9511449" y="166451"/>
                  </a:lnTo>
                  <a:lnTo>
                    <a:pt x="9527834" y="173513"/>
                  </a:lnTo>
                  <a:close/>
                </a:path>
                <a:path w="9550400" h="7992745">
                  <a:moveTo>
                    <a:pt x="9527834" y="302185"/>
                  </a:moveTo>
                  <a:lnTo>
                    <a:pt x="9544356" y="295066"/>
                  </a:lnTo>
                  <a:lnTo>
                    <a:pt x="9549863" y="279403"/>
                  </a:lnTo>
                  <a:lnTo>
                    <a:pt x="9544356" y="263741"/>
                  </a:lnTo>
                  <a:lnTo>
                    <a:pt x="9527834" y="256622"/>
                  </a:lnTo>
                  <a:lnTo>
                    <a:pt x="9511312" y="263741"/>
                  </a:lnTo>
                  <a:lnTo>
                    <a:pt x="9505805" y="279403"/>
                  </a:lnTo>
                  <a:lnTo>
                    <a:pt x="9511312" y="295066"/>
                  </a:lnTo>
                  <a:lnTo>
                    <a:pt x="9527834" y="302185"/>
                  </a:lnTo>
                  <a:close/>
                </a:path>
                <a:path w="9550400" h="7992745">
                  <a:moveTo>
                    <a:pt x="9527834" y="44841"/>
                  </a:moveTo>
                  <a:lnTo>
                    <a:pt x="9544101" y="37835"/>
                  </a:lnTo>
                  <a:lnTo>
                    <a:pt x="9549522" y="22420"/>
                  </a:lnTo>
                  <a:lnTo>
                    <a:pt x="9544093" y="7006"/>
                  </a:lnTo>
                  <a:lnTo>
                    <a:pt x="9527834" y="0"/>
                  </a:lnTo>
                  <a:lnTo>
                    <a:pt x="9511570" y="7009"/>
                  </a:lnTo>
                  <a:lnTo>
                    <a:pt x="9506152" y="22423"/>
                  </a:lnTo>
                  <a:lnTo>
                    <a:pt x="9511574" y="37836"/>
                  </a:lnTo>
                  <a:lnTo>
                    <a:pt x="9527834" y="44841"/>
                  </a:lnTo>
                  <a:close/>
                </a:path>
                <a:path w="9550400" h="7992745">
                  <a:moveTo>
                    <a:pt x="7315707" y="2618283"/>
                  </a:moveTo>
                  <a:lnTo>
                    <a:pt x="7334560" y="2610160"/>
                  </a:lnTo>
                  <a:lnTo>
                    <a:pt x="7340844" y="2592290"/>
                  </a:lnTo>
                  <a:lnTo>
                    <a:pt x="7334558" y="2574420"/>
                  </a:lnTo>
                  <a:lnTo>
                    <a:pt x="7315707" y="2566298"/>
                  </a:lnTo>
                  <a:lnTo>
                    <a:pt x="7296856" y="2574420"/>
                  </a:lnTo>
                  <a:lnTo>
                    <a:pt x="7290572" y="2592290"/>
                  </a:lnTo>
                  <a:lnTo>
                    <a:pt x="7296856" y="2610160"/>
                  </a:lnTo>
                  <a:lnTo>
                    <a:pt x="7315707" y="2618283"/>
                  </a:lnTo>
                  <a:close/>
                </a:path>
                <a:path w="9550400" h="7992745">
                  <a:moveTo>
                    <a:pt x="6071385" y="3647652"/>
                  </a:moveTo>
                  <a:lnTo>
                    <a:pt x="6091277" y="3639083"/>
                  </a:lnTo>
                  <a:lnTo>
                    <a:pt x="6097908" y="3620230"/>
                  </a:lnTo>
                  <a:lnTo>
                    <a:pt x="6091277" y="3601378"/>
                  </a:lnTo>
                  <a:lnTo>
                    <a:pt x="6071385" y="3592809"/>
                  </a:lnTo>
                  <a:lnTo>
                    <a:pt x="6051493" y="3601378"/>
                  </a:lnTo>
                  <a:lnTo>
                    <a:pt x="6044863" y="3620230"/>
                  </a:lnTo>
                  <a:lnTo>
                    <a:pt x="6051493" y="3639083"/>
                  </a:lnTo>
                  <a:lnTo>
                    <a:pt x="6071385" y="3647652"/>
                  </a:lnTo>
                  <a:close/>
                </a:path>
                <a:path w="9550400" h="7992745">
                  <a:moveTo>
                    <a:pt x="6071385" y="3776323"/>
                  </a:moveTo>
                  <a:lnTo>
                    <a:pt x="6091411" y="3767699"/>
                  </a:lnTo>
                  <a:lnTo>
                    <a:pt x="6098086" y="3748726"/>
                  </a:lnTo>
                  <a:lnTo>
                    <a:pt x="6091411" y="3729752"/>
                  </a:lnTo>
                  <a:lnTo>
                    <a:pt x="6071385" y="3721128"/>
                  </a:lnTo>
                  <a:lnTo>
                    <a:pt x="6051364" y="3729752"/>
                  </a:lnTo>
                  <a:lnTo>
                    <a:pt x="6044690" y="3748726"/>
                  </a:lnTo>
                  <a:lnTo>
                    <a:pt x="6051364" y="3767699"/>
                  </a:lnTo>
                  <a:lnTo>
                    <a:pt x="6071385" y="3776323"/>
                  </a:lnTo>
                  <a:close/>
                </a:path>
                <a:path w="9550400" h="7992745">
                  <a:moveTo>
                    <a:pt x="6209643" y="3776323"/>
                  </a:moveTo>
                  <a:lnTo>
                    <a:pt x="6229669" y="3767699"/>
                  </a:lnTo>
                  <a:lnTo>
                    <a:pt x="6236344" y="3748726"/>
                  </a:lnTo>
                  <a:lnTo>
                    <a:pt x="6229669" y="3729752"/>
                  </a:lnTo>
                  <a:lnTo>
                    <a:pt x="6209643" y="3721128"/>
                  </a:lnTo>
                  <a:lnTo>
                    <a:pt x="6189622" y="3729752"/>
                  </a:lnTo>
                  <a:lnTo>
                    <a:pt x="6182948" y="3748726"/>
                  </a:lnTo>
                  <a:lnTo>
                    <a:pt x="6189622" y="3767699"/>
                  </a:lnTo>
                  <a:lnTo>
                    <a:pt x="6209643" y="3776323"/>
                  </a:lnTo>
                  <a:close/>
                </a:path>
                <a:path w="9550400" h="7992745">
                  <a:moveTo>
                    <a:pt x="5518353" y="3004299"/>
                  </a:moveTo>
                  <a:lnTo>
                    <a:pt x="5537597" y="2996008"/>
                  </a:lnTo>
                  <a:lnTo>
                    <a:pt x="5544012" y="2977769"/>
                  </a:lnTo>
                  <a:lnTo>
                    <a:pt x="5537597" y="2959529"/>
                  </a:lnTo>
                  <a:lnTo>
                    <a:pt x="5518353" y="2951239"/>
                  </a:lnTo>
                  <a:lnTo>
                    <a:pt x="5499114" y="2959529"/>
                  </a:lnTo>
                  <a:lnTo>
                    <a:pt x="5492701" y="2977769"/>
                  </a:lnTo>
                  <a:lnTo>
                    <a:pt x="5499114" y="2996008"/>
                  </a:lnTo>
                  <a:lnTo>
                    <a:pt x="5518353" y="3004299"/>
                  </a:lnTo>
                  <a:close/>
                </a:path>
                <a:path w="9550400" h="7992745">
                  <a:moveTo>
                    <a:pt x="5794869" y="3904988"/>
                  </a:moveTo>
                  <a:lnTo>
                    <a:pt x="5815016" y="3896310"/>
                  </a:lnTo>
                  <a:lnTo>
                    <a:pt x="5821732" y="3877217"/>
                  </a:lnTo>
                  <a:lnTo>
                    <a:pt x="5815016" y="3858125"/>
                  </a:lnTo>
                  <a:lnTo>
                    <a:pt x="5794869" y="3849447"/>
                  </a:lnTo>
                  <a:lnTo>
                    <a:pt x="5774718" y="3858126"/>
                  </a:lnTo>
                  <a:lnTo>
                    <a:pt x="5768001" y="3877220"/>
                  </a:lnTo>
                  <a:lnTo>
                    <a:pt x="5774718" y="3896313"/>
                  </a:lnTo>
                  <a:lnTo>
                    <a:pt x="5794869" y="3904988"/>
                  </a:lnTo>
                  <a:close/>
                </a:path>
                <a:path w="9550400" h="7992745">
                  <a:moveTo>
                    <a:pt x="6071385" y="3904996"/>
                  </a:moveTo>
                  <a:lnTo>
                    <a:pt x="6091532" y="3896316"/>
                  </a:lnTo>
                  <a:lnTo>
                    <a:pt x="6098247" y="3877222"/>
                  </a:lnTo>
                  <a:lnTo>
                    <a:pt x="6091532" y="3858129"/>
                  </a:lnTo>
                  <a:lnTo>
                    <a:pt x="6071385" y="3849454"/>
                  </a:lnTo>
                  <a:lnTo>
                    <a:pt x="6051234" y="3858133"/>
                  </a:lnTo>
                  <a:lnTo>
                    <a:pt x="6044517" y="3877225"/>
                  </a:lnTo>
                  <a:lnTo>
                    <a:pt x="6051234" y="3896317"/>
                  </a:lnTo>
                  <a:lnTo>
                    <a:pt x="6071385" y="3904996"/>
                  </a:lnTo>
                  <a:close/>
                </a:path>
                <a:path w="9550400" h="7992745">
                  <a:moveTo>
                    <a:pt x="6071385" y="3518980"/>
                  </a:moveTo>
                  <a:lnTo>
                    <a:pt x="6091143" y="3510467"/>
                  </a:lnTo>
                  <a:lnTo>
                    <a:pt x="6097729" y="3491739"/>
                  </a:lnTo>
                  <a:lnTo>
                    <a:pt x="6091143" y="3473011"/>
                  </a:lnTo>
                  <a:lnTo>
                    <a:pt x="6071385" y="3464498"/>
                  </a:lnTo>
                  <a:lnTo>
                    <a:pt x="6051627" y="3473011"/>
                  </a:lnTo>
                  <a:lnTo>
                    <a:pt x="6045041" y="3491739"/>
                  </a:lnTo>
                  <a:lnTo>
                    <a:pt x="6051627" y="3510467"/>
                  </a:lnTo>
                  <a:lnTo>
                    <a:pt x="6071385" y="3518980"/>
                  </a:lnTo>
                  <a:close/>
                </a:path>
                <a:path w="9550400" h="7992745">
                  <a:moveTo>
                    <a:pt x="6185087" y="3113177"/>
                  </a:moveTo>
                  <a:lnTo>
                    <a:pt x="6191754" y="3113177"/>
                  </a:lnTo>
                  <a:lnTo>
                    <a:pt x="6191754" y="3086501"/>
                  </a:lnTo>
                  <a:lnTo>
                    <a:pt x="6184584" y="3099851"/>
                  </a:lnTo>
                  <a:lnTo>
                    <a:pt x="6185087" y="3113177"/>
                  </a:lnTo>
                  <a:close/>
                </a:path>
                <a:path w="9550400" h="7992745">
                  <a:moveTo>
                    <a:pt x="6209643" y="3132971"/>
                  </a:moveTo>
                  <a:lnTo>
                    <a:pt x="6225769" y="3127740"/>
                  </a:lnTo>
                  <a:lnTo>
                    <a:pt x="6234114" y="3115195"/>
                  </a:lnTo>
                  <a:lnTo>
                    <a:pt x="6234725" y="3099925"/>
                  </a:lnTo>
                  <a:lnTo>
                    <a:pt x="6227609" y="3086578"/>
                  </a:lnTo>
                  <a:lnTo>
                    <a:pt x="6191754" y="3113177"/>
                  </a:lnTo>
                  <a:lnTo>
                    <a:pt x="6185087" y="3113177"/>
                  </a:lnTo>
                  <a:lnTo>
                    <a:pt x="6185193" y="3115195"/>
                  </a:lnTo>
                  <a:lnTo>
                    <a:pt x="6193508" y="3127740"/>
                  </a:lnTo>
                  <a:lnTo>
                    <a:pt x="6209643" y="3132971"/>
                  </a:lnTo>
                  <a:close/>
                </a:path>
                <a:path w="9550400" h="7992745">
                  <a:moveTo>
                    <a:pt x="6209643" y="3518980"/>
                  </a:moveTo>
                  <a:lnTo>
                    <a:pt x="6229401" y="3510467"/>
                  </a:lnTo>
                  <a:lnTo>
                    <a:pt x="6235987" y="3491739"/>
                  </a:lnTo>
                  <a:lnTo>
                    <a:pt x="6229401" y="3473011"/>
                  </a:lnTo>
                  <a:lnTo>
                    <a:pt x="6209643" y="3464498"/>
                  </a:lnTo>
                  <a:lnTo>
                    <a:pt x="6189885" y="3473011"/>
                  </a:lnTo>
                  <a:lnTo>
                    <a:pt x="6183299" y="3491739"/>
                  </a:lnTo>
                  <a:lnTo>
                    <a:pt x="6189885" y="3510467"/>
                  </a:lnTo>
                  <a:lnTo>
                    <a:pt x="6209643" y="3518980"/>
                  </a:lnTo>
                  <a:close/>
                </a:path>
                <a:path w="9550400" h="7992745">
                  <a:moveTo>
                    <a:pt x="6344982" y="3004299"/>
                  </a:moveTo>
                  <a:lnTo>
                    <a:pt x="6347901" y="3004299"/>
                  </a:lnTo>
                  <a:lnTo>
                    <a:pt x="6359054" y="3002051"/>
                  </a:lnTo>
                  <a:lnTo>
                    <a:pt x="6367043" y="2996118"/>
                  </a:lnTo>
                  <a:lnTo>
                    <a:pt x="6371870" y="2987718"/>
                  </a:lnTo>
                  <a:lnTo>
                    <a:pt x="6373540" y="2978068"/>
                  </a:lnTo>
                  <a:lnTo>
                    <a:pt x="6339989" y="3003093"/>
                  </a:lnTo>
                  <a:lnTo>
                    <a:pt x="6342401" y="3003807"/>
                  </a:lnTo>
                  <a:lnTo>
                    <a:pt x="6344982" y="3004299"/>
                  </a:lnTo>
                  <a:close/>
                </a:path>
                <a:path w="9550400" h="7992745">
                  <a:moveTo>
                    <a:pt x="6209643" y="3390300"/>
                  </a:moveTo>
                  <a:lnTo>
                    <a:pt x="6229280" y="3381844"/>
                  </a:lnTo>
                  <a:lnTo>
                    <a:pt x="6235826" y="3363240"/>
                  </a:lnTo>
                  <a:lnTo>
                    <a:pt x="6229280" y="3344636"/>
                  </a:lnTo>
                  <a:lnTo>
                    <a:pt x="6209643" y="3336179"/>
                  </a:lnTo>
                  <a:lnTo>
                    <a:pt x="6190011" y="3344637"/>
                  </a:lnTo>
                  <a:lnTo>
                    <a:pt x="6183466" y="3363242"/>
                  </a:lnTo>
                  <a:lnTo>
                    <a:pt x="6190011" y="3381847"/>
                  </a:lnTo>
                  <a:lnTo>
                    <a:pt x="6209643" y="3390300"/>
                  </a:lnTo>
                  <a:close/>
                </a:path>
                <a:path w="9550400" h="7992745">
                  <a:moveTo>
                    <a:pt x="6209643" y="3647652"/>
                  </a:moveTo>
                  <a:lnTo>
                    <a:pt x="6229535" y="3639083"/>
                  </a:lnTo>
                  <a:lnTo>
                    <a:pt x="6236166" y="3620230"/>
                  </a:lnTo>
                  <a:lnTo>
                    <a:pt x="6229535" y="3601378"/>
                  </a:lnTo>
                  <a:lnTo>
                    <a:pt x="6209643" y="3592809"/>
                  </a:lnTo>
                  <a:lnTo>
                    <a:pt x="6189751" y="3601378"/>
                  </a:lnTo>
                  <a:lnTo>
                    <a:pt x="6183121" y="3620230"/>
                  </a:lnTo>
                  <a:lnTo>
                    <a:pt x="6189751" y="3639083"/>
                  </a:lnTo>
                  <a:lnTo>
                    <a:pt x="6209643" y="3647652"/>
                  </a:lnTo>
                  <a:close/>
                </a:path>
                <a:path w="9550400" h="7992745">
                  <a:moveTo>
                    <a:pt x="6209643" y="3261635"/>
                  </a:moveTo>
                  <a:lnTo>
                    <a:pt x="6229151" y="3253234"/>
                  </a:lnTo>
                  <a:lnTo>
                    <a:pt x="6235653" y="3234752"/>
                  </a:lnTo>
                  <a:lnTo>
                    <a:pt x="6229151" y="3216270"/>
                  </a:lnTo>
                  <a:lnTo>
                    <a:pt x="6209643" y="3207868"/>
                  </a:lnTo>
                  <a:lnTo>
                    <a:pt x="6190139" y="3216270"/>
                  </a:lnTo>
                  <a:lnTo>
                    <a:pt x="6183636" y="3234752"/>
                  </a:lnTo>
                  <a:lnTo>
                    <a:pt x="6190137" y="3253234"/>
                  </a:lnTo>
                  <a:lnTo>
                    <a:pt x="6209643" y="3261635"/>
                  </a:lnTo>
                  <a:close/>
                </a:path>
                <a:path w="9550400" h="7992745">
                  <a:moveTo>
                    <a:pt x="5511571" y="3132141"/>
                  </a:moveTo>
                  <a:lnTo>
                    <a:pt x="5544070" y="3107693"/>
                  </a:lnTo>
                  <a:lnTo>
                    <a:pt x="5542832" y="3097466"/>
                  </a:lnTo>
                  <a:lnTo>
                    <a:pt x="5538142" y="3088439"/>
                  </a:lnTo>
                  <a:lnTo>
                    <a:pt x="5529987" y="3082004"/>
                  </a:lnTo>
                  <a:lnTo>
                    <a:pt x="5518353" y="3079550"/>
                  </a:lnTo>
                  <a:lnTo>
                    <a:pt x="5499942" y="3086843"/>
                  </a:lnTo>
                  <a:lnTo>
                    <a:pt x="5492680" y="3103383"/>
                  </a:lnTo>
                  <a:lnTo>
                    <a:pt x="5496558" y="3121153"/>
                  </a:lnTo>
                  <a:lnTo>
                    <a:pt x="5511571" y="3132141"/>
                  </a:lnTo>
                  <a:close/>
                </a:path>
                <a:path w="9550400" h="7992745">
                  <a:moveTo>
                    <a:pt x="5654791" y="3518972"/>
                  </a:moveTo>
                  <a:lnTo>
                    <a:pt x="5656619" y="3518972"/>
                  </a:lnTo>
                  <a:lnTo>
                    <a:pt x="5672306" y="3514218"/>
                  </a:lnTo>
                  <a:lnTo>
                    <a:pt x="5680978" y="3502581"/>
                  </a:lnTo>
                  <a:lnTo>
                    <a:pt x="5682656" y="3488000"/>
                  </a:lnTo>
                  <a:lnTo>
                    <a:pt x="5677358" y="3474414"/>
                  </a:lnTo>
                  <a:lnTo>
                    <a:pt x="5677357" y="3498464"/>
                  </a:lnTo>
                  <a:lnTo>
                    <a:pt x="5651465" y="3518473"/>
                  </a:lnTo>
                  <a:lnTo>
                    <a:pt x="5653109" y="3518749"/>
                  </a:lnTo>
                  <a:lnTo>
                    <a:pt x="5654791" y="3518972"/>
                  </a:lnTo>
                  <a:close/>
                </a:path>
                <a:path w="9550400" h="7992745">
                  <a:moveTo>
                    <a:pt x="5656611" y="4162340"/>
                  </a:moveTo>
                  <a:lnTo>
                    <a:pt x="5677026" y="4153548"/>
                  </a:lnTo>
                  <a:lnTo>
                    <a:pt x="5683831" y="4134205"/>
                  </a:lnTo>
                  <a:lnTo>
                    <a:pt x="5677026" y="4114861"/>
                  </a:lnTo>
                  <a:lnTo>
                    <a:pt x="5656611" y="4106069"/>
                  </a:lnTo>
                  <a:lnTo>
                    <a:pt x="5636197" y="4114861"/>
                  </a:lnTo>
                  <a:lnTo>
                    <a:pt x="5629392" y="4134205"/>
                  </a:lnTo>
                  <a:lnTo>
                    <a:pt x="5636197" y="4153548"/>
                  </a:lnTo>
                  <a:lnTo>
                    <a:pt x="5656611" y="4162340"/>
                  </a:lnTo>
                  <a:close/>
                </a:path>
                <a:path w="9550400" h="7992745">
                  <a:moveTo>
                    <a:pt x="5518353" y="2875627"/>
                  </a:moveTo>
                  <a:lnTo>
                    <a:pt x="5537468" y="2867393"/>
                  </a:lnTo>
                  <a:lnTo>
                    <a:pt x="5543839" y="2849277"/>
                  </a:lnTo>
                  <a:lnTo>
                    <a:pt x="5537468" y="2831162"/>
                  </a:lnTo>
                  <a:lnTo>
                    <a:pt x="5518353" y="2822928"/>
                  </a:lnTo>
                  <a:lnTo>
                    <a:pt x="5499235" y="2831162"/>
                  </a:lnTo>
                  <a:lnTo>
                    <a:pt x="5492862" y="2849277"/>
                  </a:lnTo>
                  <a:lnTo>
                    <a:pt x="5499235" y="2867393"/>
                  </a:lnTo>
                  <a:lnTo>
                    <a:pt x="5518353" y="2875627"/>
                  </a:lnTo>
                  <a:close/>
                </a:path>
                <a:path w="9550400" h="7992745">
                  <a:moveTo>
                    <a:pt x="5518353" y="2746955"/>
                  </a:moveTo>
                  <a:lnTo>
                    <a:pt x="5537338" y="2738777"/>
                  </a:lnTo>
                  <a:lnTo>
                    <a:pt x="5543666" y="2720786"/>
                  </a:lnTo>
                  <a:lnTo>
                    <a:pt x="5537338" y="2702797"/>
                  </a:lnTo>
                  <a:lnTo>
                    <a:pt x="5518353" y="2694624"/>
                  </a:lnTo>
                  <a:lnTo>
                    <a:pt x="5499364" y="2702801"/>
                  </a:lnTo>
                  <a:lnTo>
                    <a:pt x="5493035" y="2720789"/>
                  </a:lnTo>
                  <a:lnTo>
                    <a:pt x="5499364" y="2738778"/>
                  </a:lnTo>
                  <a:lnTo>
                    <a:pt x="5518353" y="2746955"/>
                  </a:lnTo>
                  <a:close/>
                </a:path>
                <a:path w="9550400" h="7992745">
                  <a:moveTo>
                    <a:pt x="5656611" y="4033668"/>
                  </a:moveTo>
                  <a:lnTo>
                    <a:pt x="5676891" y="4024932"/>
                  </a:lnTo>
                  <a:lnTo>
                    <a:pt x="5683649" y="4005713"/>
                  </a:lnTo>
                  <a:lnTo>
                    <a:pt x="5676889" y="3986494"/>
                  </a:lnTo>
                  <a:lnTo>
                    <a:pt x="5656611" y="3977758"/>
                  </a:lnTo>
                  <a:lnTo>
                    <a:pt x="5636335" y="3986494"/>
                  </a:lnTo>
                  <a:lnTo>
                    <a:pt x="5629576" y="4005713"/>
                  </a:lnTo>
                  <a:lnTo>
                    <a:pt x="5636335" y="4024932"/>
                  </a:lnTo>
                  <a:lnTo>
                    <a:pt x="5656611" y="4033668"/>
                  </a:lnTo>
                  <a:close/>
                </a:path>
                <a:path w="9550400" h="7992745">
                  <a:moveTo>
                    <a:pt x="5656611" y="3904988"/>
                  </a:moveTo>
                  <a:lnTo>
                    <a:pt x="5676758" y="3896310"/>
                  </a:lnTo>
                  <a:lnTo>
                    <a:pt x="5683474" y="3877217"/>
                  </a:lnTo>
                  <a:lnTo>
                    <a:pt x="5676758" y="3858125"/>
                  </a:lnTo>
                  <a:lnTo>
                    <a:pt x="5656611" y="3849447"/>
                  </a:lnTo>
                  <a:lnTo>
                    <a:pt x="5636460" y="3858126"/>
                  </a:lnTo>
                  <a:lnTo>
                    <a:pt x="5629743" y="3877220"/>
                  </a:lnTo>
                  <a:lnTo>
                    <a:pt x="5636460" y="3896313"/>
                  </a:lnTo>
                  <a:lnTo>
                    <a:pt x="5656611" y="3904988"/>
                  </a:lnTo>
                  <a:close/>
                </a:path>
                <a:path w="9550400" h="7992745">
                  <a:moveTo>
                    <a:pt x="5794869" y="4162340"/>
                  </a:moveTo>
                  <a:lnTo>
                    <a:pt x="5815284" y="4153548"/>
                  </a:lnTo>
                  <a:lnTo>
                    <a:pt x="5822089" y="4134205"/>
                  </a:lnTo>
                  <a:lnTo>
                    <a:pt x="5815284" y="4114861"/>
                  </a:lnTo>
                  <a:lnTo>
                    <a:pt x="5794869" y="4106069"/>
                  </a:lnTo>
                  <a:lnTo>
                    <a:pt x="5774455" y="4114861"/>
                  </a:lnTo>
                  <a:lnTo>
                    <a:pt x="5767650" y="4134205"/>
                  </a:lnTo>
                  <a:lnTo>
                    <a:pt x="5774455" y="4153548"/>
                  </a:lnTo>
                  <a:lnTo>
                    <a:pt x="5794869" y="4162340"/>
                  </a:lnTo>
                  <a:close/>
                </a:path>
                <a:path w="9550400" h="7992745">
                  <a:moveTo>
                    <a:pt x="5656611" y="3647652"/>
                  </a:moveTo>
                  <a:lnTo>
                    <a:pt x="5676503" y="3639083"/>
                  </a:lnTo>
                  <a:lnTo>
                    <a:pt x="5683134" y="3620230"/>
                  </a:lnTo>
                  <a:lnTo>
                    <a:pt x="5676503" y="3601378"/>
                  </a:lnTo>
                  <a:lnTo>
                    <a:pt x="5656611" y="3592809"/>
                  </a:lnTo>
                  <a:lnTo>
                    <a:pt x="5636719" y="3601378"/>
                  </a:lnTo>
                  <a:lnTo>
                    <a:pt x="5630089" y="3620230"/>
                  </a:lnTo>
                  <a:lnTo>
                    <a:pt x="5636719" y="3639083"/>
                  </a:lnTo>
                  <a:lnTo>
                    <a:pt x="5656611" y="3647652"/>
                  </a:lnTo>
                  <a:close/>
                </a:path>
                <a:path w="9550400" h="7992745">
                  <a:moveTo>
                    <a:pt x="6071385" y="3261635"/>
                  </a:moveTo>
                  <a:lnTo>
                    <a:pt x="6090893" y="3253234"/>
                  </a:lnTo>
                  <a:lnTo>
                    <a:pt x="6097395" y="3234752"/>
                  </a:lnTo>
                  <a:lnTo>
                    <a:pt x="6090893" y="3216270"/>
                  </a:lnTo>
                  <a:lnTo>
                    <a:pt x="6071385" y="3207868"/>
                  </a:lnTo>
                  <a:lnTo>
                    <a:pt x="6067783" y="3207868"/>
                  </a:lnTo>
                  <a:lnTo>
                    <a:pt x="6064641" y="3208567"/>
                  </a:lnTo>
                  <a:lnTo>
                    <a:pt x="6061784" y="3209604"/>
                  </a:lnTo>
                  <a:lnTo>
                    <a:pt x="6050869" y="3217716"/>
                  </a:lnTo>
                  <a:lnTo>
                    <a:pt x="6045679" y="3231120"/>
                  </a:lnTo>
                  <a:lnTo>
                    <a:pt x="6047356" y="3245491"/>
                  </a:lnTo>
                  <a:lnTo>
                    <a:pt x="6055919" y="3256954"/>
                  </a:lnTo>
                  <a:lnTo>
                    <a:pt x="6071385" y="3261635"/>
                  </a:lnTo>
                  <a:close/>
                </a:path>
                <a:path w="9550400" h="7992745">
                  <a:moveTo>
                    <a:pt x="5656611" y="3776323"/>
                  </a:moveTo>
                  <a:lnTo>
                    <a:pt x="5676637" y="3767699"/>
                  </a:lnTo>
                  <a:lnTo>
                    <a:pt x="5683312" y="3748726"/>
                  </a:lnTo>
                  <a:lnTo>
                    <a:pt x="5676637" y="3729752"/>
                  </a:lnTo>
                  <a:lnTo>
                    <a:pt x="5656611" y="3721128"/>
                  </a:lnTo>
                  <a:lnTo>
                    <a:pt x="5636594" y="3729752"/>
                  </a:lnTo>
                  <a:lnTo>
                    <a:pt x="5629922" y="3748726"/>
                  </a:lnTo>
                  <a:lnTo>
                    <a:pt x="5636594" y="3767699"/>
                  </a:lnTo>
                  <a:lnTo>
                    <a:pt x="5656611" y="3776323"/>
                  </a:lnTo>
                  <a:close/>
                </a:path>
                <a:path w="9550400" h="7992745">
                  <a:moveTo>
                    <a:pt x="6096356" y="2983883"/>
                  </a:moveTo>
                  <a:lnTo>
                    <a:pt x="6097032" y="2980580"/>
                  </a:lnTo>
                  <a:lnTo>
                    <a:pt x="6097162" y="2977170"/>
                  </a:lnTo>
                  <a:lnTo>
                    <a:pt x="6096732" y="2973821"/>
                  </a:lnTo>
                  <a:lnTo>
                    <a:pt x="6096356" y="2974082"/>
                  </a:lnTo>
                  <a:lnTo>
                    <a:pt x="6096356" y="2983883"/>
                  </a:lnTo>
                  <a:close/>
                </a:path>
                <a:path w="9550400" h="7992745">
                  <a:moveTo>
                    <a:pt x="6191754" y="2997278"/>
                  </a:moveTo>
                  <a:lnTo>
                    <a:pt x="6191754" y="2958259"/>
                  </a:lnTo>
                  <a:lnTo>
                    <a:pt x="6185999" y="2967213"/>
                  </a:lnTo>
                  <a:lnTo>
                    <a:pt x="6184081" y="2977766"/>
                  </a:lnTo>
                  <a:lnTo>
                    <a:pt x="6185999" y="2988320"/>
                  </a:lnTo>
                  <a:lnTo>
                    <a:pt x="6191754" y="2997278"/>
                  </a:lnTo>
                  <a:close/>
                </a:path>
                <a:path w="9550400" h="7992745">
                  <a:moveTo>
                    <a:pt x="6096356" y="3113069"/>
                  </a:moveTo>
                  <a:lnTo>
                    <a:pt x="6097377" y="3108599"/>
                  </a:lnTo>
                  <a:lnTo>
                    <a:pt x="6097377" y="3103914"/>
                  </a:lnTo>
                  <a:lnTo>
                    <a:pt x="6096356" y="3099451"/>
                  </a:lnTo>
                  <a:lnTo>
                    <a:pt x="6096356" y="3113069"/>
                  </a:lnTo>
                  <a:close/>
                </a:path>
                <a:path w="9550400" h="7992745">
                  <a:moveTo>
                    <a:pt x="5772748" y="2991840"/>
                  </a:moveTo>
                  <a:lnTo>
                    <a:pt x="5772748" y="2963689"/>
                  </a:lnTo>
                  <a:lnTo>
                    <a:pt x="5770108" y="2970476"/>
                  </a:lnTo>
                  <a:lnTo>
                    <a:pt x="5769228" y="2977768"/>
                  </a:lnTo>
                  <a:lnTo>
                    <a:pt x="5770108" y="2985058"/>
                  </a:lnTo>
                  <a:lnTo>
                    <a:pt x="5772748" y="2991840"/>
                  </a:lnTo>
                  <a:close/>
                </a:path>
                <a:path w="9550400" h="7992745">
                  <a:moveTo>
                    <a:pt x="5772748" y="3249499"/>
                  </a:moveTo>
                  <a:lnTo>
                    <a:pt x="5772748" y="3220012"/>
                  </a:lnTo>
                  <a:lnTo>
                    <a:pt x="5769853" y="3227104"/>
                  </a:lnTo>
                  <a:lnTo>
                    <a:pt x="5768888" y="3234761"/>
                  </a:lnTo>
                  <a:lnTo>
                    <a:pt x="5769853" y="3242416"/>
                  </a:lnTo>
                  <a:lnTo>
                    <a:pt x="5772748" y="3249499"/>
                  </a:lnTo>
                  <a:close/>
                </a:path>
                <a:path w="9550400" h="7992745">
                  <a:moveTo>
                    <a:pt x="6191754" y="2739804"/>
                  </a:moveTo>
                  <a:lnTo>
                    <a:pt x="6191754" y="2701767"/>
                  </a:lnTo>
                  <a:lnTo>
                    <a:pt x="6186249" y="2710522"/>
                  </a:lnTo>
                  <a:lnTo>
                    <a:pt x="6184415" y="2720783"/>
                  </a:lnTo>
                  <a:lnTo>
                    <a:pt x="6186249" y="2731045"/>
                  </a:lnTo>
                  <a:lnTo>
                    <a:pt x="6191754" y="2739804"/>
                  </a:lnTo>
                  <a:close/>
                </a:path>
                <a:path w="9550400" h="7992745">
                  <a:moveTo>
                    <a:pt x="6489469" y="2746624"/>
                  </a:moveTo>
                  <a:lnTo>
                    <a:pt x="6505901" y="2737626"/>
                  </a:lnTo>
                  <a:lnTo>
                    <a:pt x="6511378" y="2720782"/>
                  </a:lnTo>
                  <a:lnTo>
                    <a:pt x="6505901" y="2703937"/>
                  </a:lnTo>
                  <a:lnTo>
                    <a:pt x="6489469" y="2694939"/>
                  </a:lnTo>
                  <a:lnTo>
                    <a:pt x="6489469" y="2746624"/>
                  </a:lnTo>
                  <a:close/>
                </a:path>
                <a:path w="9550400" h="7992745">
                  <a:moveTo>
                    <a:pt x="5794869" y="3518980"/>
                  </a:moveTo>
                  <a:lnTo>
                    <a:pt x="5814627" y="3510467"/>
                  </a:lnTo>
                  <a:lnTo>
                    <a:pt x="5821213" y="3491739"/>
                  </a:lnTo>
                  <a:lnTo>
                    <a:pt x="5814627" y="3473011"/>
                  </a:lnTo>
                  <a:lnTo>
                    <a:pt x="5794869" y="3464498"/>
                  </a:lnTo>
                  <a:lnTo>
                    <a:pt x="5775111" y="3473011"/>
                  </a:lnTo>
                  <a:lnTo>
                    <a:pt x="5768525" y="3491739"/>
                  </a:lnTo>
                  <a:lnTo>
                    <a:pt x="5775111" y="3510467"/>
                  </a:lnTo>
                  <a:lnTo>
                    <a:pt x="5794869" y="3518980"/>
                  </a:lnTo>
                  <a:close/>
                </a:path>
                <a:path w="9550400" h="7992745">
                  <a:moveTo>
                    <a:pt x="5772748" y="3378287"/>
                  </a:moveTo>
                  <a:lnTo>
                    <a:pt x="5772748" y="3348193"/>
                  </a:lnTo>
                  <a:lnTo>
                    <a:pt x="5769745" y="3355419"/>
                  </a:lnTo>
                  <a:lnTo>
                    <a:pt x="5768744" y="3363242"/>
                  </a:lnTo>
                  <a:lnTo>
                    <a:pt x="5769745" y="3371065"/>
                  </a:lnTo>
                  <a:lnTo>
                    <a:pt x="5772748" y="3378287"/>
                  </a:lnTo>
                  <a:close/>
                </a:path>
                <a:path w="9550400" h="7992745">
                  <a:moveTo>
                    <a:pt x="6347901" y="3776323"/>
                  </a:moveTo>
                  <a:lnTo>
                    <a:pt x="6367927" y="3767699"/>
                  </a:lnTo>
                  <a:lnTo>
                    <a:pt x="6374602" y="3748726"/>
                  </a:lnTo>
                  <a:lnTo>
                    <a:pt x="6367927" y="3729752"/>
                  </a:lnTo>
                  <a:lnTo>
                    <a:pt x="6347901" y="3721128"/>
                  </a:lnTo>
                  <a:lnTo>
                    <a:pt x="6327880" y="3729752"/>
                  </a:lnTo>
                  <a:lnTo>
                    <a:pt x="6321206" y="3748726"/>
                  </a:lnTo>
                  <a:lnTo>
                    <a:pt x="6327880" y="3767699"/>
                  </a:lnTo>
                  <a:lnTo>
                    <a:pt x="6347901" y="3776323"/>
                  </a:lnTo>
                  <a:close/>
                </a:path>
                <a:path w="9550400" h="7992745">
                  <a:moveTo>
                    <a:pt x="5794869" y="3776323"/>
                  </a:moveTo>
                  <a:lnTo>
                    <a:pt x="5814895" y="3767699"/>
                  </a:lnTo>
                  <a:lnTo>
                    <a:pt x="5821570" y="3748726"/>
                  </a:lnTo>
                  <a:lnTo>
                    <a:pt x="5814895" y="3729752"/>
                  </a:lnTo>
                  <a:lnTo>
                    <a:pt x="5794869" y="3721128"/>
                  </a:lnTo>
                  <a:lnTo>
                    <a:pt x="5774852" y="3729752"/>
                  </a:lnTo>
                  <a:lnTo>
                    <a:pt x="5768180" y="3748726"/>
                  </a:lnTo>
                  <a:lnTo>
                    <a:pt x="5774852" y="3767699"/>
                  </a:lnTo>
                  <a:lnTo>
                    <a:pt x="5794869" y="3776323"/>
                  </a:lnTo>
                  <a:close/>
                </a:path>
                <a:path w="9550400" h="7992745">
                  <a:moveTo>
                    <a:pt x="5794869" y="3647652"/>
                  </a:moveTo>
                  <a:lnTo>
                    <a:pt x="5814761" y="3639083"/>
                  </a:lnTo>
                  <a:lnTo>
                    <a:pt x="5821392" y="3620230"/>
                  </a:lnTo>
                  <a:lnTo>
                    <a:pt x="5814761" y="3601378"/>
                  </a:lnTo>
                  <a:lnTo>
                    <a:pt x="5794869" y="3592809"/>
                  </a:lnTo>
                  <a:lnTo>
                    <a:pt x="5774977" y="3601378"/>
                  </a:lnTo>
                  <a:lnTo>
                    <a:pt x="5768347" y="3620230"/>
                  </a:lnTo>
                  <a:lnTo>
                    <a:pt x="5774977" y="3639083"/>
                  </a:lnTo>
                  <a:lnTo>
                    <a:pt x="5794869" y="3647652"/>
                  </a:lnTo>
                  <a:close/>
                </a:path>
                <a:path w="9550400" h="7992745">
                  <a:moveTo>
                    <a:pt x="6486159" y="3390300"/>
                  </a:moveTo>
                  <a:lnTo>
                    <a:pt x="6505796" y="3381844"/>
                  </a:lnTo>
                  <a:lnTo>
                    <a:pt x="6512342" y="3363240"/>
                  </a:lnTo>
                  <a:lnTo>
                    <a:pt x="6505796" y="3344636"/>
                  </a:lnTo>
                  <a:lnTo>
                    <a:pt x="6486159" y="3336179"/>
                  </a:lnTo>
                  <a:lnTo>
                    <a:pt x="6466531" y="3344637"/>
                  </a:lnTo>
                  <a:lnTo>
                    <a:pt x="6459988" y="3363242"/>
                  </a:lnTo>
                  <a:lnTo>
                    <a:pt x="6466531" y="3381847"/>
                  </a:lnTo>
                  <a:lnTo>
                    <a:pt x="6486159" y="3390300"/>
                  </a:lnTo>
                  <a:close/>
                </a:path>
                <a:path w="9550400" h="7992745">
                  <a:moveTo>
                    <a:pt x="5794869" y="4033668"/>
                  </a:moveTo>
                  <a:lnTo>
                    <a:pt x="5815149" y="4024932"/>
                  </a:lnTo>
                  <a:lnTo>
                    <a:pt x="5821907" y="4005713"/>
                  </a:lnTo>
                  <a:lnTo>
                    <a:pt x="5815147" y="3986494"/>
                  </a:lnTo>
                  <a:lnTo>
                    <a:pt x="5794869" y="3977758"/>
                  </a:lnTo>
                  <a:lnTo>
                    <a:pt x="5774593" y="3986494"/>
                  </a:lnTo>
                  <a:lnTo>
                    <a:pt x="5767834" y="4005713"/>
                  </a:lnTo>
                  <a:lnTo>
                    <a:pt x="5774593" y="4024932"/>
                  </a:lnTo>
                  <a:lnTo>
                    <a:pt x="5794869" y="4033668"/>
                  </a:lnTo>
                  <a:close/>
                </a:path>
                <a:path w="9550400" h="7992745">
                  <a:moveTo>
                    <a:pt x="6347901" y="3647652"/>
                  </a:moveTo>
                  <a:lnTo>
                    <a:pt x="6367793" y="3639083"/>
                  </a:lnTo>
                  <a:lnTo>
                    <a:pt x="6374424" y="3620230"/>
                  </a:lnTo>
                  <a:lnTo>
                    <a:pt x="6367793" y="3601378"/>
                  </a:lnTo>
                  <a:lnTo>
                    <a:pt x="6347901" y="3592809"/>
                  </a:lnTo>
                  <a:lnTo>
                    <a:pt x="6328009" y="3601378"/>
                  </a:lnTo>
                  <a:lnTo>
                    <a:pt x="6321379" y="3620230"/>
                  </a:lnTo>
                  <a:lnTo>
                    <a:pt x="6328009" y="3639083"/>
                  </a:lnTo>
                  <a:lnTo>
                    <a:pt x="6347901" y="3647652"/>
                  </a:lnTo>
                  <a:close/>
                </a:path>
                <a:path w="9550400" h="7992745">
                  <a:moveTo>
                    <a:pt x="6347901" y="3518980"/>
                  </a:moveTo>
                  <a:lnTo>
                    <a:pt x="6367659" y="3510467"/>
                  </a:lnTo>
                  <a:lnTo>
                    <a:pt x="6374245" y="3491739"/>
                  </a:lnTo>
                  <a:lnTo>
                    <a:pt x="6367659" y="3473011"/>
                  </a:lnTo>
                  <a:lnTo>
                    <a:pt x="6347901" y="3464498"/>
                  </a:lnTo>
                  <a:lnTo>
                    <a:pt x="6328143" y="3473011"/>
                  </a:lnTo>
                  <a:lnTo>
                    <a:pt x="6321557" y="3491739"/>
                  </a:lnTo>
                  <a:lnTo>
                    <a:pt x="6328143" y="3510467"/>
                  </a:lnTo>
                  <a:lnTo>
                    <a:pt x="6347901" y="3518980"/>
                  </a:lnTo>
                  <a:close/>
                </a:path>
                <a:path w="9550400" h="7992745">
                  <a:moveTo>
                    <a:pt x="6347901" y="3390300"/>
                  </a:moveTo>
                  <a:lnTo>
                    <a:pt x="6367538" y="3381844"/>
                  </a:lnTo>
                  <a:lnTo>
                    <a:pt x="6374084" y="3363240"/>
                  </a:lnTo>
                  <a:lnTo>
                    <a:pt x="6367538" y="3344636"/>
                  </a:lnTo>
                  <a:lnTo>
                    <a:pt x="6347901" y="3336179"/>
                  </a:lnTo>
                  <a:lnTo>
                    <a:pt x="6328273" y="3344637"/>
                  </a:lnTo>
                  <a:lnTo>
                    <a:pt x="6321730" y="3363242"/>
                  </a:lnTo>
                  <a:lnTo>
                    <a:pt x="6328273" y="3381847"/>
                  </a:lnTo>
                  <a:lnTo>
                    <a:pt x="6347901" y="3390300"/>
                  </a:lnTo>
                  <a:close/>
                </a:path>
                <a:path w="9550400" h="7992745">
                  <a:moveTo>
                    <a:pt x="6347901" y="3261635"/>
                  </a:moveTo>
                  <a:lnTo>
                    <a:pt x="6367409" y="3253234"/>
                  </a:lnTo>
                  <a:lnTo>
                    <a:pt x="6373911" y="3234752"/>
                  </a:lnTo>
                  <a:lnTo>
                    <a:pt x="6367409" y="3216270"/>
                  </a:lnTo>
                  <a:lnTo>
                    <a:pt x="6347901" y="3207868"/>
                  </a:lnTo>
                  <a:lnTo>
                    <a:pt x="6328397" y="3216270"/>
                  </a:lnTo>
                  <a:lnTo>
                    <a:pt x="6321894" y="3234752"/>
                  </a:lnTo>
                  <a:lnTo>
                    <a:pt x="6328395" y="3253234"/>
                  </a:lnTo>
                  <a:lnTo>
                    <a:pt x="6347901" y="3261635"/>
                  </a:lnTo>
                  <a:close/>
                </a:path>
                <a:path w="9550400" h="7992745">
                  <a:moveTo>
                    <a:pt x="6486159" y="3518980"/>
                  </a:moveTo>
                  <a:lnTo>
                    <a:pt x="6505920" y="3510467"/>
                  </a:lnTo>
                  <a:lnTo>
                    <a:pt x="6512506" y="3491739"/>
                  </a:lnTo>
                  <a:lnTo>
                    <a:pt x="6505918" y="3473011"/>
                  </a:lnTo>
                  <a:lnTo>
                    <a:pt x="6486159" y="3464498"/>
                  </a:lnTo>
                  <a:lnTo>
                    <a:pt x="6466401" y="3473011"/>
                  </a:lnTo>
                  <a:lnTo>
                    <a:pt x="6459815" y="3491739"/>
                  </a:lnTo>
                  <a:lnTo>
                    <a:pt x="6466401" y="3510467"/>
                  </a:lnTo>
                  <a:lnTo>
                    <a:pt x="6486159" y="3518980"/>
                  </a:lnTo>
                  <a:close/>
                </a:path>
                <a:path w="9550400" h="7992745">
                  <a:moveTo>
                    <a:pt x="6347901" y="3132971"/>
                  </a:moveTo>
                  <a:lnTo>
                    <a:pt x="6367270" y="3124624"/>
                  </a:lnTo>
                  <a:lnTo>
                    <a:pt x="6373726" y="3106260"/>
                  </a:lnTo>
                  <a:lnTo>
                    <a:pt x="6367270" y="3087897"/>
                  </a:lnTo>
                  <a:lnTo>
                    <a:pt x="6347901" y="3079550"/>
                  </a:lnTo>
                  <a:lnTo>
                    <a:pt x="6328528" y="3087897"/>
                  </a:lnTo>
                  <a:lnTo>
                    <a:pt x="6322070" y="3106260"/>
                  </a:lnTo>
                  <a:lnTo>
                    <a:pt x="6328528" y="3124624"/>
                  </a:lnTo>
                  <a:lnTo>
                    <a:pt x="6347901" y="3132971"/>
                  </a:lnTo>
                  <a:close/>
                </a:path>
                <a:path w="9550400" h="7992745">
                  <a:moveTo>
                    <a:pt x="6486159" y="3261635"/>
                  </a:moveTo>
                  <a:lnTo>
                    <a:pt x="6505666" y="3253234"/>
                  </a:lnTo>
                  <a:lnTo>
                    <a:pt x="6512169" y="3234752"/>
                  </a:lnTo>
                  <a:lnTo>
                    <a:pt x="6505666" y="3216270"/>
                  </a:lnTo>
                  <a:lnTo>
                    <a:pt x="6486159" y="3207868"/>
                  </a:lnTo>
                  <a:lnTo>
                    <a:pt x="6466655" y="3216270"/>
                  </a:lnTo>
                  <a:lnTo>
                    <a:pt x="6460152" y="3234752"/>
                  </a:lnTo>
                  <a:lnTo>
                    <a:pt x="6466653" y="3253234"/>
                  </a:lnTo>
                  <a:lnTo>
                    <a:pt x="6486159" y="3261635"/>
                  </a:lnTo>
                  <a:close/>
                </a:path>
                <a:path w="9550400" h="7992745">
                  <a:moveTo>
                    <a:pt x="6486159" y="3132971"/>
                  </a:moveTo>
                  <a:lnTo>
                    <a:pt x="6505528" y="3124624"/>
                  </a:lnTo>
                  <a:lnTo>
                    <a:pt x="6511984" y="3106260"/>
                  </a:lnTo>
                  <a:lnTo>
                    <a:pt x="6505528" y="3087897"/>
                  </a:lnTo>
                  <a:lnTo>
                    <a:pt x="6486159" y="3079550"/>
                  </a:lnTo>
                  <a:lnTo>
                    <a:pt x="6466786" y="3087897"/>
                  </a:lnTo>
                  <a:lnTo>
                    <a:pt x="6460328" y="3106260"/>
                  </a:lnTo>
                  <a:lnTo>
                    <a:pt x="6466786" y="3124624"/>
                  </a:lnTo>
                  <a:lnTo>
                    <a:pt x="6486159" y="3132971"/>
                  </a:lnTo>
                  <a:close/>
                </a:path>
                <a:path w="9550400" h="7992745">
                  <a:moveTo>
                    <a:pt x="6489469" y="2875297"/>
                  </a:moveTo>
                  <a:lnTo>
                    <a:pt x="6506026" y="2866246"/>
                  </a:lnTo>
                  <a:lnTo>
                    <a:pt x="6511544" y="2849279"/>
                  </a:lnTo>
                  <a:lnTo>
                    <a:pt x="6506026" y="2832309"/>
                  </a:lnTo>
                  <a:lnTo>
                    <a:pt x="6489469" y="2823250"/>
                  </a:lnTo>
                  <a:lnTo>
                    <a:pt x="6489469" y="2875297"/>
                  </a:lnTo>
                  <a:close/>
                </a:path>
                <a:path w="9550400" h="7992745">
                  <a:moveTo>
                    <a:pt x="6486159" y="3004299"/>
                  </a:moveTo>
                  <a:lnTo>
                    <a:pt x="6505407" y="2996008"/>
                  </a:lnTo>
                  <a:lnTo>
                    <a:pt x="6511823" y="2977769"/>
                  </a:lnTo>
                  <a:lnTo>
                    <a:pt x="6505407" y="2959529"/>
                  </a:lnTo>
                  <a:lnTo>
                    <a:pt x="6486159" y="2951239"/>
                  </a:lnTo>
                  <a:lnTo>
                    <a:pt x="6466920" y="2959529"/>
                  </a:lnTo>
                  <a:lnTo>
                    <a:pt x="6460506" y="2977769"/>
                  </a:lnTo>
                  <a:lnTo>
                    <a:pt x="6466920" y="2996008"/>
                  </a:lnTo>
                  <a:lnTo>
                    <a:pt x="6486159" y="3004299"/>
                  </a:lnTo>
                  <a:close/>
                </a:path>
                <a:path w="9550400" h="7992745">
                  <a:moveTo>
                    <a:pt x="6486159" y="3647652"/>
                  </a:moveTo>
                  <a:lnTo>
                    <a:pt x="6506051" y="3639083"/>
                  </a:lnTo>
                  <a:lnTo>
                    <a:pt x="6512682" y="3620230"/>
                  </a:lnTo>
                  <a:lnTo>
                    <a:pt x="6506051" y="3601378"/>
                  </a:lnTo>
                  <a:lnTo>
                    <a:pt x="6486159" y="3592809"/>
                  </a:lnTo>
                  <a:lnTo>
                    <a:pt x="6466267" y="3601378"/>
                  </a:lnTo>
                  <a:lnTo>
                    <a:pt x="6459637" y="3620230"/>
                  </a:lnTo>
                  <a:lnTo>
                    <a:pt x="6466267" y="3639083"/>
                  </a:lnTo>
                  <a:lnTo>
                    <a:pt x="6486159" y="3647652"/>
                  </a:lnTo>
                  <a:close/>
                </a:path>
                <a:path w="9550400" h="7992745">
                  <a:moveTo>
                    <a:pt x="6071385" y="3390300"/>
                  </a:moveTo>
                  <a:lnTo>
                    <a:pt x="6091022" y="3381844"/>
                  </a:lnTo>
                  <a:lnTo>
                    <a:pt x="6097568" y="3363240"/>
                  </a:lnTo>
                  <a:lnTo>
                    <a:pt x="6091022" y="3344636"/>
                  </a:lnTo>
                  <a:lnTo>
                    <a:pt x="6071385" y="3336179"/>
                  </a:lnTo>
                  <a:lnTo>
                    <a:pt x="6051753" y="3344637"/>
                  </a:lnTo>
                  <a:lnTo>
                    <a:pt x="6045208" y="3363242"/>
                  </a:lnTo>
                  <a:lnTo>
                    <a:pt x="6051753" y="3381847"/>
                  </a:lnTo>
                  <a:lnTo>
                    <a:pt x="6071385" y="3390300"/>
                  </a:lnTo>
                  <a:close/>
                </a:path>
                <a:path w="9550400" h="7992745">
                  <a:moveTo>
                    <a:pt x="8259801" y="2213655"/>
                  </a:moveTo>
                  <a:lnTo>
                    <a:pt x="8292115" y="2182831"/>
                  </a:lnTo>
                  <a:lnTo>
                    <a:pt x="8289519" y="2181956"/>
                  </a:lnTo>
                  <a:lnTo>
                    <a:pt x="8286723" y="2181349"/>
                  </a:lnTo>
                  <a:lnTo>
                    <a:pt x="8283512" y="2181349"/>
                  </a:lnTo>
                  <a:lnTo>
                    <a:pt x="8271126" y="2184351"/>
                  </a:lnTo>
                  <a:lnTo>
                    <a:pt x="8263059" y="2192047"/>
                  </a:lnTo>
                  <a:lnTo>
                    <a:pt x="8259290" y="2202470"/>
                  </a:lnTo>
                  <a:lnTo>
                    <a:pt x="8259801" y="2213655"/>
                  </a:lnTo>
                  <a:close/>
                </a:path>
                <a:path w="9550400" h="7992745">
                  <a:moveTo>
                    <a:pt x="8397675" y="2082733"/>
                  </a:moveTo>
                  <a:lnTo>
                    <a:pt x="8428276" y="2053852"/>
                  </a:lnTo>
                  <a:lnTo>
                    <a:pt x="8426264" y="2053368"/>
                  </a:lnTo>
                  <a:lnTo>
                    <a:pt x="8424128" y="2053038"/>
                  </a:lnTo>
                  <a:lnTo>
                    <a:pt x="8421770" y="2053038"/>
                  </a:lnTo>
                  <a:lnTo>
                    <a:pt x="8410023" y="2055720"/>
                  </a:lnTo>
                  <a:lnTo>
                    <a:pt x="8402096" y="2062663"/>
                  </a:lnTo>
                  <a:lnTo>
                    <a:pt x="8397981" y="2072218"/>
                  </a:lnTo>
                  <a:lnTo>
                    <a:pt x="8397675" y="2082733"/>
                  </a:lnTo>
                  <a:close/>
                </a:path>
                <a:path w="9550400" h="7992745">
                  <a:moveTo>
                    <a:pt x="5788594" y="2360939"/>
                  </a:moveTo>
                  <a:lnTo>
                    <a:pt x="5794869" y="2360939"/>
                  </a:lnTo>
                  <a:lnTo>
                    <a:pt x="5808335" y="2357335"/>
                  </a:lnTo>
                  <a:lnTo>
                    <a:pt x="5816564" y="2348271"/>
                  </a:lnTo>
                  <a:lnTo>
                    <a:pt x="5819574" y="2336363"/>
                  </a:lnTo>
                  <a:lnTo>
                    <a:pt x="5817382" y="2324231"/>
                  </a:lnTo>
                  <a:lnTo>
                    <a:pt x="5779630" y="2356076"/>
                  </a:lnTo>
                  <a:lnTo>
                    <a:pt x="5783509" y="2359072"/>
                  </a:lnTo>
                  <a:lnTo>
                    <a:pt x="5788594" y="2360939"/>
                  </a:lnTo>
                  <a:close/>
                </a:path>
                <a:path w="9550400" h="7992745">
                  <a:moveTo>
                    <a:pt x="8674375" y="1823699"/>
                  </a:moveTo>
                  <a:lnTo>
                    <a:pt x="8703302" y="1796907"/>
                  </a:lnTo>
                  <a:lnTo>
                    <a:pt x="8701720" y="1796623"/>
                  </a:lnTo>
                  <a:lnTo>
                    <a:pt x="8700068" y="1796416"/>
                  </a:lnTo>
                  <a:lnTo>
                    <a:pt x="8698286" y="1796416"/>
                  </a:lnTo>
                  <a:lnTo>
                    <a:pt x="8687187" y="1798823"/>
                  </a:lnTo>
                  <a:lnTo>
                    <a:pt x="8679513" y="1805109"/>
                  </a:lnTo>
                  <a:lnTo>
                    <a:pt x="8675248" y="1813869"/>
                  </a:lnTo>
                  <a:lnTo>
                    <a:pt x="8674375" y="1823699"/>
                  </a:lnTo>
                  <a:close/>
                </a:path>
                <a:path w="9550400" h="7992745">
                  <a:moveTo>
                    <a:pt x="7868738" y="2618275"/>
                  </a:moveTo>
                  <a:lnTo>
                    <a:pt x="7873347" y="2618275"/>
                  </a:lnTo>
                  <a:lnTo>
                    <a:pt x="7877249" y="2617230"/>
                  </a:lnTo>
                  <a:lnTo>
                    <a:pt x="7880598" y="2615533"/>
                  </a:lnTo>
                  <a:lnTo>
                    <a:pt x="7891513" y="2603604"/>
                  </a:lnTo>
                  <a:lnTo>
                    <a:pt x="7893780" y="2591288"/>
                  </a:lnTo>
                  <a:lnTo>
                    <a:pt x="7890754" y="2579184"/>
                  </a:lnTo>
                  <a:lnTo>
                    <a:pt x="7882414" y="2569964"/>
                  </a:lnTo>
                  <a:lnTo>
                    <a:pt x="7868738" y="2566298"/>
                  </a:lnTo>
                  <a:lnTo>
                    <a:pt x="7849888" y="2574420"/>
                  </a:lnTo>
                  <a:lnTo>
                    <a:pt x="7843604" y="2592289"/>
                  </a:lnTo>
                  <a:lnTo>
                    <a:pt x="7849888" y="2610157"/>
                  </a:lnTo>
                  <a:lnTo>
                    <a:pt x="7868738" y="2618275"/>
                  </a:lnTo>
                  <a:close/>
                </a:path>
                <a:path w="9550400" h="7992745">
                  <a:moveTo>
                    <a:pt x="8123771" y="2348641"/>
                  </a:moveTo>
                  <a:lnTo>
                    <a:pt x="8142539" y="2328505"/>
                  </a:lnTo>
                  <a:lnTo>
                    <a:pt x="8150543" y="2320051"/>
                  </a:lnTo>
                  <a:lnTo>
                    <a:pt x="8157575" y="2312740"/>
                  </a:lnTo>
                  <a:lnTo>
                    <a:pt x="8154149" y="2310859"/>
                  </a:lnTo>
                  <a:lnTo>
                    <a:pt x="8150101" y="2309660"/>
                  </a:lnTo>
                  <a:lnTo>
                    <a:pt x="8145254" y="2309660"/>
                  </a:lnTo>
                  <a:lnTo>
                    <a:pt x="8131243" y="2313617"/>
                  </a:lnTo>
                  <a:lnTo>
                    <a:pt x="8122997" y="2323459"/>
                  </a:lnTo>
                  <a:lnTo>
                    <a:pt x="8120508" y="2336147"/>
                  </a:lnTo>
                  <a:lnTo>
                    <a:pt x="8123771" y="2348641"/>
                  </a:lnTo>
                  <a:close/>
                </a:path>
                <a:path w="9550400" h="7992745">
                  <a:moveTo>
                    <a:pt x="7997042" y="2487706"/>
                  </a:moveTo>
                  <a:lnTo>
                    <a:pt x="8029394" y="2452058"/>
                  </a:lnTo>
                  <a:lnTo>
                    <a:pt x="8025981" y="2446494"/>
                  </a:lnTo>
                  <a:lnTo>
                    <a:pt x="8021122" y="2442025"/>
                  </a:lnTo>
                  <a:lnTo>
                    <a:pt x="8014799" y="2439051"/>
                  </a:lnTo>
                  <a:lnTo>
                    <a:pt x="8006996" y="2437971"/>
                  </a:lnTo>
                  <a:lnTo>
                    <a:pt x="7989771" y="2444450"/>
                  </a:lnTo>
                  <a:lnTo>
                    <a:pt x="7982378" y="2459393"/>
                  </a:lnTo>
                  <a:lnTo>
                    <a:pt x="7984805" y="2476059"/>
                  </a:lnTo>
                  <a:lnTo>
                    <a:pt x="7997042" y="2487706"/>
                  </a:lnTo>
                  <a:close/>
                </a:path>
                <a:path w="9550400" h="7992745">
                  <a:moveTo>
                    <a:pt x="8812879" y="1696033"/>
                  </a:moveTo>
                  <a:lnTo>
                    <a:pt x="8842666" y="1668804"/>
                  </a:lnTo>
                  <a:lnTo>
                    <a:pt x="8840761" y="1668366"/>
                  </a:lnTo>
                  <a:lnTo>
                    <a:pt x="8838749" y="1668082"/>
                  </a:lnTo>
                  <a:lnTo>
                    <a:pt x="8836544" y="1668082"/>
                  </a:lnTo>
                  <a:lnTo>
                    <a:pt x="8825321" y="1670573"/>
                  </a:lnTo>
                  <a:lnTo>
                    <a:pt x="8817646" y="1677054"/>
                  </a:lnTo>
                  <a:lnTo>
                    <a:pt x="8813504" y="1686037"/>
                  </a:lnTo>
                  <a:lnTo>
                    <a:pt x="8812879" y="1696033"/>
                  </a:lnTo>
                  <a:close/>
                </a:path>
                <a:path w="9550400" h="7992745">
                  <a:moveTo>
                    <a:pt x="9238076" y="1327691"/>
                  </a:moveTo>
                  <a:lnTo>
                    <a:pt x="9246402" y="1322053"/>
                  </a:lnTo>
                  <a:lnTo>
                    <a:pt x="9253161" y="1317997"/>
                  </a:lnTo>
                  <a:lnTo>
                    <a:pt x="9258085" y="1315816"/>
                  </a:lnTo>
                  <a:lnTo>
                    <a:pt x="9274461" y="1303949"/>
                  </a:lnTo>
                  <a:lnTo>
                    <a:pt x="9272270" y="1296117"/>
                  </a:lnTo>
                  <a:lnTo>
                    <a:pt x="9267691" y="1289476"/>
                  </a:lnTo>
                  <a:lnTo>
                    <a:pt x="9260712" y="1284871"/>
                  </a:lnTo>
                  <a:lnTo>
                    <a:pt x="9251318" y="1283148"/>
                  </a:lnTo>
                  <a:lnTo>
                    <a:pt x="9235954" y="1288506"/>
                  </a:lnTo>
                  <a:lnTo>
                    <a:pt x="9228633" y="1301148"/>
                  </a:lnTo>
                  <a:lnTo>
                    <a:pt x="9229345" y="1315925"/>
                  </a:lnTo>
                  <a:lnTo>
                    <a:pt x="9238076" y="1327691"/>
                  </a:lnTo>
                  <a:close/>
                </a:path>
                <a:path w="9550400" h="7992745">
                  <a:moveTo>
                    <a:pt x="8951698" y="1570018"/>
                  </a:moveTo>
                  <a:lnTo>
                    <a:pt x="8983666" y="1541384"/>
                  </a:lnTo>
                  <a:lnTo>
                    <a:pt x="8981039" y="1540416"/>
                  </a:lnTo>
                  <a:lnTo>
                    <a:pt x="8978136" y="1539771"/>
                  </a:lnTo>
                  <a:lnTo>
                    <a:pt x="8974802" y="1539771"/>
                  </a:lnTo>
                  <a:lnTo>
                    <a:pt x="8963068" y="1542549"/>
                  </a:lnTo>
                  <a:lnTo>
                    <a:pt x="8955315" y="1549701"/>
                  </a:lnTo>
                  <a:lnTo>
                    <a:pt x="8951528" y="1559450"/>
                  </a:lnTo>
                  <a:lnTo>
                    <a:pt x="8951698" y="1570018"/>
                  </a:lnTo>
                  <a:close/>
                </a:path>
                <a:path w="9550400" h="7992745">
                  <a:moveTo>
                    <a:pt x="9091638" y="1446339"/>
                  </a:moveTo>
                  <a:lnTo>
                    <a:pt x="9127232" y="1415838"/>
                  </a:lnTo>
                  <a:lnTo>
                    <a:pt x="9123568" y="1413134"/>
                  </a:lnTo>
                  <a:lnTo>
                    <a:pt x="9118859" y="1411460"/>
                  </a:lnTo>
                  <a:lnTo>
                    <a:pt x="9113060" y="1411460"/>
                  </a:lnTo>
                  <a:lnTo>
                    <a:pt x="9100262" y="1414883"/>
                  </a:lnTo>
                  <a:lnTo>
                    <a:pt x="9092435" y="1423496"/>
                  </a:lnTo>
                  <a:lnTo>
                    <a:pt x="9089565" y="1434810"/>
                  </a:lnTo>
                  <a:lnTo>
                    <a:pt x="9091638" y="1446339"/>
                  </a:lnTo>
                  <a:close/>
                </a:path>
                <a:path w="9550400" h="7992745">
                  <a:moveTo>
                    <a:pt x="5518353" y="4291012"/>
                  </a:moveTo>
                  <a:lnTo>
                    <a:pt x="5538893" y="4282165"/>
                  </a:lnTo>
                  <a:lnTo>
                    <a:pt x="5545740" y="4262703"/>
                  </a:lnTo>
                  <a:lnTo>
                    <a:pt x="5538893" y="4243242"/>
                  </a:lnTo>
                  <a:lnTo>
                    <a:pt x="5518353" y="4234395"/>
                  </a:lnTo>
                  <a:lnTo>
                    <a:pt x="5497809" y="4243242"/>
                  </a:lnTo>
                  <a:lnTo>
                    <a:pt x="5490961" y="4262703"/>
                  </a:lnTo>
                  <a:lnTo>
                    <a:pt x="5497809" y="4282165"/>
                  </a:lnTo>
                  <a:lnTo>
                    <a:pt x="5518353" y="4291012"/>
                  </a:lnTo>
                  <a:close/>
                </a:path>
                <a:path w="9550400" h="7992745">
                  <a:moveTo>
                    <a:pt x="5639291" y="4285190"/>
                  </a:moveTo>
                  <a:lnTo>
                    <a:pt x="5647668" y="4281252"/>
                  </a:lnTo>
                  <a:lnTo>
                    <a:pt x="5657958" y="4275796"/>
                  </a:lnTo>
                  <a:lnTo>
                    <a:pt x="5670050" y="4268905"/>
                  </a:lnTo>
                  <a:lnTo>
                    <a:pt x="5683833" y="4260664"/>
                  </a:lnTo>
                  <a:lnTo>
                    <a:pt x="5681666" y="4250889"/>
                  </a:lnTo>
                  <a:lnTo>
                    <a:pt x="5676421" y="4242489"/>
                  </a:lnTo>
                  <a:lnTo>
                    <a:pt x="5668076" y="4236610"/>
                  </a:lnTo>
                  <a:lnTo>
                    <a:pt x="5656611" y="4234395"/>
                  </a:lnTo>
                  <a:lnTo>
                    <a:pt x="5639055" y="4240305"/>
                  </a:lnTo>
                  <a:lnTo>
                    <a:pt x="5630323" y="4254386"/>
                  </a:lnTo>
                  <a:lnTo>
                    <a:pt x="5630405" y="4271171"/>
                  </a:lnTo>
                  <a:lnTo>
                    <a:pt x="5639291" y="4285190"/>
                  </a:lnTo>
                  <a:close/>
                </a:path>
                <a:path w="9550400" h="7992745">
                  <a:moveTo>
                    <a:pt x="5509075" y="3647652"/>
                  </a:moveTo>
                  <a:lnTo>
                    <a:pt x="5518353" y="3647652"/>
                  </a:lnTo>
                  <a:lnTo>
                    <a:pt x="5533679" y="3643195"/>
                  </a:lnTo>
                  <a:lnTo>
                    <a:pt x="5542472" y="3632180"/>
                  </a:lnTo>
                  <a:lnTo>
                    <a:pt x="5544746" y="3618144"/>
                  </a:lnTo>
                  <a:lnTo>
                    <a:pt x="5540513" y="3604623"/>
                  </a:lnTo>
                  <a:lnTo>
                    <a:pt x="5497884" y="3638250"/>
                  </a:lnTo>
                  <a:lnTo>
                    <a:pt x="5502292" y="3643827"/>
                  </a:lnTo>
                  <a:lnTo>
                    <a:pt x="5509075" y="3647652"/>
                  </a:lnTo>
                  <a:close/>
                </a:path>
                <a:path w="9550400" h="7992745">
                  <a:moveTo>
                    <a:pt x="6045753" y="4014842"/>
                  </a:moveTo>
                  <a:lnTo>
                    <a:pt x="6089397" y="3984356"/>
                  </a:lnTo>
                  <a:lnTo>
                    <a:pt x="6084988" y="3980385"/>
                  </a:lnTo>
                  <a:lnTo>
                    <a:pt x="6079043" y="3977758"/>
                  </a:lnTo>
                  <a:lnTo>
                    <a:pt x="6071385" y="3977758"/>
                  </a:lnTo>
                  <a:lnTo>
                    <a:pt x="6057403" y="3981268"/>
                  </a:lnTo>
                  <a:lnTo>
                    <a:pt x="6048479" y="3990208"/>
                  </a:lnTo>
                  <a:lnTo>
                    <a:pt x="6044601" y="4002194"/>
                  </a:lnTo>
                  <a:lnTo>
                    <a:pt x="6045753" y="4014842"/>
                  </a:lnTo>
                  <a:close/>
                </a:path>
                <a:path w="9550400" h="7992745">
                  <a:moveTo>
                    <a:pt x="5353074" y="4136670"/>
                  </a:moveTo>
                  <a:lnTo>
                    <a:pt x="5370110" y="4123620"/>
                  </a:lnTo>
                  <a:lnTo>
                    <a:pt x="5375782" y="4119438"/>
                  </a:lnTo>
                  <a:lnTo>
                    <a:pt x="5381093" y="4115591"/>
                  </a:lnTo>
                  <a:lnTo>
                    <a:pt x="5385907" y="4111820"/>
                  </a:lnTo>
                  <a:lnTo>
                    <a:pt x="5390089" y="4107867"/>
                  </a:lnTo>
                  <a:lnTo>
                    <a:pt x="5387108" y="4106791"/>
                  </a:lnTo>
                  <a:lnTo>
                    <a:pt x="5383836" y="4106069"/>
                  </a:lnTo>
                  <a:lnTo>
                    <a:pt x="5380095" y="4106069"/>
                  </a:lnTo>
                  <a:lnTo>
                    <a:pt x="5367611" y="4108765"/>
                  </a:lnTo>
                  <a:lnTo>
                    <a:pt x="5358960" y="4115808"/>
                  </a:lnTo>
                  <a:lnTo>
                    <a:pt x="5354121" y="4125631"/>
                  </a:lnTo>
                  <a:lnTo>
                    <a:pt x="5353074" y="4136670"/>
                  </a:lnTo>
                  <a:close/>
                </a:path>
                <a:path w="9550400" h="7992745">
                  <a:moveTo>
                    <a:pt x="7453965" y="3004299"/>
                  </a:moveTo>
                  <a:lnTo>
                    <a:pt x="7473208" y="2996008"/>
                  </a:lnTo>
                  <a:lnTo>
                    <a:pt x="7479623" y="2977769"/>
                  </a:lnTo>
                  <a:lnTo>
                    <a:pt x="7473208" y="2959529"/>
                  </a:lnTo>
                  <a:lnTo>
                    <a:pt x="7453965" y="2951239"/>
                  </a:lnTo>
                  <a:lnTo>
                    <a:pt x="7434725" y="2959529"/>
                  </a:lnTo>
                  <a:lnTo>
                    <a:pt x="7428312" y="2977769"/>
                  </a:lnTo>
                  <a:lnTo>
                    <a:pt x="7434725" y="2996008"/>
                  </a:lnTo>
                  <a:lnTo>
                    <a:pt x="7453965" y="3004299"/>
                  </a:lnTo>
                  <a:close/>
                </a:path>
                <a:path w="9550400" h="7992745">
                  <a:moveTo>
                    <a:pt x="7169560" y="3260453"/>
                  </a:moveTo>
                  <a:lnTo>
                    <a:pt x="7203241" y="3237294"/>
                  </a:lnTo>
                  <a:lnTo>
                    <a:pt x="7202298" y="3226695"/>
                  </a:lnTo>
                  <a:lnTo>
                    <a:pt x="7197696" y="3217247"/>
                  </a:lnTo>
                  <a:lnTo>
                    <a:pt x="7189418" y="3210466"/>
                  </a:lnTo>
                  <a:lnTo>
                    <a:pt x="7177449" y="3207868"/>
                  </a:lnTo>
                  <a:lnTo>
                    <a:pt x="7159095" y="3215023"/>
                  </a:lnTo>
                  <a:lnTo>
                    <a:pt x="7151674" y="3231329"/>
                  </a:lnTo>
                  <a:lnTo>
                    <a:pt x="7155169" y="3249051"/>
                  </a:lnTo>
                  <a:lnTo>
                    <a:pt x="7169560" y="3260453"/>
                  </a:lnTo>
                  <a:close/>
                </a:path>
                <a:path w="9550400" h="7992745">
                  <a:moveTo>
                    <a:pt x="7315707" y="3132971"/>
                  </a:moveTo>
                  <a:lnTo>
                    <a:pt x="7335079" y="3124624"/>
                  </a:lnTo>
                  <a:lnTo>
                    <a:pt x="7341535" y="3106260"/>
                  </a:lnTo>
                  <a:lnTo>
                    <a:pt x="7335077" y="3087897"/>
                  </a:lnTo>
                  <a:lnTo>
                    <a:pt x="7315707" y="3079550"/>
                  </a:lnTo>
                  <a:lnTo>
                    <a:pt x="7296337" y="3087897"/>
                  </a:lnTo>
                  <a:lnTo>
                    <a:pt x="7289881" y="3106260"/>
                  </a:lnTo>
                  <a:lnTo>
                    <a:pt x="7296337" y="3124624"/>
                  </a:lnTo>
                  <a:lnTo>
                    <a:pt x="7315707" y="3132971"/>
                  </a:lnTo>
                  <a:close/>
                </a:path>
                <a:path w="9550400" h="7992745">
                  <a:moveTo>
                    <a:pt x="6606812" y="3641230"/>
                  </a:moveTo>
                  <a:lnTo>
                    <a:pt x="6650018" y="3613103"/>
                  </a:lnTo>
                  <a:lnTo>
                    <a:pt x="6646987" y="3605311"/>
                  </a:lnTo>
                  <a:lnTo>
                    <a:pt x="6641719" y="3598849"/>
                  </a:lnTo>
                  <a:lnTo>
                    <a:pt x="6634201" y="3594440"/>
                  </a:lnTo>
                  <a:lnTo>
                    <a:pt x="6624417" y="3592809"/>
                  </a:lnTo>
                  <a:lnTo>
                    <a:pt x="6607644" y="3598345"/>
                  </a:lnTo>
                  <a:lnTo>
                    <a:pt x="6599133" y="3611608"/>
                  </a:lnTo>
                  <a:lnTo>
                    <a:pt x="6598863" y="3627576"/>
                  </a:lnTo>
                  <a:lnTo>
                    <a:pt x="6606812" y="3641230"/>
                  </a:lnTo>
                  <a:close/>
                </a:path>
                <a:path w="9550400" h="7992745">
                  <a:moveTo>
                    <a:pt x="7013375" y="3367794"/>
                  </a:moveTo>
                  <a:lnTo>
                    <a:pt x="7053539" y="3340227"/>
                  </a:lnTo>
                  <a:lnTo>
                    <a:pt x="7049675" y="3337762"/>
                  </a:lnTo>
                  <a:lnTo>
                    <a:pt x="7044959" y="3336179"/>
                  </a:lnTo>
                  <a:lnTo>
                    <a:pt x="7039191" y="3336179"/>
                  </a:lnTo>
                  <a:lnTo>
                    <a:pt x="7026658" y="3339030"/>
                  </a:lnTo>
                  <a:lnTo>
                    <a:pt x="7018183" y="3346416"/>
                  </a:lnTo>
                  <a:lnTo>
                    <a:pt x="7013758" y="3356587"/>
                  </a:lnTo>
                  <a:lnTo>
                    <a:pt x="7013375" y="3367794"/>
                  </a:lnTo>
                  <a:close/>
                </a:path>
                <a:path w="9550400" h="7992745">
                  <a:moveTo>
                    <a:pt x="6204113" y="3904450"/>
                  </a:moveTo>
                  <a:lnTo>
                    <a:pt x="6236089" y="3882314"/>
                  </a:lnTo>
                  <a:lnTo>
                    <a:pt x="6235831" y="3870697"/>
                  </a:lnTo>
                  <a:lnTo>
                    <a:pt x="6231337" y="3860119"/>
                  </a:lnTo>
                  <a:lnTo>
                    <a:pt x="6222608" y="3852422"/>
                  </a:lnTo>
                  <a:lnTo>
                    <a:pt x="6209643" y="3849447"/>
                  </a:lnTo>
                  <a:lnTo>
                    <a:pt x="6190254" y="3857277"/>
                  </a:lnTo>
                  <a:lnTo>
                    <a:pt x="6182876" y="3874912"/>
                  </a:lnTo>
                  <a:lnTo>
                    <a:pt x="6187499" y="3893565"/>
                  </a:lnTo>
                  <a:lnTo>
                    <a:pt x="6204113" y="3904450"/>
                  </a:lnTo>
                  <a:close/>
                </a:path>
                <a:path w="9550400" h="7992745">
                  <a:moveTo>
                    <a:pt x="8535994" y="1952663"/>
                  </a:moveTo>
                  <a:lnTo>
                    <a:pt x="8565297" y="1925249"/>
                  </a:lnTo>
                  <a:lnTo>
                    <a:pt x="8563638" y="1924934"/>
                  </a:lnTo>
                  <a:lnTo>
                    <a:pt x="8561902" y="1924727"/>
                  </a:lnTo>
                  <a:lnTo>
                    <a:pt x="8560028" y="1924727"/>
                  </a:lnTo>
                  <a:lnTo>
                    <a:pt x="8548744" y="1927204"/>
                  </a:lnTo>
                  <a:lnTo>
                    <a:pt x="8540989" y="1933660"/>
                  </a:lnTo>
                  <a:lnTo>
                    <a:pt x="8536745" y="1942633"/>
                  </a:lnTo>
                  <a:lnTo>
                    <a:pt x="8535994" y="1952663"/>
                  </a:lnTo>
                  <a:close/>
                </a:path>
                <a:path w="9550400" h="7992745">
                  <a:moveTo>
                    <a:pt x="6762675" y="1974922"/>
                  </a:moveTo>
                  <a:lnTo>
                    <a:pt x="6780886" y="1967079"/>
                  </a:lnTo>
                  <a:lnTo>
                    <a:pt x="6786956" y="1949825"/>
                  </a:lnTo>
                  <a:lnTo>
                    <a:pt x="6780886" y="1932570"/>
                  </a:lnTo>
                  <a:lnTo>
                    <a:pt x="6762675" y="1924727"/>
                  </a:lnTo>
                  <a:lnTo>
                    <a:pt x="6744468" y="1932570"/>
                  </a:lnTo>
                  <a:lnTo>
                    <a:pt x="6738399" y="1949825"/>
                  </a:lnTo>
                  <a:lnTo>
                    <a:pt x="6744468" y="1967079"/>
                  </a:lnTo>
                  <a:lnTo>
                    <a:pt x="6762675" y="1974922"/>
                  </a:lnTo>
                  <a:close/>
                </a:path>
                <a:path w="9550400" h="7992745">
                  <a:moveTo>
                    <a:pt x="6762675" y="1846250"/>
                  </a:moveTo>
                  <a:lnTo>
                    <a:pt x="6780752" y="1838464"/>
                  </a:lnTo>
                  <a:lnTo>
                    <a:pt x="6786778" y="1821333"/>
                  </a:lnTo>
                  <a:lnTo>
                    <a:pt x="6780752" y="1804203"/>
                  </a:lnTo>
                  <a:lnTo>
                    <a:pt x="6762675" y="1796416"/>
                  </a:lnTo>
                  <a:lnTo>
                    <a:pt x="6744593" y="1804203"/>
                  </a:lnTo>
                  <a:lnTo>
                    <a:pt x="6738566" y="1821333"/>
                  </a:lnTo>
                  <a:lnTo>
                    <a:pt x="6744593" y="1838464"/>
                  </a:lnTo>
                  <a:lnTo>
                    <a:pt x="6762675" y="1846250"/>
                  </a:lnTo>
                  <a:close/>
                </a:path>
                <a:path w="9550400" h="7992745">
                  <a:moveTo>
                    <a:pt x="6762675" y="2103594"/>
                  </a:moveTo>
                  <a:lnTo>
                    <a:pt x="6781011" y="2095695"/>
                  </a:lnTo>
                  <a:lnTo>
                    <a:pt x="6787123" y="2078316"/>
                  </a:lnTo>
                  <a:lnTo>
                    <a:pt x="6781011" y="2060938"/>
                  </a:lnTo>
                  <a:lnTo>
                    <a:pt x="6762675" y="2053038"/>
                  </a:lnTo>
                  <a:lnTo>
                    <a:pt x="6744338" y="2060938"/>
                  </a:lnTo>
                  <a:lnTo>
                    <a:pt x="6738226" y="2078316"/>
                  </a:lnTo>
                  <a:lnTo>
                    <a:pt x="6744338" y="2095695"/>
                  </a:lnTo>
                  <a:lnTo>
                    <a:pt x="6762675" y="2103594"/>
                  </a:lnTo>
                  <a:close/>
                </a:path>
                <a:path w="9550400" h="7992745">
                  <a:moveTo>
                    <a:pt x="6762675" y="2232266"/>
                  </a:moveTo>
                  <a:lnTo>
                    <a:pt x="6781137" y="2224311"/>
                  </a:lnTo>
                  <a:lnTo>
                    <a:pt x="6787291" y="2206808"/>
                  </a:lnTo>
                  <a:lnTo>
                    <a:pt x="6781137" y="2189305"/>
                  </a:lnTo>
                  <a:lnTo>
                    <a:pt x="6762675" y="2181349"/>
                  </a:lnTo>
                  <a:lnTo>
                    <a:pt x="6744209" y="2189305"/>
                  </a:lnTo>
                  <a:lnTo>
                    <a:pt x="6738054" y="2206808"/>
                  </a:lnTo>
                  <a:lnTo>
                    <a:pt x="6744209" y="2224311"/>
                  </a:lnTo>
                  <a:lnTo>
                    <a:pt x="6762675" y="2232266"/>
                  </a:lnTo>
                  <a:close/>
                </a:path>
                <a:path w="9550400" h="7992745">
                  <a:moveTo>
                    <a:pt x="7170405" y="1460234"/>
                  </a:moveTo>
                  <a:lnTo>
                    <a:pt x="7177449" y="1460234"/>
                  </a:lnTo>
                  <a:lnTo>
                    <a:pt x="7189866" y="1457044"/>
                  </a:lnTo>
                  <a:lnTo>
                    <a:pt x="7197693" y="1448956"/>
                  </a:lnTo>
                  <a:lnTo>
                    <a:pt x="7200930" y="1438193"/>
                  </a:lnTo>
                  <a:lnTo>
                    <a:pt x="7199578" y="1426975"/>
                  </a:lnTo>
                  <a:lnTo>
                    <a:pt x="7161142" y="1453913"/>
                  </a:lnTo>
                  <a:lnTo>
                    <a:pt x="7165028" y="1457707"/>
                  </a:lnTo>
                  <a:lnTo>
                    <a:pt x="7170405" y="1460234"/>
                  </a:lnTo>
                  <a:close/>
                </a:path>
                <a:path w="9550400" h="7992745">
                  <a:moveTo>
                    <a:pt x="6624417" y="1974922"/>
                  </a:moveTo>
                  <a:lnTo>
                    <a:pt x="6642628" y="1967079"/>
                  </a:lnTo>
                  <a:lnTo>
                    <a:pt x="6648698" y="1949825"/>
                  </a:lnTo>
                  <a:lnTo>
                    <a:pt x="6642628" y="1932570"/>
                  </a:lnTo>
                  <a:lnTo>
                    <a:pt x="6624417" y="1924727"/>
                  </a:lnTo>
                  <a:lnTo>
                    <a:pt x="6606210" y="1932570"/>
                  </a:lnTo>
                  <a:lnTo>
                    <a:pt x="6600141" y="1949825"/>
                  </a:lnTo>
                  <a:lnTo>
                    <a:pt x="6606210" y="1967079"/>
                  </a:lnTo>
                  <a:lnTo>
                    <a:pt x="6624417" y="1974922"/>
                  </a:lnTo>
                  <a:close/>
                </a:path>
                <a:path w="9550400" h="7992745">
                  <a:moveTo>
                    <a:pt x="5932382" y="2232266"/>
                  </a:moveTo>
                  <a:lnTo>
                    <a:pt x="5933127" y="2232266"/>
                  </a:lnTo>
                  <a:lnTo>
                    <a:pt x="5942707" y="2230576"/>
                  </a:lnTo>
                  <a:lnTo>
                    <a:pt x="5949938" y="2226036"/>
                  </a:lnTo>
                  <a:lnTo>
                    <a:pt x="5954820" y="2219444"/>
                  </a:lnTo>
                  <a:lnTo>
                    <a:pt x="5957353" y="2211597"/>
                  </a:lnTo>
                  <a:lnTo>
                    <a:pt x="5931046" y="2232059"/>
                  </a:lnTo>
                  <a:lnTo>
                    <a:pt x="5931745" y="2232105"/>
                  </a:lnTo>
                  <a:lnTo>
                    <a:pt x="5932382" y="2232266"/>
                  </a:lnTo>
                  <a:close/>
                </a:path>
                <a:path w="9550400" h="7992745">
                  <a:moveTo>
                    <a:pt x="6624417" y="2232266"/>
                  </a:moveTo>
                  <a:lnTo>
                    <a:pt x="6642882" y="2224311"/>
                  </a:lnTo>
                  <a:lnTo>
                    <a:pt x="6649036" y="2206808"/>
                  </a:lnTo>
                  <a:lnTo>
                    <a:pt x="6642880" y="2189305"/>
                  </a:lnTo>
                  <a:lnTo>
                    <a:pt x="6624417" y="2181349"/>
                  </a:lnTo>
                  <a:lnTo>
                    <a:pt x="6605955" y="2189305"/>
                  </a:lnTo>
                  <a:lnTo>
                    <a:pt x="6599801" y="2206808"/>
                  </a:lnTo>
                  <a:lnTo>
                    <a:pt x="6605955" y="2224311"/>
                  </a:lnTo>
                  <a:lnTo>
                    <a:pt x="6624417" y="2232266"/>
                  </a:lnTo>
                  <a:close/>
                </a:path>
                <a:path w="9550400" h="7992745">
                  <a:moveTo>
                    <a:pt x="6343285" y="1974922"/>
                  </a:moveTo>
                  <a:lnTo>
                    <a:pt x="6347901" y="1974922"/>
                  </a:lnTo>
                  <a:lnTo>
                    <a:pt x="6356528" y="1973548"/>
                  </a:lnTo>
                  <a:lnTo>
                    <a:pt x="6363246" y="1969814"/>
                  </a:lnTo>
                  <a:lnTo>
                    <a:pt x="6368071" y="1964307"/>
                  </a:lnTo>
                  <a:lnTo>
                    <a:pt x="6371021" y="1957609"/>
                  </a:lnTo>
                  <a:lnTo>
                    <a:pt x="6365690" y="1959906"/>
                  </a:lnTo>
                  <a:lnTo>
                    <a:pt x="6360544" y="1962056"/>
                  </a:lnTo>
                  <a:lnTo>
                    <a:pt x="6349168" y="1966565"/>
                  </a:lnTo>
                  <a:lnTo>
                    <a:pt x="6342678" y="1969254"/>
                  </a:lnTo>
                  <a:lnTo>
                    <a:pt x="6336118" y="1972073"/>
                  </a:lnTo>
                  <a:lnTo>
                    <a:pt x="6339414" y="1973809"/>
                  </a:lnTo>
                  <a:lnTo>
                    <a:pt x="6343285" y="1974922"/>
                  </a:lnTo>
                  <a:close/>
                </a:path>
                <a:path w="9550400" h="7992745">
                  <a:moveTo>
                    <a:pt x="9251318" y="173513"/>
                  </a:moveTo>
                  <a:lnTo>
                    <a:pt x="9267715" y="166451"/>
                  </a:lnTo>
                  <a:lnTo>
                    <a:pt x="9273181" y="150913"/>
                  </a:lnTo>
                  <a:lnTo>
                    <a:pt x="9267718" y="135370"/>
                  </a:lnTo>
                  <a:lnTo>
                    <a:pt x="9251326" y="128295"/>
                  </a:lnTo>
                  <a:lnTo>
                    <a:pt x="9249674" y="128295"/>
                  </a:lnTo>
                  <a:lnTo>
                    <a:pt x="9230372" y="157637"/>
                  </a:lnTo>
                  <a:lnTo>
                    <a:pt x="9237347" y="168823"/>
                  </a:lnTo>
                  <a:lnTo>
                    <a:pt x="9251318" y="173513"/>
                  </a:lnTo>
                  <a:close/>
                </a:path>
                <a:path w="9550400" h="7992745">
                  <a:moveTo>
                    <a:pt x="6624417" y="2103594"/>
                  </a:moveTo>
                  <a:lnTo>
                    <a:pt x="6642753" y="2095695"/>
                  </a:lnTo>
                  <a:lnTo>
                    <a:pt x="6648865" y="2078316"/>
                  </a:lnTo>
                  <a:lnTo>
                    <a:pt x="6642753" y="2060938"/>
                  </a:lnTo>
                  <a:lnTo>
                    <a:pt x="6624417" y="2053038"/>
                  </a:lnTo>
                  <a:lnTo>
                    <a:pt x="6606081" y="2060938"/>
                  </a:lnTo>
                  <a:lnTo>
                    <a:pt x="6599968" y="2078316"/>
                  </a:lnTo>
                  <a:lnTo>
                    <a:pt x="6606081" y="2095695"/>
                  </a:lnTo>
                  <a:lnTo>
                    <a:pt x="6624417" y="2103594"/>
                  </a:lnTo>
                  <a:close/>
                </a:path>
                <a:path w="9550400" h="7992745">
                  <a:moveTo>
                    <a:pt x="7453965" y="2489610"/>
                  </a:moveTo>
                  <a:lnTo>
                    <a:pt x="7472690" y="2481542"/>
                  </a:lnTo>
                  <a:lnTo>
                    <a:pt x="7478932" y="2463791"/>
                  </a:lnTo>
                  <a:lnTo>
                    <a:pt x="7472690" y="2446040"/>
                  </a:lnTo>
                  <a:lnTo>
                    <a:pt x="7453965" y="2437971"/>
                  </a:lnTo>
                  <a:lnTo>
                    <a:pt x="7435239" y="2446040"/>
                  </a:lnTo>
                  <a:lnTo>
                    <a:pt x="7428997" y="2463791"/>
                  </a:lnTo>
                  <a:lnTo>
                    <a:pt x="7435239" y="2481542"/>
                  </a:lnTo>
                  <a:lnTo>
                    <a:pt x="7453965" y="2489610"/>
                  </a:lnTo>
                  <a:close/>
                </a:path>
                <a:path w="9550400" h="7992745">
                  <a:moveTo>
                    <a:pt x="7177449" y="2618283"/>
                  </a:moveTo>
                  <a:lnTo>
                    <a:pt x="7196299" y="2610160"/>
                  </a:lnTo>
                  <a:lnTo>
                    <a:pt x="7202583" y="2592290"/>
                  </a:lnTo>
                  <a:lnTo>
                    <a:pt x="7196299" y="2574420"/>
                  </a:lnTo>
                  <a:lnTo>
                    <a:pt x="7177449" y="2566298"/>
                  </a:lnTo>
                  <a:lnTo>
                    <a:pt x="7158598" y="2574420"/>
                  </a:lnTo>
                  <a:lnTo>
                    <a:pt x="7152315" y="2592290"/>
                  </a:lnTo>
                  <a:lnTo>
                    <a:pt x="7158598" y="2610160"/>
                  </a:lnTo>
                  <a:lnTo>
                    <a:pt x="7177449" y="2618283"/>
                  </a:lnTo>
                  <a:close/>
                </a:path>
                <a:path w="9550400" h="7992745">
                  <a:moveTo>
                    <a:pt x="7177449" y="1588906"/>
                  </a:moveTo>
                  <a:lnTo>
                    <a:pt x="7195271" y="1581229"/>
                  </a:lnTo>
                  <a:lnTo>
                    <a:pt x="7201212" y="1564339"/>
                  </a:lnTo>
                  <a:lnTo>
                    <a:pt x="7195271" y="1547451"/>
                  </a:lnTo>
                  <a:lnTo>
                    <a:pt x="7177449" y="1539778"/>
                  </a:lnTo>
                  <a:lnTo>
                    <a:pt x="7159635" y="1547454"/>
                  </a:lnTo>
                  <a:lnTo>
                    <a:pt x="7153697" y="1564342"/>
                  </a:lnTo>
                  <a:lnTo>
                    <a:pt x="7159635" y="1581230"/>
                  </a:lnTo>
                  <a:lnTo>
                    <a:pt x="7177449" y="1588906"/>
                  </a:lnTo>
                  <a:close/>
                </a:path>
                <a:path w="9550400" h="7992745">
                  <a:moveTo>
                    <a:pt x="7177449" y="2746947"/>
                  </a:moveTo>
                  <a:lnTo>
                    <a:pt x="7196437" y="2738770"/>
                  </a:lnTo>
                  <a:lnTo>
                    <a:pt x="7202767" y="2720782"/>
                  </a:lnTo>
                  <a:lnTo>
                    <a:pt x="7196437" y="2702793"/>
                  </a:lnTo>
                  <a:lnTo>
                    <a:pt x="7177449" y="2694616"/>
                  </a:lnTo>
                  <a:lnTo>
                    <a:pt x="7158463" y="2702793"/>
                  </a:lnTo>
                  <a:lnTo>
                    <a:pt x="7152133" y="2720782"/>
                  </a:lnTo>
                  <a:lnTo>
                    <a:pt x="7158461" y="2738770"/>
                  </a:lnTo>
                  <a:lnTo>
                    <a:pt x="7177449" y="2746947"/>
                  </a:lnTo>
                  <a:close/>
                </a:path>
                <a:path w="9550400" h="7992745">
                  <a:moveTo>
                    <a:pt x="7177449" y="3132971"/>
                  </a:moveTo>
                  <a:lnTo>
                    <a:pt x="7196821" y="3124624"/>
                  </a:lnTo>
                  <a:lnTo>
                    <a:pt x="7203277" y="3106260"/>
                  </a:lnTo>
                  <a:lnTo>
                    <a:pt x="7196819" y="3087897"/>
                  </a:lnTo>
                  <a:lnTo>
                    <a:pt x="7177449" y="3079550"/>
                  </a:lnTo>
                  <a:lnTo>
                    <a:pt x="7158080" y="3087897"/>
                  </a:lnTo>
                  <a:lnTo>
                    <a:pt x="7151623" y="3106260"/>
                  </a:lnTo>
                  <a:lnTo>
                    <a:pt x="7158080" y="3124624"/>
                  </a:lnTo>
                  <a:lnTo>
                    <a:pt x="7177449" y="3132971"/>
                  </a:lnTo>
                  <a:close/>
                </a:path>
                <a:path w="9550400" h="7992745">
                  <a:moveTo>
                    <a:pt x="7177449" y="3004299"/>
                  </a:moveTo>
                  <a:lnTo>
                    <a:pt x="7196692" y="2996008"/>
                  </a:lnTo>
                  <a:lnTo>
                    <a:pt x="7203107" y="2977769"/>
                  </a:lnTo>
                  <a:lnTo>
                    <a:pt x="7196692" y="2959529"/>
                  </a:lnTo>
                  <a:lnTo>
                    <a:pt x="7177449" y="2951239"/>
                  </a:lnTo>
                  <a:lnTo>
                    <a:pt x="7158209" y="2959529"/>
                  </a:lnTo>
                  <a:lnTo>
                    <a:pt x="7151796" y="2977769"/>
                  </a:lnTo>
                  <a:lnTo>
                    <a:pt x="7158209" y="2996008"/>
                  </a:lnTo>
                  <a:lnTo>
                    <a:pt x="7177449" y="3004299"/>
                  </a:lnTo>
                  <a:close/>
                </a:path>
                <a:path w="9550400" h="7992745">
                  <a:moveTo>
                    <a:pt x="7177449" y="1717578"/>
                  </a:moveTo>
                  <a:lnTo>
                    <a:pt x="7195396" y="1709844"/>
                  </a:lnTo>
                  <a:lnTo>
                    <a:pt x="7201379" y="1692831"/>
                  </a:lnTo>
                  <a:lnTo>
                    <a:pt x="7195396" y="1675819"/>
                  </a:lnTo>
                  <a:lnTo>
                    <a:pt x="7177449" y="1668090"/>
                  </a:lnTo>
                  <a:lnTo>
                    <a:pt x="7159505" y="1675822"/>
                  </a:lnTo>
                  <a:lnTo>
                    <a:pt x="7153524" y="1692834"/>
                  </a:lnTo>
                  <a:lnTo>
                    <a:pt x="7159505" y="1709846"/>
                  </a:lnTo>
                  <a:lnTo>
                    <a:pt x="7177449" y="1717578"/>
                  </a:lnTo>
                  <a:close/>
                </a:path>
                <a:path w="9550400" h="7992745">
                  <a:moveTo>
                    <a:pt x="6624417" y="3261635"/>
                  </a:moveTo>
                  <a:lnTo>
                    <a:pt x="6643924" y="3253234"/>
                  </a:lnTo>
                  <a:lnTo>
                    <a:pt x="6650427" y="3234752"/>
                  </a:lnTo>
                  <a:lnTo>
                    <a:pt x="6643924" y="3216270"/>
                  </a:lnTo>
                  <a:lnTo>
                    <a:pt x="6624417" y="3207868"/>
                  </a:lnTo>
                  <a:lnTo>
                    <a:pt x="6604910" y="3216270"/>
                  </a:lnTo>
                  <a:lnTo>
                    <a:pt x="6598407" y="3234752"/>
                  </a:lnTo>
                  <a:lnTo>
                    <a:pt x="6604910" y="3253234"/>
                  </a:lnTo>
                  <a:lnTo>
                    <a:pt x="6624417" y="3261635"/>
                  </a:lnTo>
                  <a:close/>
                </a:path>
                <a:path w="9550400" h="7992745">
                  <a:moveTo>
                    <a:pt x="7177449" y="2875627"/>
                  </a:moveTo>
                  <a:lnTo>
                    <a:pt x="7196563" y="2867393"/>
                  </a:lnTo>
                  <a:lnTo>
                    <a:pt x="7202934" y="2849277"/>
                  </a:lnTo>
                  <a:lnTo>
                    <a:pt x="7196563" y="2831162"/>
                  </a:lnTo>
                  <a:lnTo>
                    <a:pt x="7177449" y="2822928"/>
                  </a:lnTo>
                  <a:lnTo>
                    <a:pt x="7158335" y="2831162"/>
                  </a:lnTo>
                  <a:lnTo>
                    <a:pt x="7151963" y="2849277"/>
                  </a:lnTo>
                  <a:lnTo>
                    <a:pt x="7158335" y="2867393"/>
                  </a:lnTo>
                  <a:lnTo>
                    <a:pt x="7177449" y="2875627"/>
                  </a:lnTo>
                  <a:close/>
                </a:path>
                <a:path w="9550400" h="7992745">
                  <a:moveTo>
                    <a:pt x="7315707" y="2746955"/>
                  </a:moveTo>
                  <a:lnTo>
                    <a:pt x="7334691" y="2738777"/>
                  </a:lnTo>
                  <a:lnTo>
                    <a:pt x="7341019" y="2720786"/>
                  </a:lnTo>
                  <a:lnTo>
                    <a:pt x="7334691" y="2702797"/>
                  </a:lnTo>
                  <a:lnTo>
                    <a:pt x="7315707" y="2694624"/>
                  </a:lnTo>
                  <a:lnTo>
                    <a:pt x="7296718" y="2702801"/>
                  </a:lnTo>
                  <a:lnTo>
                    <a:pt x="7290388" y="2720789"/>
                  </a:lnTo>
                  <a:lnTo>
                    <a:pt x="7296718" y="2738778"/>
                  </a:lnTo>
                  <a:lnTo>
                    <a:pt x="7315707" y="2746955"/>
                  </a:lnTo>
                  <a:close/>
                </a:path>
                <a:path w="9550400" h="7992745">
                  <a:moveTo>
                    <a:pt x="7315707" y="2875627"/>
                  </a:moveTo>
                  <a:lnTo>
                    <a:pt x="7334821" y="2867393"/>
                  </a:lnTo>
                  <a:lnTo>
                    <a:pt x="7341192" y="2849277"/>
                  </a:lnTo>
                  <a:lnTo>
                    <a:pt x="7334821" y="2831162"/>
                  </a:lnTo>
                  <a:lnTo>
                    <a:pt x="7315707" y="2822928"/>
                  </a:lnTo>
                  <a:lnTo>
                    <a:pt x="7296588" y="2831162"/>
                  </a:lnTo>
                  <a:lnTo>
                    <a:pt x="7290215" y="2849277"/>
                  </a:lnTo>
                  <a:lnTo>
                    <a:pt x="7296588" y="2867393"/>
                  </a:lnTo>
                  <a:lnTo>
                    <a:pt x="7315707" y="2875627"/>
                  </a:lnTo>
                  <a:close/>
                </a:path>
                <a:path w="9550400" h="7992745">
                  <a:moveTo>
                    <a:pt x="7298739" y="2096981"/>
                  </a:moveTo>
                  <a:lnTo>
                    <a:pt x="7298739" y="2094823"/>
                  </a:lnTo>
                  <a:lnTo>
                    <a:pt x="7297449" y="2095767"/>
                  </a:lnTo>
                  <a:lnTo>
                    <a:pt x="7297833" y="2096213"/>
                  </a:lnTo>
                  <a:lnTo>
                    <a:pt x="7298309" y="2096566"/>
                  </a:lnTo>
                  <a:lnTo>
                    <a:pt x="7298739" y="2096981"/>
                  </a:lnTo>
                  <a:close/>
                </a:path>
                <a:path w="9550400" h="7992745">
                  <a:moveTo>
                    <a:pt x="7315707" y="3004299"/>
                  </a:moveTo>
                  <a:lnTo>
                    <a:pt x="7334950" y="2996008"/>
                  </a:lnTo>
                  <a:lnTo>
                    <a:pt x="7341365" y="2977769"/>
                  </a:lnTo>
                  <a:lnTo>
                    <a:pt x="7334950" y="2959529"/>
                  </a:lnTo>
                  <a:lnTo>
                    <a:pt x="7315707" y="2951239"/>
                  </a:lnTo>
                  <a:lnTo>
                    <a:pt x="7296467" y="2959529"/>
                  </a:lnTo>
                  <a:lnTo>
                    <a:pt x="7290054" y="2977769"/>
                  </a:lnTo>
                  <a:lnTo>
                    <a:pt x="7296467" y="2996008"/>
                  </a:lnTo>
                  <a:lnTo>
                    <a:pt x="7315707" y="3004299"/>
                  </a:lnTo>
                  <a:close/>
                </a:path>
                <a:path w="9550400" h="7992745">
                  <a:moveTo>
                    <a:pt x="7177449" y="2489610"/>
                  </a:moveTo>
                  <a:lnTo>
                    <a:pt x="7196174" y="2481542"/>
                  </a:lnTo>
                  <a:lnTo>
                    <a:pt x="7202416" y="2463791"/>
                  </a:lnTo>
                  <a:lnTo>
                    <a:pt x="7196174" y="2446040"/>
                  </a:lnTo>
                  <a:lnTo>
                    <a:pt x="7177449" y="2437971"/>
                  </a:lnTo>
                  <a:lnTo>
                    <a:pt x="7158723" y="2446040"/>
                  </a:lnTo>
                  <a:lnTo>
                    <a:pt x="7152482" y="2463791"/>
                  </a:lnTo>
                  <a:lnTo>
                    <a:pt x="7158723" y="2481542"/>
                  </a:lnTo>
                  <a:lnTo>
                    <a:pt x="7177449" y="2489610"/>
                  </a:lnTo>
                  <a:close/>
                </a:path>
                <a:path w="9550400" h="7992745">
                  <a:moveTo>
                    <a:pt x="6900933" y="1717578"/>
                  </a:moveTo>
                  <a:lnTo>
                    <a:pt x="6918880" y="1709844"/>
                  </a:lnTo>
                  <a:lnTo>
                    <a:pt x="6924863" y="1692831"/>
                  </a:lnTo>
                  <a:lnTo>
                    <a:pt x="6918880" y="1675819"/>
                  </a:lnTo>
                  <a:lnTo>
                    <a:pt x="6900933" y="1668090"/>
                  </a:lnTo>
                  <a:lnTo>
                    <a:pt x="6882989" y="1675822"/>
                  </a:lnTo>
                  <a:lnTo>
                    <a:pt x="6877008" y="1692834"/>
                  </a:lnTo>
                  <a:lnTo>
                    <a:pt x="6882989" y="1709846"/>
                  </a:lnTo>
                  <a:lnTo>
                    <a:pt x="6900933" y="1717578"/>
                  </a:lnTo>
                  <a:close/>
                </a:path>
                <a:path w="9550400" h="7992745">
                  <a:moveTo>
                    <a:pt x="6900933" y="1846250"/>
                  </a:moveTo>
                  <a:lnTo>
                    <a:pt x="6919010" y="1838464"/>
                  </a:lnTo>
                  <a:lnTo>
                    <a:pt x="6925036" y="1821333"/>
                  </a:lnTo>
                  <a:lnTo>
                    <a:pt x="6919010" y="1804203"/>
                  </a:lnTo>
                  <a:lnTo>
                    <a:pt x="6900933" y="1796416"/>
                  </a:lnTo>
                  <a:lnTo>
                    <a:pt x="6882851" y="1804203"/>
                  </a:lnTo>
                  <a:lnTo>
                    <a:pt x="6876824" y="1821333"/>
                  </a:lnTo>
                  <a:lnTo>
                    <a:pt x="6882851" y="1838464"/>
                  </a:lnTo>
                  <a:lnTo>
                    <a:pt x="6900933" y="1846250"/>
                  </a:lnTo>
                  <a:close/>
                </a:path>
                <a:path w="9550400" h="7992745">
                  <a:moveTo>
                    <a:pt x="6900933" y="1974922"/>
                  </a:moveTo>
                  <a:lnTo>
                    <a:pt x="6919144" y="1967079"/>
                  </a:lnTo>
                  <a:lnTo>
                    <a:pt x="6925214" y="1949825"/>
                  </a:lnTo>
                  <a:lnTo>
                    <a:pt x="6919144" y="1932570"/>
                  </a:lnTo>
                  <a:lnTo>
                    <a:pt x="6900933" y="1924727"/>
                  </a:lnTo>
                  <a:lnTo>
                    <a:pt x="6882726" y="1932570"/>
                  </a:lnTo>
                  <a:lnTo>
                    <a:pt x="6876657" y="1949825"/>
                  </a:lnTo>
                  <a:lnTo>
                    <a:pt x="6882726" y="1967079"/>
                  </a:lnTo>
                  <a:lnTo>
                    <a:pt x="6900933" y="1974922"/>
                  </a:lnTo>
                  <a:close/>
                </a:path>
                <a:path w="9550400" h="7992745">
                  <a:moveTo>
                    <a:pt x="6900933" y="2103594"/>
                  </a:moveTo>
                  <a:lnTo>
                    <a:pt x="6919269" y="2095695"/>
                  </a:lnTo>
                  <a:lnTo>
                    <a:pt x="6925381" y="2078316"/>
                  </a:lnTo>
                  <a:lnTo>
                    <a:pt x="6919269" y="2060938"/>
                  </a:lnTo>
                  <a:lnTo>
                    <a:pt x="6900933" y="2053038"/>
                  </a:lnTo>
                  <a:lnTo>
                    <a:pt x="6882596" y="2060938"/>
                  </a:lnTo>
                  <a:lnTo>
                    <a:pt x="6876484" y="2078316"/>
                  </a:lnTo>
                  <a:lnTo>
                    <a:pt x="6882596" y="2095695"/>
                  </a:lnTo>
                  <a:lnTo>
                    <a:pt x="6900933" y="2103594"/>
                  </a:lnTo>
                  <a:close/>
                </a:path>
                <a:path w="9550400" h="7992745">
                  <a:moveTo>
                    <a:pt x="6900933" y="3132971"/>
                  </a:moveTo>
                  <a:lnTo>
                    <a:pt x="6920302" y="3124624"/>
                  </a:lnTo>
                  <a:lnTo>
                    <a:pt x="6926758" y="3106260"/>
                  </a:lnTo>
                  <a:lnTo>
                    <a:pt x="6920302" y="3087897"/>
                  </a:lnTo>
                  <a:lnTo>
                    <a:pt x="6900933" y="3079550"/>
                  </a:lnTo>
                  <a:lnTo>
                    <a:pt x="6881559" y="3087897"/>
                  </a:lnTo>
                  <a:lnTo>
                    <a:pt x="6875102" y="3106260"/>
                  </a:lnTo>
                  <a:lnTo>
                    <a:pt x="6881559" y="3124624"/>
                  </a:lnTo>
                  <a:lnTo>
                    <a:pt x="6900933" y="3132971"/>
                  </a:lnTo>
                  <a:close/>
                </a:path>
                <a:path w="9550400" h="7992745">
                  <a:moveTo>
                    <a:pt x="7177449" y="1846250"/>
                  </a:moveTo>
                  <a:lnTo>
                    <a:pt x="7195526" y="1838464"/>
                  </a:lnTo>
                  <a:lnTo>
                    <a:pt x="7201552" y="1821333"/>
                  </a:lnTo>
                  <a:lnTo>
                    <a:pt x="7195526" y="1804203"/>
                  </a:lnTo>
                  <a:lnTo>
                    <a:pt x="7177449" y="1796416"/>
                  </a:lnTo>
                  <a:lnTo>
                    <a:pt x="7159367" y="1804203"/>
                  </a:lnTo>
                  <a:lnTo>
                    <a:pt x="7153340" y="1821333"/>
                  </a:lnTo>
                  <a:lnTo>
                    <a:pt x="7159367" y="1838464"/>
                  </a:lnTo>
                  <a:lnTo>
                    <a:pt x="7177449" y="1846250"/>
                  </a:lnTo>
                  <a:close/>
                </a:path>
                <a:path w="9550400" h="7992745">
                  <a:moveTo>
                    <a:pt x="7058923" y="2093694"/>
                  </a:moveTo>
                  <a:lnTo>
                    <a:pt x="7063415" y="2081136"/>
                  </a:lnTo>
                  <a:lnTo>
                    <a:pt x="7061637" y="2067850"/>
                  </a:lnTo>
                  <a:lnTo>
                    <a:pt x="7053570" y="2057322"/>
                  </a:lnTo>
                  <a:lnTo>
                    <a:pt x="7039198" y="2053038"/>
                  </a:lnTo>
                  <a:lnTo>
                    <a:pt x="7024395" y="2057631"/>
                  </a:lnTo>
                  <a:lnTo>
                    <a:pt x="7016366" y="2068809"/>
                  </a:lnTo>
                  <a:lnTo>
                    <a:pt x="7016276" y="2069790"/>
                  </a:lnTo>
                  <a:lnTo>
                    <a:pt x="7058017" y="2069790"/>
                  </a:lnTo>
                  <a:lnTo>
                    <a:pt x="7058447" y="2077732"/>
                  </a:lnTo>
                  <a:lnTo>
                    <a:pt x="7058731" y="2085713"/>
                  </a:lnTo>
                  <a:lnTo>
                    <a:pt x="7058923" y="2093694"/>
                  </a:lnTo>
                  <a:close/>
                </a:path>
                <a:path w="9550400" h="7992745">
                  <a:moveTo>
                    <a:pt x="7020603" y="2095330"/>
                  </a:moveTo>
                  <a:lnTo>
                    <a:pt x="7058017" y="2069790"/>
                  </a:lnTo>
                  <a:lnTo>
                    <a:pt x="7016276" y="2069790"/>
                  </a:lnTo>
                  <a:lnTo>
                    <a:pt x="7015104" y="2082675"/>
                  </a:lnTo>
                  <a:lnTo>
                    <a:pt x="7020603" y="2095330"/>
                  </a:lnTo>
                  <a:close/>
                </a:path>
                <a:path w="9550400" h="7992745">
                  <a:moveTo>
                    <a:pt x="7177449" y="1974922"/>
                  </a:moveTo>
                  <a:lnTo>
                    <a:pt x="7195660" y="1967079"/>
                  </a:lnTo>
                  <a:lnTo>
                    <a:pt x="7201730" y="1949825"/>
                  </a:lnTo>
                  <a:lnTo>
                    <a:pt x="7195660" y="1932570"/>
                  </a:lnTo>
                  <a:lnTo>
                    <a:pt x="7177449" y="1924727"/>
                  </a:lnTo>
                  <a:lnTo>
                    <a:pt x="7159242" y="1932570"/>
                  </a:lnTo>
                  <a:lnTo>
                    <a:pt x="7153173" y="1949825"/>
                  </a:lnTo>
                  <a:lnTo>
                    <a:pt x="7159242" y="1967079"/>
                  </a:lnTo>
                  <a:lnTo>
                    <a:pt x="7177449" y="1974922"/>
                  </a:lnTo>
                  <a:close/>
                </a:path>
                <a:path w="9550400" h="7992745">
                  <a:moveTo>
                    <a:pt x="7039191" y="1846250"/>
                  </a:moveTo>
                  <a:lnTo>
                    <a:pt x="7057268" y="1838464"/>
                  </a:lnTo>
                  <a:lnTo>
                    <a:pt x="7063294" y="1821333"/>
                  </a:lnTo>
                  <a:lnTo>
                    <a:pt x="7057268" y="1804203"/>
                  </a:lnTo>
                  <a:lnTo>
                    <a:pt x="7039191" y="1796416"/>
                  </a:lnTo>
                  <a:lnTo>
                    <a:pt x="7021109" y="1804203"/>
                  </a:lnTo>
                  <a:lnTo>
                    <a:pt x="7015082" y="1821333"/>
                  </a:lnTo>
                  <a:lnTo>
                    <a:pt x="7021109" y="1838464"/>
                  </a:lnTo>
                  <a:lnTo>
                    <a:pt x="7039191" y="1846250"/>
                  </a:lnTo>
                  <a:close/>
                </a:path>
                <a:path w="9550400" h="7992745">
                  <a:moveTo>
                    <a:pt x="7039191" y="1717578"/>
                  </a:moveTo>
                  <a:lnTo>
                    <a:pt x="7057138" y="1709844"/>
                  </a:lnTo>
                  <a:lnTo>
                    <a:pt x="7063121" y="1692831"/>
                  </a:lnTo>
                  <a:lnTo>
                    <a:pt x="7057138" y="1675819"/>
                  </a:lnTo>
                  <a:lnTo>
                    <a:pt x="7039191" y="1668090"/>
                  </a:lnTo>
                  <a:lnTo>
                    <a:pt x="7021247" y="1675822"/>
                  </a:lnTo>
                  <a:lnTo>
                    <a:pt x="7015266" y="1692834"/>
                  </a:lnTo>
                  <a:lnTo>
                    <a:pt x="7021247" y="1709846"/>
                  </a:lnTo>
                  <a:lnTo>
                    <a:pt x="7039191" y="1717578"/>
                  </a:lnTo>
                  <a:close/>
                </a:path>
                <a:path w="9550400" h="7992745">
                  <a:moveTo>
                    <a:pt x="5677358" y="3097047"/>
                  </a:moveTo>
                  <a:lnTo>
                    <a:pt x="5680215" y="3095088"/>
                  </a:lnTo>
                  <a:lnTo>
                    <a:pt x="5679462" y="3093229"/>
                  </a:lnTo>
                  <a:lnTo>
                    <a:pt x="5678502" y="3091494"/>
                  </a:lnTo>
                  <a:lnTo>
                    <a:pt x="5677358" y="3089865"/>
                  </a:lnTo>
                  <a:lnTo>
                    <a:pt x="5677358" y="3097047"/>
                  </a:lnTo>
                  <a:close/>
                </a:path>
                <a:path w="9550400" h="7992745">
                  <a:moveTo>
                    <a:pt x="7453965" y="2360939"/>
                  </a:moveTo>
                  <a:lnTo>
                    <a:pt x="7472565" y="2352926"/>
                  </a:lnTo>
                  <a:lnTo>
                    <a:pt x="7478765" y="2335299"/>
                  </a:lnTo>
                  <a:lnTo>
                    <a:pt x="7472565" y="2317673"/>
                  </a:lnTo>
                  <a:lnTo>
                    <a:pt x="7453965" y="2309660"/>
                  </a:lnTo>
                  <a:lnTo>
                    <a:pt x="7435373" y="2317673"/>
                  </a:lnTo>
                  <a:lnTo>
                    <a:pt x="7429176" y="2335299"/>
                  </a:lnTo>
                  <a:lnTo>
                    <a:pt x="7435373" y="2352926"/>
                  </a:lnTo>
                  <a:lnTo>
                    <a:pt x="7453965" y="2360939"/>
                  </a:lnTo>
                  <a:close/>
                </a:path>
                <a:path w="9550400" h="7992745">
                  <a:moveTo>
                    <a:pt x="7453965" y="2746947"/>
                  </a:moveTo>
                  <a:lnTo>
                    <a:pt x="7472953" y="2738770"/>
                  </a:lnTo>
                  <a:lnTo>
                    <a:pt x="7479283" y="2720782"/>
                  </a:lnTo>
                  <a:lnTo>
                    <a:pt x="7472953" y="2702793"/>
                  </a:lnTo>
                  <a:lnTo>
                    <a:pt x="7453965" y="2694616"/>
                  </a:lnTo>
                  <a:lnTo>
                    <a:pt x="7434979" y="2702793"/>
                  </a:lnTo>
                  <a:lnTo>
                    <a:pt x="7428649" y="2720782"/>
                  </a:lnTo>
                  <a:lnTo>
                    <a:pt x="7434977" y="2738770"/>
                  </a:lnTo>
                  <a:lnTo>
                    <a:pt x="7453965" y="2746947"/>
                  </a:lnTo>
                  <a:close/>
                </a:path>
                <a:path w="9550400" h="7992745">
                  <a:moveTo>
                    <a:pt x="7474865" y="1963201"/>
                  </a:moveTo>
                  <a:lnTo>
                    <a:pt x="7475057" y="1962855"/>
                  </a:lnTo>
                  <a:lnTo>
                    <a:pt x="7475179" y="1962471"/>
                  </a:lnTo>
                  <a:lnTo>
                    <a:pt x="7475348" y="1962118"/>
                  </a:lnTo>
                  <a:lnTo>
                    <a:pt x="7474885" y="1962471"/>
                  </a:lnTo>
                  <a:lnTo>
                    <a:pt x="7474865" y="1963201"/>
                  </a:lnTo>
                  <a:close/>
                </a:path>
                <a:path w="9550400" h="7992745">
                  <a:moveTo>
                    <a:pt x="7453965" y="2875627"/>
                  </a:moveTo>
                  <a:lnTo>
                    <a:pt x="7473079" y="2867393"/>
                  </a:lnTo>
                  <a:lnTo>
                    <a:pt x="7479450" y="2849277"/>
                  </a:lnTo>
                  <a:lnTo>
                    <a:pt x="7473079" y="2831162"/>
                  </a:lnTo>
                  <a:lnTo>
                    <a:pt x="7453965" y="2822928"/>
                  </a:lnTo>
                  <a:lnTo>
                    <a:pt x="7434846" y="2831162"/>
                  </a:lnTo>
                  <a:lnTo>
                    <a:pt x="7428473" y="2849277"/>
                  </a:lnTo>
                  <a:lnTo>
                    <a:pt x="7434846" y="2867393"/>
                  </a:lnTo>
                  <a:lnTo>
                    <a:pt x="7453965" y="2875627"/>
                  </a:lnTo>
                  <a:close/>
                </a:path>
                <a:path w="9550400" h="7992745">
                  <a:moveTo>
                    <a:pt x="7453965" y="2618283"/>
                  </a:moveTo>
                  <a:lnTo>
                    <a:pt x="7472815" y="2610160"/>
                  </a:lnTo>
                  <a:lnTo>
                    <a:pt x="7479099" y="2592290"/>
                  </a:lnTo>
                  <a:lnTo>
                    <a:pt x="7472815" y="2574420"/>
                  </a:lnTo>
                  <a:lnTo>
                    <a:pt x="7453965" y="2566298"/>
                  </a:lnTo>
                  <a:lnTo>
                    <a:pt x="7435114" y="2574420"/>
                  </a:lnTo>
                  <a:lnTo>
                    <a:pt x="7428830" y="2592290"/>
                  </a:lnTo>
                  <a:lnTo>
                    <a:pt x="7435114" y="2610160"/>
                  </a:lnTo>
                  <a:lnTo>
                    <a:pt x="7453965" y="2618283"/>
                  </a:lnTo>
                  <a:close/>
                </a:path>
                <a:path w="9550400" h="7992745">
                  <a:moveTo>
                    <a:pt x="7592223" y="2103594"/>
                  </a:moveTo>
                  <a:lnTo>
                    <a:pt x="7608283" y="2097983"/>
                  </a:lnTo>
                  <a:lnTo>
                    <a:pt x="7615917" y="2084750"/>
                  </a:lnTo>
                  <a:lnTo>
                    <a:pt x="7615137" y="2069294"/>
                  </a:lnTo>
                  <a:lnTo>
                    <a:pt x="7605956" y="2057017"/>
                  </a:lnTo>
                  <a:lnTo>
                    <a:pt x="7568619" y="2084883"/>
                  </a:lnTo>
                  <a:lnTo>
                    <a:pt x="7571413" y="2092068"/>
                  </a:lnTo>
                  <a:lnTo>
                    <a:pt x="7576267" y="2098026"/>
                  </a:lnTo>
                  <a:lnTo>
                    <a:pt x="7583199" y="2102091"/>
                  </a:lnTo>
                  <a:lnTo>
                    <a:pt x="7592223" y="2103594"/>
                  </a:lnTo>
                  <a:close/>
                </a:path>
                <a:path w="9550400" h="7992745">
                  <a:moveTo>
                    <a:pt x="7592223" y="2875627"/>
                  </a:moveTo>
                  <a:lnTo>
                    <a:pt x="7611337" y="2867393"/>
                  </a:lnTo>
                  <a:lnTo>
                    <a:pt x="7617708" y="2849277"/>
                  </a:lnTo>
                  <a:lnTo>
                    <a:pt x="7611337" y="2831162"/>
                  </a:lnTo>
                  <a:lnTo>
                    <a:pt x="7592223" y="2822928"/>
                  </a:lnTo>
                  <a:lnTo>
                    <a:pt x="7573104" y="2831162"/>
                  </a:lnTo>
                  <a:lnTo>
                    <a:pt x="7566731" y="2849277"/>
                  </a:lnTo>
                  <a:lnTo>
                    <a:pt x="7573104" y="2867393"/>
                  </a:lnTo>
                  <a:lnTo>
                    <a:pt x="7592223" y="2875627"/>
                  </a:lnTo>
                  <a:close/>
                </a:path>
                <a:path w="9550400" h="7992745">
                  <a:moveTo>
                    <a:pt x="7592223" y="2746955"/>
                  </a:moveTo>
                  <a:lnTo>
                    <a:pt x="7611207" y="2738777"/>
                  </a:lnTo>
                  <a:lnTo>
                    <a:pt x="7617535" y="2720786"/>
                  </a:lnTo>
                  <a:lnTo>
                    <a:pt x="7611207" y="2702797"/>
                  </a:lnTo>
                  <a:lnTo>
                    <a:pt x="7592223" y="2694624"/>
                  </a:lnTo>
                  <a:lnTo>
                    <a:pt x="7573234" y="2702801"/>
                  </a:lnTo>
                  <a:lnTo>
                    <a:pt x="7566904" y="2720789"/>
                  </a:lnTo>
                  <a:lnTo>
                    <a:pt x="7573234" y="2738778"/>
                  </a:lnTo>
                  <a:lnTo>
                    <a:pt x="7592223" y="2746955"/>
                  </a:lnTo>
                  <a:close/>
                </a:path>
                <a:path w="9550400" h="7992745">
                  <a:moveTo>
                    <a:pt x="7592223" y="2618283"/>
                  </a:moveTo>
                  <a:lnTo>
                    <a:pt x="7611073" y="2610160"/>
                  </a:lnTo>
                  <a:lnTo>
                    <a:pt x="7617357" y="2592290"/>
                  </a:lnTo>
                  <a:lnTo>
                    <a:pt x="7611073" y="2574420"/>
                  </a:lnTo>
                  <a:lnTo>
                    <a:pt x="7592223" y="2566298"/>
                  </a:lnTo>
                  <a:lnTo>
                    <a:pt x="7573372" y="2574420"/>
                  </a:lnTo>
                  <a:lnTo>
                    <a:pt x="7567088" y="2592290"/>
                  </a:lnTo>
                  <a:lnTo>
                    <a:pt x="7573372" y="2610160"/>
                  </a:lnTo>
                  <a:lnTo>
                    <a:pt x="7592223" y="2618283"/>
                  </a:lnTo>
                  <a:close/>
                </a:path>
                <a:path w="9550400" h="7992745">
                  <a:moveTo>
                    <a:pt x="7592223" y="2489610"/>
                  </a:moveTo>
                  <a:lnTo>
                    <a:pt x="7610948" y="2481542"/>
                  </a:lnTo>
                  <a:lnTo>
                    <a:pt x="7617190" y="2463791"/>
                  </a:lnTo>
                  <a:lnTo>
                    <a:pt x="7610948" y="2446040"/>
                  </a:lnTo>
                  <a:lnTo>
                    <a:pt x="7592223" y="2437971"/>
                  </a:lnTo>
                  <a:lnTo>
                    <a:pt x="7573497" y="2446040"/>
                  </a:lnTo>
                  <a:lnTo>
                    <a:pt x="7567255" y="2463791"/>
                  </a:lnTo>
                  <a:lnTo>
                    <a:pt x="7573497" y="2481542"/>
                  </a:lnTo>
                  <a:lnTo>
                    <a:pt x="7592223" y="2489610"/>
                  </a:lnTo>
                  <a:close/>
                </a:path>
                <a:path w="9550400" h="7992745">
                  <a:moveTo>
                    <a:pt x="7592223" y="2232266"/>
                  </a:moveTo>
                  <a:lnTo>
                    <a:pt x="7610684" y="2224311"/>
                  </a:lnTo>
                  <a:lnTo>
                    <a:pt x="7616838" y="2206808"/>
                  </a:lnTo>
                  <a:lnTo>
                    <a:pt x="7610684" y="2189305"/>
                  </a:lnTo>
                  <a:lnTo>
                    <a:pt x="7592223" y="2181349"/>
                  </a:lnTo>
                  <a:lnTo>
                    <a:pt x="7573757" y="2189305"/>
                  </a:lnTo>
                  <a:lnTo>
                    <a:pt x="7567601" y="2206808"/>
                  </a:lnTo>
                  <a:lnTo>
                    <a:pt x="7573757" y="2224311"/>
                  </a:lnTo>
                  <a:lnTo>
                    <a:pt x="7592223" y="2232266"/>
                  </a:lnTo>
                  <a:close/>
                </a:path>
                <a:path w="9550400" h="7992745">
                  <a:moveTo>
                    <a:pt x="7592223" y="2360939"/>
                  </a:moveTo>
                  <a:lnTo>
                    <a:pt x="7610823" y="2352926"/>
                  </a:lnTo>
                  <a:lnTo>
                    <a:pt x="7617022" y="2335299"/>
                  </a:lnTo>
                  <a:lnTo>
                    <a:pt x="7610823" y="2317673"/>
                  </a:lnTo>
                  <a:lnTo>
                    <a:pt x="7592223" y="2309660"/>
                  </a:lnTo>
                  <a:lnTo>
                    <a:pt x="7573631" y="2317673"/>
                  </a:lnTo>
                  <a:lnTo>
                    <a:pt x="7567434" y="2335299"/>
                  </a:lnTo>
                  <a:lnTo>
                    <a:pt x="7573631" y="2352926"/>
                  </a:lnTo>
                  <a:lnTo>
                    <a:pt x="7592223" y="2360939"/>
                  </a:lnTo>
                  <a:close/>
                </a:path>
                <a:path w="9550400" h="7992745">
                  <a:moveTo>
                    <a:pt x="7474865" y="2092019"/>
                  </a:moveTo>
                  <a:lnTo>
                    <a:pt x="7477513" y="2085427"/>
                  </a:lnTo>
                  <a:lnTo>
                    <a:pt x="7478396" y="2078315"/>
                  </a:lnTo>
                  <a:lnTo>
                    <a:pt x="7477513" y="2071201"/>
                  </a:lnTo>
                  <a:lnTo>
                    <a:pt x="7474865" y="2064606"/>
                  </a:lnTo>
                  <a:lnTo>
                    <a:pt x="7474865" y="2092019"/>
                  </a:lnTo>
                  <a:close/>
                </a:path>
                <a:path w="9550400" h="7992745">
                  <a:moveTo>
                    <a:pt x="7315707" y="1846250"/>
                  </a:moveTo>
                  <a:lnTo>
                    <a:pt x="7333784" y="1838464"/>
                  </a:lnTo>
                  <a:lnTo>
                    <a:pt x="7339810" y="1821333"/>
                  </a:lnTo>
                  <a:lnTo>
                    <a:pt x="7333784" y="1804203"/>
                  </a:lnTo>
                  <a:lnTo>
                    <a:pt x="7315707" y="1796416"/>
                  </a:lnTo>
                  <a:lnTo>
                    <a:pt x="7297625" y="1804203"/>
                  </a:lnTo>
                  <a:lnTo>
                    <a:pt x="7291598" y="1821333"/>
                  </a:lnTo>
                  <a:lnTo>
                    <a:pt x="7297625" y="1838464"/>
                  </a:lnTo>
                  <a:lnTo>
                    <a:pt x="7315707" y="1846250"/>
                  </a:lnTo>
                  <a:close/>
                </a:path>
                <a:path w="9550400" h="7992745">
                  <a:moveTo>
                    <a:pt x="7298739" y="1968240"/>
                  </a:moveTo>
                  <a:lnTo>
                    <a:pt x="7298739" y="1931409"/>
                  </a:lnTo>
                  <a:lnTo>
                    <a:pt x="7293326" y="1939869"/>
                  </a:lnTo>
                  <a:lnTo>
                    <a:pt x="7291521" y="1949825"/>
                  </a:lnTo>
                  <a:lnTo>
                    <a:pt x="7293326" y="1959780"/>
                  </a:lnTo>
                  <a:lnTo>
                    <a:pt x="7298739" y="1968240"/>
                  </a:lnTo>
                  <a:close/>
                </a:path>
                <a:path w="9550400" h="7992745">
                  <a:moveTo>
                    <a:pt x="7298739" y="2225715"/>
                  </a:moveTo>
                  <a:lnTo>
                    <a:pt x="7298739" y="2187893"/>
                  </a:lnTo>
                  <a:lnTo>
                    <a:pt x="7293071" y="2196554"/>
                  </a:lnTo>
                  <a:lnTo>
                    <a:pt x="7291181" y="2206807"/>
                  </a:lnTo>
                  <a:lnTo>
                    <a:pt x="7293071" y="2217058"/>
                  </a:lnTo>
                  <a:lnTo>
                    <a:pt x="7298739" y="2225715"/>
                  </a:lnTo>
                  <a:close/>
                </a:path>
                <a:path w="9550400" h="7992745">
                  <a:moveTo>
                    <a:pt x="7315707" y="2360939"/>
                  </a:moveTo>
                  <a:lnTo>
                    <a:pt x="7334307" y="2352926"/>
                  </a:lnTo>
                  <a:lnTo>
                    <a:pt x="7340507" y="2335299"/>
                  </a:lnTo>
                  <a:lnTo>
                    <a:pt x="7334307" y="2317673"/>
                  </a:lnTo>
                  <a:lnTo>
                    <a:pt x="7315707" y="2309660"/>
                  </a:lnTo>
                  <a:lnTo>
                    <a:pt x="7297111" y="2317673"/>
                  </a:lnTo>
                  <a:lnTo>
                    <a:pt x="7290912" y="2335299"/>
                  </a:lnTo>
                  <a:lnTo>
                    <a:pt x="7297111" y="2352926"/>
                  </a:lnTo>
                  <a:lnTo>
                    <a:pt x="7315707" y="2360939"/>
                  </a:lnTo>
                  <a:close/>
                </a:path>
                <a:path w="9550400" h="7992745">
                  <a:moveTo>
                    <a:pt x="7315707" y="1717578"/>
                  </a:moveTo>
                  <a:lnTo>
                    <a:pt x="7333654" y="1709844"/>
                  </a:lnTo>
                  <a:lnTo>
                    <a:pt x="7339637" y="1692831"/>
                  </a:lnTo>
                  <a:lnTo>
                    <a:pt x="7333654" y="1675819"/>
                  </a:lnTo>
                  <a:lnTo>
                    <a:pt x="7315707" y="1668090"/>
                  </a:lnTo>
                  <a:lnTo>
                    <a:pt x="7297763" y="1675822"/>
                  </a:lnTo>
                  <a:lnTo>
                    <a:pt x="7291782" y="1692834"/>
                  </a:lnTo>
                  <a:lnTo>
                    <a:pt x="7297763" y="1709846"/>
                  </a:lnTo>
                  <a:lnTo>
                    <a:pt x="7315707" y="1717578"/>
                  </a:lnTo>
                  <a:close/>
                </a:path>
                <a:path w="9550400" h="7992745">
                  <a:moveTo>
                    <a:pt x="7315707" y="1588906"/>
                  </a:moveTo>
                  <a:lnTo>
                    <a:pt x="7333529" y="1581229"/>
                  </a:lnTo>
                  <a:lnTo>
                    <a:pt x="7339470" y="1564339"/>
                  </a:lnTo>
                  <a:lnTo>
                    <a:pt x="7333529" y="1547451"/>
                  </a:lnTo>
                  <a:lnTo>
                    <a:pt x="7315707" y="1539778"/>
                  </a:lnTo>
                  <a:lnTo>
                    <a:pt x="7297893" y="1547454"/>
                  </a:lnTo>
                  <a:lnTo>
                    <a:pt x="7291955" y="1564342"/>
                  </a:lnTo>
                  <a:lnTo>
                    <a:pt x="7297893" y="1581230"/>
                  </a:lnTo>
                  <a:lnTo>
                    <a:pt x="7315707" y="1588906"/>
                  </a:lnTo>
                  <a:close/>
                </a:path>
                <a:path w="9550400" h="7992745">
                  <a:moveTo>
                    <a:pt x="7453965" y="2232266"/>
                  </a:moveTo>
                  <a:lnTo>
                    <a:pt x="7472426" y="2224311"/>
                  </a:lnTo>
                  <a:lnTo>
                    <a:pt x="7478580" y="2206808"/>
                  </a:lnTo>
                  <a:lnTo>
                    <a:pt x="7472426" y="2189305"/>
                  </a:lnTo>
                  <a:lnTo>
                    <a:pt x="7453965" y="2181349"/>
                  </a:lnTo>
                  <a:lnTo>
                    <a:pt x="7435499" y="2189305"/>
                  </a:lnTo>
                  <a:lnTo>
                    <a:pt x="7429343" y="2206808"/>
                  </a:lnTo>
                  <a:lnTo>
                    <a:pt x="7435499" y="2224311"/>
                  </a:lnTo>
                  <a:lnTo>
                    <a:pt x="7453965" y="2232266"/>
                  </a:lnTo>
                  <a:close/>
                </a:path>
                <a:path w="9550400" h="7992745">
                  <a:moveTo>
                    <a:pt x="7315707" y="1460234"/>
                  </a:moveTo>
                  <a:lnTo>
                    <a:pt x="7333395" y="1452613"/>
                  </a:lnTo>
                  <a:lnTo>
                    <a:pt x="7339291" y="1435847"/>
                  </a:lnTo>
                  <a:lnTo>
                    <a:pt x="7333395" y="1419081"/>
                  </a:lnTo>
                  <a:lnTo>
                    <a:pt x="7315707" y="1411460"/>
                  </a:lnTo>
                  <a:lnTo>
                    <a:pt x="7298014" y="1419081"/>
                  </a:lnTo>
                  <a:lnTo>
                    <a:pt x="7292116" y="1435847"/>
                  </a:lnTo>
                  <a:lnTo>
                    <a:pt x="7298014" y="1452613"/>
                  </a:lnTo>
                  <a:lnTo>
                    <a:pt x="7315707" y="1460234"/>
                  </a:lnTo>
                  <a:close/>
                </a:path>
                <a:path w="9550400" h="7992745">
                  <a:moveTo>
                    <a:pt x="7315707" y="2489610"/>
                  </a:moveTo>
                  <a:lnTo>
                    <a:pt x="7334432" y="2481542"/>
                  </a:lnTo>
                  <a:lnTo>
                    <a:pt x="7340674" y="2463791"/>
                  </a:lnTo>
                  <a:lnTo>
                    <a:pt x="7334432" y="2446040"/>
                  </a:lnTo>
                  <a:lnTo>
                    <a:pt x="7315707" y="2437971"/>
                  </a:lnTo>
                  <a:lnTo>
                    <a:pt x="7296981" y="2446040"/>
                  </a:lnTo>
                  <a:lnTo>
                    <a:pt x="7290739" y="2463791"/>
                  </a:lnTo>
                  <a:lnTo>
                    <a:pt x="7296981" y="2481542"/>
                  </a:lnTo>
                  <a:lnTo>
                    <a:pt x="7315707" y="2489610"/>
                  </a:lnTo>
                  <a:close/>
                </a:path>
                <a:path w="9550400" h="7992745">
                  <a:moveTo>
                    <a:pt x="7430507" y="1815572"/>
                  </a:moveTo>
                  <a:lnTo>
                    <a:pt x="7457974" y="1796815"/>
                  </a:lnTo>
                  <a:lnTo>
                    <a:pt x="7455393" y="1796416"/>
                  </a:lnTo>
                  <a:lnTo>
                    <a:pt x="7453965" y="1796416"/>
                  </a:lnTo>
                  <a:lnTo>
                    <a:pt x="7444876" y="1797966"/>
                  </a:lnTo>
                  <a:lnTo>
                    <a:pt x="7437947" y="1802146"/>
                  </a:lnTo>
                  <a:lnTo>
                    <a:pt x="7433162" y="1808250"/>
                  </a:lnTo>
                  <a:lnTo>
                    <a:pt x="7430507" y="1815572"/>
                  </a:lnTo>
                  <a:close/>
                </a:path>
                <a:path w="9550400" h="7992745">
                  <a:moveTo>
                    <a:pt x="6900933" y="3261635"/>
                  </a:moveTo>
                  <a:lnTo>
                    <a:pt x="6920440" y="3253234"/>
                  </a:lnTo>
                  <a:lnTo>
                    <a:pt x="6926943" y="3234752"/>
                  </a:lnTo>
                  <a:lnTo>
                    <a:pt x="6920440" y="3216270"/>
                  </a:lnTo>
                  <a:lnTo>
                    <a:pt x="6900933" y="3207868"/>
                  </a:lnTo>
                  <a:lnTo>
                    <a:pt x="6881425" y="3216270"/>
                  </a:lnTo>
                  <a:lnTo>
                    <a:pt x="6874923" y="3234752"/>
                  </a:lnTo>
                  <a:lnTo>
                    <a:pt x="6881425" y="3253234"/>
                  </a:lnTo>
                  <a:lnTo>
                    <a:pt x="6900933" y="3261635"/>
                  </a:lnTo>
                  <a:close/>
                </a:path>
                <a:path w="9550400" h="7992745">
                  <a:moveTo>
                    <a:pt x="7039191" y="1974922"/>
                  </a:moveTo>
                  <a:lnTo>
                    <a:pt x="7057402" y="1967079"/>
                  </a:lnTo>
                  <a:lnTo>
                    <a:pt x="7063472" y="1949825"/>
                  </a:lnTo>
                  <a:lnTo>
                    <a:pt x="7057402" y="1932570"/>
                  </a:lnTo>
                  <a:lnTo>
                    <a:pt x="7039191" y="1924727"/>
                  </a:lnTo>
                  <a:lnTo>
                    <a:pt x="7020984" y="1932570"/>
                  </a:lnTo>
                  <a:lnTo>
                    <a:pt x="7014915" y="1949825"/>
                  </a:lnTo>
                  <a:lnTo>
                    <a:pt x="7020984" y="1967079"/>
                  </a:lnTo>
                  <a:lnTo>
                    <a:pt x="7039191" y="1974922"/>
                  </a:lnTo>
                  <a:close/>
                </a:path>
                <a:path w="9550400" h="7992745">
                  <a:moveTo>
                    <a:pt x="6071385" y="2618283"/>
                  </a:moveTo>
                  <a:lnTo>
                    <a:pt x="6090239" y="2610160"/>
                  </a:lnTo>
                  <a:lnTo>
                    <a:pt x="6096522" y="2592290"/>
                  </a:lnTo>
                  <a:lnTo>
                    <a:pt x="6090237" y="2574420"/>
                  </a:lnTo>
                  <a:lnTo>
                    <a:pt x="6071385" y="2566298"/>
                  </a:lnTo>
                  <a:lnTo>
                    <a:pt x="6052535" y="2574420"/>
                  </a:lnTo>
                  <a:lnTo>
                    <a:pt x="6046251" y="2592290"/>
                  </a:lnTo>
                  <a:lnTo>
                    <a:pt x="6052535" y="2610160"/>
                  </a:lnTo>
                  <a:lnTo>
                    <a:pt x="6071385" y="2618283"/>
                  </a:lnTo>
                  <a:close/>
                </a:path>
                <a:path w="9550400" h="7992745">
                  <a:moveTo>
                    <a:pt x="6071385" y="2489610"/>
                  </a:moveTo>
                  <a:lnTo>
                    <a:pt x="6090110" y="2481542"/>
                  </a:lnTo>
                  <a:lnTo>
                    <a:pt x="6096352" y="2463791"/>
                  </a:lnTo>
                  <a:lnTo>
                    <a:pt x="6090110" y="2446040"/>
                  </a:lnTo>
                  <a:lnTo>
                    <a:pt x="6071385" y="2437971"/>
                  </a:lnTo>
                  <a:lnTo>
                    <a:pt x="6052660" y="2446040"/>
                  </a:lnTo>
                  <a:lnTo>
                    <a:pt x="6046418" y="2463791"/>
                  </a:lnTo>
                  <a:lnTo>
                    <a:pt x="6052660" y="2481542"/>
                  </a:lnTo>
                  <a:lnTo>
                    <a:pt x="6071385" y="2489610"/>
                  </a:lnTo>
                  <a:close/>
                </a:path>
                <a:path w="9550400" h="7992745">
                  <a:moveTo>
                    <a:pt x="6066538" y="2746471"/>
                  </a:moveTo>
                  <a:lnTo>
                    <a:pt x="6096156" y="2726270"/>
                  </a:lnTo>
                  <a:lnTo>
                    <a:pt x="6096138" y="2715151"/>
                  </a:lnTo>
                  <a:lnTo>
                    <a:pt x="6092008" y="2704955"/>
                  </a:lnTo>
                  <a:lnTo>
                    <a:pt x="6083760" y="2697501"/>
                  </a:lnTo>
                  <a:lnTo>
                    <a:pt x="6071385" y="2694609"/>
                  </a:lnTo>
                  <a:lnTo>
                    <a:pt x="6053080" y="2702035"/>
                  </a:lnTo>
                  <a:lnTo>
                    <a:pt x="6046178" y="2718734"/>
                  </a:lnTo>
                  <a:lnTo>
                    <a:pt x="6050668" y="2736336"/>
                  </a:lnTo>
                  <a:lnTo>
                    <a:pt x="6066538" y="2746471"/>
                  </a:lnTo>
                  <a:close/>
                </a:path>
                <a:path w="9550400" h="7992745">
                  <a:moveTo>
                    <a:pt x="5933127" y="2360939"/>
                  </a:moveTo>
                  <a:lnTo>
                    <a:pt x="5951727" y="2352926"/>
                  </a:lnTo>
                  <a:lnTo>
                    <a:pt x="5957927" y="2335299"/>
                  </a:lnTo>
                  <a:lnTo>
                    <a:pt x="5951727" y="2317673"/>
                  </a:lnTo>
                  <a:lnTo>
                    <a:pt x="5933127" y="2309660"/>
                  </a:lnTo>
                  <a:lnTo>
                    <a:pt x="5914531" y="2317673"/>
                  </a:lnTo>
                  <a:lnTo>
                    <a:pt x="5908333" y="2335299"/>
                  </a:lnTo>
                  <a:lnTo>
                    <a:pt x="5914531" y="2352926"/>
                  </a:lnTo>
                  <a:lnTo>
                    <a:pt x="5933127" y="2360939"/>
                  </a:lnTo>
                  <a:close/>
                </a:path>
                <a:path w="9550400" h="7992745">
                  <a:moveTo>
                    <a:pt x="6071385" y="2232266"/>
                  </a:moveTo>
                  <a:lnTo>
                    <a:pt x="6089850" y="2224311"/>
                  </a:lnTo>
                  <a:lnTo>
                    <a:pt x="6096004" y="2206808"/>
                  </a:lnTo>
                  <a:lnTo>
                    <a:pt x="6089848" y="2189305"/>
                  </a:lnTo>
                  <a:lnTo>
                    <a:pt x="6071385" y="2181349"/>
                  </a:lnTo>
                  <a:lnTo>
                    <a:pt x="6052923" y="2189305"/>
                  </a:lnTo>
                  <a:lnTo>
                    <a:pt x="6046769" y="2206808"/>
                  </a:lnTo>
                  <a:lnTo>
                    <a:pt x="6052923" y="2224311"/>
                  </a:lnTo>
                  <a:lnTo>
                    <a:pt x="6071385" y="2232266"/>
                  </a:lnTo>
                  <a:close/>
                </a:path>
                <a:path w="9550400" h="7992745">
                  <a:moveTo>
                    <a:pt x="5933127" y="2489610"/>
                  </a:moveTo>
                  <a:lnTo>
                    <a:pt x="5951852" y="2481542"/>
                  </a:lnTo>
                  <a:lnTo>
                    <a:pt x="5958094" y="2463791"/>
                  </a:lnTo>
                  <a:lnTo>
                    <a:pt x="5951852" y="2446040"/>
                  </a:lnTo>
                  <a:lnTo>
                    <a:pt x="5933127" y="2437971"/>
                  </a:lnTo>
                  <a:lnTo>
                    <a:pt x="5914402" y="2446040"/>
                  </a:lnTo>
                  <a:lnTo>
                    <a:pt x="5908160" y="2463791"/>
                  </a:lnTo>
                  <a:lnTo>
                    <a:pt x="5914402" y="2481542"/>
                  </a:lnTo>
                  <a:lnTo>
                    <a:pt x="5933127" y="2489610"/>
                  </a:lnTo>
                  <a:close/>
                </a:path>
                <a:path w="9550400" h="7992745">
                  <a:moveTo>
                    <a:pt x="6209643" y="2360939"/>
                  </a:moveTo>
                  <a:lnTo>
                    <a:pt x="6228243" y="2352926"/>
                  </a:lnTo>
                  <a:lnTo>
                    <a:pt x="6234443" y="2335299"/>
                  </a:lnTo>
                  <a:lnTo>
                    <a:pt x="6228243" y="2317673"/>
                  </a:lnTo>
                  <a:lnTo>
                    <a:pt x="6209643" y="2309660"/>
                  </a:lnTo>
                  <a:lnTo>
                    <a:pt x="6191047" y="2317673"/>
                  </a:lnTo>
                  <a:lnTo>
                    <a:pt x="6184849" y="2335299"/>
                  </a:lnTo>
                  <a:lnTo>
                    <a:pt x="6191047" y="2352926"/>
                  </a:lnTo>
                  <a:lnTo>
                    <a:pt x="6209643" y="2360939"/>
                  </a:lnTo>
                  <a:close/>
                </a:path>
                <a:path w="9550400" h="7992745">
                  <a:moveTo>
                    <a:pt x="5933127" y="2618283"/>
                  </a:moveTo>
                  <a:lnTo>
                    <a:pt x="5951981" y="2610160"/>
                  </a:lnTo>
                  <a:lnTo>
                    <a:pt x="5958264" y="2592290"/>
                  </a:lnTo>
                  <a:lnTo>
                    <a:pt x="5951979" y="2574420"/>
                  </a:lnTo>
                  <a:lnTo>
                    <a:pt x="5933127" y="2566298"/>
                  </a:lnTo>
                  <a:lnTo>
                    <a:pt x="5914277" y="2574420"/>
                  </a:lnTo>
                  <a:lnTo>
                    <a:pt x="5907993" y="2592290"/>
                  </a:lnTo>
                  <a:lnTo>
                    <a:pt x="5914277" y="2610160"/>
                  </a:lnTo>
                  <a:lnTo>
                    <a:pt x="5933127" y="2618283"/>
                  </a:lnTo>
                  <a:close/>
                </a:path>
                <a:path w="9550400" h="7992745">
                  <a:moveTo>
                    <a:pt x="6071385" y="2360939"/>
                  </a:moveTo>
                  <a:lnTo>
                    <a:pt x="6089985" y="2352926"/>
                  </a:lnTo>
                  <a:lnTo>
                    <a:pt x="6096185" y="2335299"/>
                  </a:lnTo>
                  <a:lnTo>
                    <a:pt x="6089985" y="2317673"/>
                  </a:lnTo>
                  <a:lnTo>
                    <a:pt x="6071385" y="2309660"/>
                  </a:lnTo>
                  <a:lnTo>
                    <a:pt x="6052789" y="2317673"/>
                  </a:lnTo>
                  <a:lnTo>
                    <a:pt x="6046591" y="2335299"/>
                  </a:lnTo>
                  <a:lnTo>
                    <a:pt x="6052789" y="2352926"/>
                  </a:lnTo>
                  <a:lnTo>
                    <a:pt x="6071385" y="2360939"/>
                  </a:lnTo>
                  <a:close/>
                </a:path>
                <a:path w="9550400" h="7992745">
                  <a:moveTo>
                    <a:pt x="6209643" y="2103594"/>
                  </a:moveTo>
                  <a:lnTo>
                    <a:pt x="6227979" y="2095695"/>
                  </a:lnTo>
                  <a:lnTo>
                    <a:pt x="6234092" y="2078316"/>
                  </a:lnTo>
                  <a:lnTo>
                    <a:pt x="6227979" y="2060938"/>
                  </a:lnTo>
                  <a:lnTo>
                    <a:pt x="6209643" y="2053038"/>
                  </a:lnTo>
                  <a:lnTo>
                    <a:pt x="6191307" y="2060938"/>
                  </a:lnTo>
                  <a:lnTo>
                    <a:pt x="6185194" y="2078316"/>
                  </a:lnTo>
                  <a:lnTo>
                    <a:pt x="6191307" y="2095695"/>
                  </a:lnTo>
                  <a:lnTo>
                    <a:pt x="6209643" y="2103594"/>
                  </a:lnTo>
                  <a:close/>
                </a:path>
                <a:path w="9550400" h="7992745">
                  <a:moveTo>
                    <a:pt x="6209643" y="2618283"/>
                  </a:moveTo>
                  <a:lnTo>
                    <a:pt x="6228497" y="2610160"/>
                  </a:lnTo>
                  <a:lnTo>
                    <a:pt x="6234780" y="2592290"/>
                  </a:lnTo>
                  <a:lnTo>
                    <a:pt x="6228495" y="2574420"/>
                  </a:lnTo>
                  <a:lnTo>
                    <a:pt x="6209643" y="2566298"/>
                  </a:lnTo>
                  <a:lnTo>
                    <a:pt x="6190793" y="2574420"/>
                  </a:lnTo>
                  <a:lnTo>
                    <a:pt x="6184509" y="2592290"/>
                  </a:lnTo>
                  <a:lnTo>
                    <a:pt x="6190793" y="2610160"/>
                  </a:lnTo>
                  <a:lnTo>
                    <a:pt x="6209643" y="2618283"/>
                  </a:lnTo>
                  <a:close/>
                </a:path>
                <a:path w="9550400" h="7992745">
                  <a:moveTo>
                    <a:pt x="6209643" y="2489610"/>
                  </a:moveTo>
                  <a:lnTo>
                    <a:pt x="6228368" y="2481542"/>
                  </a:lnTo>
                  <a:lnTo>
                    <a:pt x="6234610" y="2463791"/>
                  </a:lnTo>
                  <a:lnTo>
                    <a:pt x="6228368" y="2446040"/>
                  </a:lnTo>
                  <a:lnTo>
                    <a:pt x="6209643" y="2437971"/>
                  </a:lnTo>
                  <a:lnTo>
                    <a:pt x="6190918" y="2446040"/>
                  </a:lnTo>
                  <a:lnTo>
                    <a:pt x="6184676" y="2463791"/>
                  </a:lnTo>
                  <a:lnTo>
                    <a:pt x="6190918" y="2481542"/>
                  </a:lnTo>
                  <a:lnTo>
                    <a:pt x="6209643" y="2489610"/>
                  </a:lnTo>
                  <a:close/>
                </a:path>
                <a:path w="9550400" h="7992745">
                  <a:moveTo>
                    <a:pt x="6209643" y="2232266"/>
                  </a:moveTo>
                  <a:lnTo>
                    <a:pt x="6228108" y="2224311"/>
                  </a:lnTo>
                  <a:lnTo>
                    <a:pt x="6234262" y="2206808"/>
                  </a:lnTo>
                  <a:lnTo>
                    <a:pt x="6228106" y="2189305"/>
                  </a:lnTo>
                  <a:lnTo>
                    <a:pt x="6209643" y="2181349"/>
                  </a:lnTo>
                  <a:lnTo>
                    <a:pt x="6191181" y="2189305"/>
                  </a:lnTo>
                  <a:lnTo>
                    <a:pt x="6185027" y="2206808"/>
                  </a:lnTo>
                  <a:lnTo>
                    <a:pt x="6191181" y="2224311"/>
                  </a:lnTo>
                  <a:lnTo>
                    <a:pt x="6209643" y="2232266"/>
                  </a:lnTo>
                  <a:close/>
                </a:path>
                <a:path w="9550400" h="7992745">
                  <a:moveTo>
                    <a:pt x="5933127" y="2746955"/>
                  </a:moveTo>
                  <a:lnTo>
                    <a:pt x="5952112" y="2738777"/>
                  </a:lnTo>
                  <a:lnTo>
                    <a:pt x="5958440" y="2720786"/>
                  </a:lnTo>
                  <a:lnTo>
                    <a:pt x="5952112" y="2702797"/>
                  </a:lnTo>
                  <a:lnTo>
                    <a:pt x="5933127" y="2694624"/>
                  </a:lnTo>
                  <a:lnTo>
                    <a:pt x="5914138" y="2702801"/>
                  </a:lnTo>
                  <a:lnTo>
                    <a:pt x="5907809" y="2720789"/>
                  </a:lnTo>
                  <a:lnTo>
                    <a:pt x="5914138" y="2738778"/>
                  </a:lnTo>
                  <a:lnTo>
                    <a:pt x="5933127" y="2746955"/>
                  </a:lnTo>
                  <a:close/>
                </a:path>
                <a:path w="9550400" h="7992745">
                  <a:moveTo>
                    <a:pt x="5656611" y="2618283"/>
                  </a:moveTo>
                  <a:lnTo>
                    <a:pt x="5675465" y="2610160"/>
                  </a:lnTo>
                  <a:lnTo>
                    <a:pt x="5681748" y="2592290"/>
                  </a:lnTo>
                  <a:lnTo>
                    <a:pt x="5675463" y="2574420"/>
                  </a:lnTo>
                  <a:lnTo>
                    <a:pt x="5656611" y="2566298"/>
                  </a:lnTo>
                  <a:lnTo>
                    <a:pt x="5637761" y="2574420"/>
                  </a:lnTo>
                  <a:lnTo>
                    <a:pt x="5631477" y="2592290"/>
                  </a:lnTo>
                  <a:lnTo>
                    <a:pt x="5637761" y="2610160"/>
                  </a:lnTo>
                  <a:lnTo>
                    <a:pt x="5656611" y="2618283"/>
                  </a:lnTo>
                  <a:close/>
                </a:path>
                <a:path w="9550400" h="7992745">
                  <a:moveTo>
                    <a:pt x="5656611" y="2875627"/>
                  </a:moveTo>
                  <a:lnTo>
                    <a:pt x="5675726" y="2867393"/>
                  </a:lnTo>
                  <a:lnTo>
                    <a:pt x="5682097" y="2849277"/>
                  </a:lnTo>
                  <a:lnTo>
                    <a:pt x="5675726" y="2831162"/>
                  </a:lnTo>
                  <a:lnTo>
                    <a:pt x="5656611" y="2822928"/>
                  </a:lnTo>
                  <a:lnTo>
                    <a:pt x="5637493" y="2831162"/>
                  </a:lnTo>
                  <a:lnTo>
                    <a:pt x="5631120" y="2849277"/>
                  </a:lnTo>
                  <a:lnTo>
                    <a:pt x="5637493" y="2867393"/>
                  </a:lnTo>
                  <a:lnTo>
                    <a:pt x="5656611" y="2875627"/>
                  </a:lnTo>
                  <a:close/>
                </a:path>
                <a:path w="9550400" h="7992745">
                  <a:moveTo>
                    <a:pt x="5677358" y="3380261"/>
                  </a:moveTo>
                  <a:lnTo>
                    <a:pt x="5681363" y="3372209"/>
                  </a:lnTo>
                  <a:lnTo>
                    <a:pt x="5682698" y="3363247"/>
                  </a:lnTo>
                  <a:lnTo>
                    <a:pt x="5681363" y="3354286"/>
                  </a:lnTo>
                  <a:lnTo>
                    <a:pt x="5677358" y="3346234"/>
                  </a:lnTo>
                  <a:lnTo>
                    <a:pt x="5677358" y="3380261"/>
                  </a:lnTo>
                  <a:close/>
                </a:path>
                <a:path w="9550400" h="7992745">
                  <a:moveTo>
                    <a:pt x="5656611" y="3004299"/>
                  </a:moveTo>
                  <a:lnTo>
                    <a:pt x="5675855" y="2996008"/>
                  </a:lnTo>
                  <a:lnTo>
                    <a:pt x="5682270" y="2977769"/>
                  </a:lnTo>
                  <a:lnTo>
                    <a:pt x="5675855" y="2959529"/>
                  </a:lnTo>
                  <a:lnTo>
                    <a:pt x="5656611" y="2951239"/>
                  </a:lnTo>
                  <a:lnTo>
                    <a:pt x="5637372" y="2959529"/>
                  </a:lnTo>
                  <a:lnTo>
                    <a:pt x="5630959" y="2977769"/>
                  </a:lnTo>
                  <a:lnTo>
                    <a:pt x="5637372" y="2996008"/>
                  </a:lnTo>
                  <a:lnTo>
                    <a:pt x="5656611" y="3004299"/>
                  </a:lnTo>
                  <a:close/>
                </a:path>
                <a:path w="9550400" h="7992745">
                  <a:moveTo>
                    <a:pt x="5656611" y="2746955"/>
                  </a:moveTo>
                  <a:lnTo>
                    <a:pt x="5675596" y="2738777"/>
                  </a:lnTo>
                  <a:lnTo>
                    <a:pt x="5681924" y="2720786"/>
                  </a:lnTo>
                  <a:lnTo>
                    <a:pt x="5675596" y="2702797"/>
                  </a:lnTo>
                  <a:lnTo>
                    <a:pt x="5656611" y="2694624"/>
                  </a:lnTo>
                  <a:lnTo>
                    <a:pt x="5637622" y="2702801"/>
                  </a:lnTo>
                  <a:lnTo>
                    <a:pt x="5631293" y="2720789"/>
                  </a:lnTo>
                  <a:lnTo>
                    <a:pt x="5637622" y="2738778"/>
                  </a:lnTo>
                  <a:lnTo>
                    <a:pt x="5656611" y="2746955"/>
                  </a:lnTo>
                  <a:close/>
                </a:path>
                <a:path w="9550400" h="7992745">
                  <a:moveTo>
                    <a:pt x="5794869" y="2875627"/>
                  </a:moveTo>
                  <a:lnTo>
                    <a:pt x="5813984" y="2867393"/>
                  </a:lnTo>
                  <a:lnTo>
                    <a:pt x="5820355" y="2849277"/>
                  </a:lnTo>
                  <a:lnTo>
                    <a:pt x="5813984" y="2831162"/>
                  </a:lnTo>
                  <a:lnTo>
                    <a:pt x="5794869" y="2822928"/>
                  </a:lnTo>
                  <a:lnTo>
                    <a:pt x="5775751" y="2831162"/>
                  </a:lnTo>
                  <a:lnTo>
                    <a:pt x="5769378" y="2849277"/>
                  </a:lnTo>
                  <a:lnTo>
                    <a:pt x="5775751" y="2867393"/>
                  </a:lnTo>
                  <a:lnTo>
                    <a:pt x="5794869" y="2875627"/>
                  </a:lnTo>
                  <a:close/>
                </a:path>
                <a:path w="9550400" h="7992745">
                  <a:moveTo>
                    <a:pt x="5794869" y="2618283"/>
                  </a:moveTo>
                  <a:lnTo>
                    <a:pt x="5813723" y="2610160"/>
                  </a:lnTo>
                  <a:lnTo>
                    <a:pt x="5820006" y="2592290"/>
                  </a:lnTo>
                  <a:lnTo>
                    <a:pt x="5813721" y="2574420"/>
                  </a:lnTo>
                  <a:lnTo>
                    <a:pt x="5794869" y="2566298"/>
                  </a:lnTo>
                  <a:lnTo>
                    <a:pt x="5776019" y="2574420"/>
                  </a:lnTo>
                  <a:lnTo>
                    <a:pt x="5769735" y="2592290"/>
                  </a:lnTo>
                  <a:lnTo>
                    <a:pt x="5776019" y="2610160"/>
                  </a:lnTo>
                  <a:lnTo>
                    <a:pt x="5794869" y="2618283"/>
                  </a:lnTo>
                  <a:close/>
                </a:path>
                <a:path w="9550400" h="7992745">
                  <a:moveTo>
                    <a:pt x="5908126" y="2854543"/>
                  </a:moveTo>
                  <a:lnTo>
                    <a:pt x="5947952" y="2827375"/>
                  </a:lnTo>
                  <a:lnTo>
                    <a:pt x="5944057" y="2824648"/>
                  </a:lnTo>
                  <a:lnTo>
                    <a:pt x="5939149" y="2822928"/>
                  </a:lnTo>
                  <a:lnTo>
                    <a:pt x="5933127" y="2822928"/>
                  </a:lnTo>
                  <a:lnTo>
                    <a:pt x="5920732" y="2825803"/>
                  </a:lnTo>
                  <a:lnTo>
                    <a:pt x="5912437" y="2833231"/>
                  </a:lnTo>
                  <a:lnTo>
                    <a:pt x="5908237" y="2843410"/>
                  </a:lnTo>
                  <a:lnTo>
                    <a:pt x="5908126" y="2854543"/>
                  </a:lnTo>
                  <a:close/>
                </a:path>
                <a:path w="9550400" h="7992745">
                  <a:moveTo>
                    <a:pt x="5794869" y="2489610"/>
                  </a:moveTo>
                  <a:lnTo>
                    <a:pt x="5813595" y="2481542"/>
                  </a:lnTo>
                  <a:lnTo>
                    <a:pt x="5819836" y="2463791"/>
                  </a:lnTo>
                  <a:lnTo>
                    <a:pt x="5813595" y="2446040"/>
                  </a:lnTo>
                  <a:lnTo>
                    <a:pt x="5794869" y="2437971"/>
                  </a:lnTo>
                  <a:lnTo>
                    <a:pt x="5776144" y="2446040"/>
                  </a:lnTo>
                  <a:lnTo>
                    <a:pt x="5769902" y="2463791"/>
                  </a:lnTo>
                  <a:lnTo>
                    <a:pt x="5776144" y="2481542"/>
                  </a:lnTo>
                  <a:lnTo>
                    <a:pt x="5794869" y="2489610"/>
                  </a:lnTo>
                  <a:close/>
                </a:path>
                <a:path w="9550400" h="7992745">
                  <a:moveTo>
                    <a:pt x="5794869" y="2746955"/>
                  </a:moveTo>
                  <a:lnTo>
                    <a:pt x="5813854" y="2738777"/>
                  </a:lnTo>
                  <a:lnTo>
                    <a:pt x="5820182" y="2720786"/>
                  </a:lnTo>
                  <a:lnTo>
                    <a:pt x="5813854" y="2702797"/>
                  </a:lnTo>
                  <a:lnTo>
                    <a:pt x="5794869" y="2694624"/>
                  </a:lnTo>
                  <a:lnTo>
                    <a:pt x="5775880" y="2702801"/>
                  </a:lnTo>
                  <a:lnTo>
                    <a:pt x="5769551" y="2720789"/>
                  </a:lnTo>
                  <a:lnTo>
                    <a:pt x="5775880" y="2738778"/>
                  </a:lnTo>
                  <a:lnTo>
                    <a:pt x="5794869" y="2746955"/>
                  </a:lnTo>
                  <a:close/>
                </a:path>
                <a:path w="9550400" h="7992745">
                  <a:moveTo>
                    <a:pt x="6347901" y="2360939"/>
                  </a:moveTo>
                  <a:lnTo>
                    <a:pt x="6366501" y="2352926"/>
                  </a:lnTo>
                  <a:lnTo>
                    <a:pt x="6372701" y="2335299"/>
                  </a:lnTo>
                  <a:lnTo>
                    <a:pt x="6366501" y="2317673"/>
                  </a:lnTo>
                  <a:lnTo>
                    <a:pt x="6347901" y="2309660"/>
                  </a:lnTo>
                  <a:lnTo>
                    <a:pt x="6329305" y="2317673"/>
                  </a:lnTo>
                  <a:lnTo>
                    <a:pt x="6323107" y="2335299"/>
                  </a:lnTo>
                  <a:lnTo>
                    <a:pt x="6329305" y="2352926"/>
                  </a:lnTo>
                  <a:lnTo>
                    <a:pt x="6347901" y="2360939"/>
                  </a:lnTo>
                  <a:close/>
                </a:path>
                <a:path w="9550400" h="7992745">
                  <a:moveTo>
                    <a:pt x="7039191" y="3132971"/>
                  </a:moveTo>
                  <a:lnTo>
                    <a:pt x="7058563" y="3124624"/>
                  </a:lnTo>
                  <a:lnTo>
                    <a:pt x="7065019" y="3106260"/>
                  </a:lnTo>
                  <a:lnTo>
                    <a:pt x="7058561" y="3087897"/>
                  </a:lnTo>
                  <a:lnTo>
                    <a:pt x="7039191" y="3079550"/>
                  </a:lnTo>
                  <a:lnTo>
                    <a:pt x="7019822" y="3087897"/>
                  </a:lnTo>
                  <a:lnTo>
                    <a:pt x="7013365" y="3106260"/>
                  </a:lnTo>
                  <a:lnTo>
                    <a:pt x="7019822" y="3124624"/>
                  </a:lnTo>
                  <a:lnTo>
                    <a:pt x="7039191" y="3132971"/>
                  </a:lnTo>
                  <a:close/>
                </a:path>
                <a:path w="9550400" h="7992745">
                  <a:moveTo>
                    <a:pt x="7039191" y="3004299"/>
                  </a:moveTo>
                  <a:lnTo>
                    <a:pt x="7058435" y="2996008"/>
                  </a:lnTo>
                  <a:lnTo>
                    <a:pt x="7064849" y="2977769"/>
                  </a:lnTo>
                  <a:lnTo>
                    <a:pt x="7058435" y="2959529"/>
                  </a:lnTo>
                  <a:lnTo>
                    <a:pt x="7039191" y="2951239"/>
                  </a:lnTo>
                  <a:lnTo>
                    <a:pt x="7019951" y="2959529"/>
                  </a:lnTo>
                  <a:lnTo>
                    <a:pt x="7013538" y="2977769"/>
                  </a:lnTo>
                  <a:lnTo>
                    <a:pt x="7019951" y="2996008"/>
                  </a:lnTo>
                  <a:lnTo>
                    <a:pt x="7039191" y="3004299"/>
                  </a:lnTo>
                  <a:close/>
                </a:path>
                <a:path w="9550400" h="7992745">
                  <a:moveTo>
                    <a:pt x="7039191" y="2746947"/>
                  </a:moveTo>
                  <a:lnTo>
                    <a:pt x="7058180" y="2738770"/>
                  </a:lnTo>
                  <a:lnTo>
                    <a:pt x="7064509" y="2720782"/>
                  </a:lnTo>
                  <a:lnTo>
                    <a:pt x="7058180" y="2702793"/>
                  </a:lnTo>
                  <a:lnTo>
                    <a:pt x="7039191" y="2694616"/>
                  </a:lnTo>
                  <a:lnTo>
                    <a:pt x="7020205" y="2702793"/>
                  </a:lnTo>
                  <a:lnTo>
                    <a:pt x="7013875" y="2720782"/>
                  </a:lnTo>
                  <a:lnTo>
                    <a:pt x="7020203" y="2738770"/>
                  </a:lnTo>
                  <a:lnTo>
                    <a:pt x="7039191" y="2746947"/>
                  </a:lnTo>
                  <a:close/>
                </a:path>
                <a:path w="9550400" h="7992745">
                  <a:moveTo>
                    <a:pt x="7058478" y="2351944"/>
                  </a:moveTo>
                  <a:lnTo>
                    <a:pt x="7062552" y="2344104"/>
                  </a:lnTo>
                  <a:lnTo>
                    <a:pt x="7063910" y="2335296"/>
                  </a:lnTo>
                  <a:lnTo>
                    <a:pt x="7062552" y="2326490"/>
                  </a:lnTo>
                  <a:lnTo>
                    <a:pt x="7058478" y="2318654"/>
                  </a:lnTo>
                  <a:lnTo>
                    <a:pt x="7058478" y="2351944"/>
                  </a:lnTo>
                  <a:close/>
                </a:path>
                <a:path w="9550400" h="7992745">
                  <a:moveTo>
                    <a:pt x="6347901" y="2489610"/>
                  </a:moveTo>
                  <a:lnTo>
                    <a:pt x="6366626" y="2481542"/>
                  </a:lnTo>
                  <a:lnTo>
                    <a:pt x="6372868" y="2463791"/>
                  </a:lnTo>
                  <a:lnTo>
                    <a:pt x="6366626" y="2446040"/>
                  </a:lnTo>
                  <a:lnTo>
                    <a:pt x="6347901" y="2437971"/>
                  </a:lnTo>
                  <a:lnTo>
                    <a:pt x="6329176" y="2446040"/>
                  </a:lnTo>
                  <a:lnTo>
                    <a:pt x="6322934" y="2463791"/>
                  </a:lnTo>
                  <a:lnTo>
                    <a:pt x="6329176" y="2481542"/>
                  </a:lnTo>
                  <a:lnTo>
                    <a:pt x="6347901" y="2489610"/>
                  </a:lnTo>
                  <a:close/>
                </a:path>
                <a:path w="9550400" h="7992745">
                  <a:moveTo>
                    <a:pt x="6900933" y="2489603"/>
                  </a:moveTo>
                  <a:lnTo>
                    <a:pt x="6910388" y="2489603"/>
                  </a:lnTo>
                  <a:lnTo>
                    <a:pt x="6917055" y="2485371"/>
                  </a:lnTo>
                  <a:lnTo>
                    <a:pt x="6921142" y="2479410"/>
                  </a:lnTo>
                  <a:lnTo>
                    <a:pt x="6921142" y="2448156"/>
                  </a:lnTo>
                  <a:lnTo>
                    <a:pt x="6917055" y="2442196"/>
                  </a:lnTo>
                  <a:lnTo>
                    <a:pt x="6910373" y="2437971"/>
                  </a:lnTo>
                  <a:lnTo>
                    <a:pt x="6900933" y="2437971"/>
                  </a:lnTo>
                  <a:lnTo>
                    <a:pt x="6882207" y="2446040"/>
                  </a:lnTo>
                  <a:lnTo>
                    <a:pt x="6875966" y="2463790"/>
                  </a:lnTo>
                  <a:lnTo>
                    <a:pt x="6882207" y="2481539"/>
                  </a:lnTo>
                  <a:lnTo>
                    <a:pt x="6900933" y="2489603"/>
                  </a:lnTo>
                  <a:close/>
                </a:path>
                <a:path w="9550400" h="7992745">
                  <a:moveTo>
                    <a:pt x="6900933" y="2875627"/>
                  </a:moveTo>
                  <a:lnTo>
                    <a:pt x="6920047" y="2867393"/>
                  </a:lnTo>
                  <a:lnTo>
                    <a:pt x="6926418" y="2849277"/>
                  </a:lnTo>
                  <a:lnTo>
                    <a:pt x="6920047" y="2831162"/>
                  </a:lnTo>
                  <a:lnTo>
                    <a:pt x="6900933" y="2822928"/>
                  </a:lnTo>
                  <a:lnTo>
                    <a:pt x="6881819" y="2831162"/>
                  </a:lnTo>
                  <a:lnTo>
                    <a:pt x="6875447" y="2849277"/>
                  </a:lnTo>
                  <a:lnTo>
                    <a:pt x="6881819" y="2867393"/>
                  </a:lnTo>
                  <a:lnTo>
                    <a:pt x="6900933" y="2875627"/>
                  </a:lnTo>
                  <a:close/>
                </a:path>
                <a:path w="9550400" h="7992745">
                  <a:moveTo>
                    <a:pt x="6900933" y="2746947"/>
                  </a:moveTo>
                  <a:lnTo>
                    <a:pt x="6919922" y="2738770"/>
                  </a:lnTo>
                  <a:lnTo>
                    <a:pt x="6926251" y="2720782"/>
                  </a:lnTo>
                  <a:lnTo>
                    <a:pt x="6919922" y="2702793"/>
                  </a:lnTo>
                  <a:lnTo>
                    <a:pt x="6900933" y="2694616"/>
                  </a:lnTo>
                  <a:lnTo>
                    <a:pt x="6881947" y="2702793"/>
                  </a:lnTo>
                  <a:lnTo>
                    <a:pt x="6875617" y="2720782"/>
                  </a:lnTo>
                  <a:lnTo>
                    <a:pt x="6881945" y="2738770"/>
                  </a:lnTo>
                  <a:lnTo>
                    <a:pt x="6900933" y="2746947"/>
                  </a:lnTo>
                  <a:close/>
                </a:path>
                <a:path w="9550400" h="7992745">
                  <a:moveTo>
                    <a:pt x="6900933" y="2232266"/>
                  </a:moveTo>
                  <a:lnTo>
                    <a:pt x="6910457" y="2232266"/>
                  </a:lnTo>
                  <a:lnTo>
                    <a:pt x="6917140" y="2227911"/>
                  </a:lnTo>
                  <a:lnTo>
                    <a:pt x="6921142" y="2221820"/>
                  </a:lnTo>
                  <a:lnTo>
                    <a:pt x="6921142" y="2191795"/>
                  </a:lnTo>
                  <a:lnTo>
                    <a:pt x="6917132" y="2185697"/>
                  </a:lnTo>
                  <a:lnTo>
                    <a:pt x="6910457" y="2181349"/>
                  </a:lnTo>
                  <a:lnTo>
                    <a:pt x="6900933" y="2181349"/>
                  </a:lnTo>
                  <a:lnTo>
                    <a:pt x="6882467" y="2189305"/>
                  </a:lnTo>
                  <a:lnTo>
                    <a:pt x="6876311" y="2206808"/>
                  </a:lnTo>
                  <a:lnTo>
                    <a:pt x="6882467" y="2224310"/>
                  </a:lnTo>
                  <a:lnTo>
                    <a:pt x="6900933" y="2232266"/>
                  </a:lnTo>
                  <a:close/>
                </a:path>
                <a:path w="9550400" h="7992745">
                  <a:moveTo>
                    <a:pt x="6900933" y="2618283"/>
                  </a:moveTo>
                  <a:lnTo>
                    <a:pt x="6919783" y="2610160"/>
                  </a:lnTo>
                  <a:lnTo>
                    <a:pt x="6926067" y="2592290"/>
                  </a:lnTo>
                  <a:lnTo>
                    <a:pt x="6919783" y="2574420"/>
                  </a:lnTo>
                  <a:lnTo>
                    <a:pt x="6900933" y="2566298"/>
                  </a:lnTo>
                  <a:lnTo>
                    <a:pt x="6882082" y="2574420"/>
                  </a:lnTo>
                  <a:lnTo>
                    <a:pt x="6875799" y="2592290"/>
                  </a:lnTo>
                  <a:lnTo>
                    <a:pt x="6882082" y="2610160"/>
                  </a:lnTo>
                  <a:lnTo>
                    <a:pt x="6900933" y="2618283"/>
                  </a:lnTo>
                  <a:close/>
                </a:path>
                <a:path w="9550400" h="7992745">
                  <a:moveTo>
                    <a:pt x="7039191" y="2618283"/>
                  </a:moveTo>
                  <a:lnTo>
                    <a:pt x="7058041" y="2610160"/>
                  </a:lnTo>
                  <a:lnTo>
                    <a:pt x="7064325" y="2592290"/>
                  </a:lnTo>
                  <a:lnTo>
                    <a:pt x="7058041" y="2574420"/>
                  </a:lnTo>
                  <a:lnTo>
                    <a:pt x="7039191" y="2566298"/>
                  </a:lnTo>
                  <a:lnTo>
                    <a:pt x="7020340" y="2574420"/>
                  </a:lnTo>
                  <a:lnTo>
                    <a:pt x="7014057" y="2592290"/>
                  </a:lnTo>
                  <a:lnTo>
                    <a:pt x="7020340" y="2610160"/>
                  </a:lnTo>
                  <a:lnTo>
                    <a:pt x="7039191" y="2618283"/>
                  </a:lnTo>
                  <a:close/>
                </a:path>
                <a:path w="9550400" h="7992745">
                  <a:moveTo>
                    <a:pt x="7039191" y="2875627"/>
                  </a:moveTo>
                  <a:lnTo>
                    <a:pt x="7058305" y="2867393"/>
                  </a:lnTo>
                  <a:lnTo>
                    <a:pt x="7064676" y="2849277"/>
                  </a:lnTo>
                  <a:lnTo>
                    <a:pt x="7058305" y="2831162"/>
                  </a:lnTo>
                  <a:lnTo>
                    <a:pt x="7039191" y="2822928"/>
                  </a:lnTo>
                  <a:lnTo>
                    <a:pt x="7020077" y="2831162"/>
                  </a:lnTo>
                  <a:lnTo>
                    <a:pt x="7013705" y="2849277"/>
                  </a:lnTo>
                  <a:lnTo>
                    <a:pt x="7020077" y="2867393"/>
                  </a:lnTo>
                  <a:lnTo>
                    <a:pt x="7039191" y="2875627"/>
                  </a:lnTo>
                  <a:close/>
                </a:path>
                <a:path w="9550400" h="7992745">
                  <a:moveTo>
                    <a:pt x="6347901" y="2232266"/>
                  </a:moveTo>
                  <a:lnTo>
                    <a:pt x="6366366" y="2224311"/>
                  </a:lnTo>
                  <a:lnTo>
                    <a:pt x="6372520" y="2206808"/>
                  </a:lnTo>
                  <a:lnTo>
                    <a:pt x="6366364" y="2189305"/>
                  </a:lnTo>
                  <a:lnTo>
                    <a:pt x="6347901" y="2181349"/>
                  </a:lnTo>
                  <a:lnTo>
                    <a:pt x="6329439" y="2189305"/>
                  </a:lnTo>
                  <a:lnTo>
                    <a:pt x="6323285" y="2206808"/>
                  </a:lnTo>
                  <a:lnTo>
                    <a:pt x="6329439" y="2224311"/>
                  </a:lnTo>
                  <a:lnTo>
                    <a:pt x="6347901" y="2232266"/>
                  </a:lnTo>
                  <a:close/>
                </a:path>
                <a:path w="9550400" h="7992745">
                  <a:moveTo>
                    <a:pt x="6489469" y="2489280"/>
                  </a:moveTo>
                  <a:lnTo>
                    <a:pt x="6506057" y="2479828"/>
                  </a:lnTo>
                  <a:lnTo>
                    <a:pt x="6511048" y="2462352"/>
                  </a:lnTo>
                  <a:lnTo>
                    <a:pt x="6504424" y="2445516"/>
                  </a:lnTo>
                  <a:lnTo>
                    <a:pt x="6486167" y="2437986"/>
                  </a:lnTo>
                  <a:lnTo>
                    <a:pt x="6472501" y="2441678"/>
                  </a:lnTo>
                  <a:lnTo>
                    <a:pt x="6464213" y="2450945"/>
                  </a:lnTo>
                  <a:lnTo>
                    <a:pt x="6462567" y="2457757"/>
                  </a:lnTo>
                  <a:lnTo>
                    <a:pt x="6489469" y="2457757"/>
                  </a:lnTo>
                  <a:lnTo>
                    <a:pt x="6489469" y="2489280"/>
                  </a:lnTo>
                  <a:close/>
                </a:path>
                <a:path w="9550400" h="7992745">
                  <a:moveTo>
                    <a:pt x="6463684" y="2475362"/>
                  </a:moveTo>
                  <a:lnTo>
                    <a:pt x="6489469" y="2457757"/>
                  </a:lnTo>
                  <a:lnTo>
                    <a:pt x="6462567" y="2457757"/>
                  </a:lnTo>
                  <a:lnTo>
                    <a:pt x="6461281" y="2463077"/>
                  </a:lnTo>
                  <a:lnTo>
                    <a:pt x="6463684" y="2475362"/>
                  </a:lnTo>
                  <a:close/>
                </a:path>
                <a:path w="9550400" h="7992745">
                  <a:moveTo>
                    <a:pt x="6486159" y="2360939"/>
                  </a:moveTo>
                  <a:lnTo>
                    <a:pt x="6504759" y="2352926"/>
                  </a:lnTo>
                  <a:lnTo>
                    <a:pt x="6510959" y="2335299"/>
                  </a:lnTo>
                  <a:lnTo>
                    <a:pt x="6504759" y="2317673"/>
                  </a:lnTo>
                  <a:lnTo>
                    <a:pt x="6486159" y="2309660"/>
                  </a:lnTo>
                  <a:lnTo>
                    <a:pt x="6467563" y="2317673"/>
                  </a:lnTo>
                  <a:lnTo>
                    <a:pt x="6461365" y="2335299"/>
                  </a:lnTo>
                  <a:lnTo>
                    <a:pt x="6467563" y="2352926"/>
                  </a:lnTo>
                  <a:lnTo>
                    <a:pt x="6486159" y="2360939"/>
                  </a:lnTo>
                  <a:close/>
                </a:path>
                <a:path w="9550400" h="7992745">
                  <a:moveTo>
                    <a:pt x="6347901" y="2103594"/>
                  </a:moveTo>
                  <a:lnTo>
                    <a:pt x="6366237" y="2095695"/>
                  </a:lnTo>
                  <a:lnTo>
                    <a:pt x="6372349" y="2078316"/>
                  </a:lnTo>
                  <a:lnTo>
                    <a:pt x="6366237" y="2060938"/>
                  </a:lnTo>
                  <a:lnTo>
                    <a:pt x="6347901" y="2053038"/>
                  </a:lnTo>
                  <a:lnTo>
                    <a:pt x="6329565" y="2060938"/>
                  </a:lnTo>
                  <a:lnTo>
                    <a:pt x="6323452" y="2078316"/>
                  </a:lnTo>
                  <a:lnTo>
                    <a:pt x="6329565" y="2095695"/>
                  </a:lnTo>
                  <a:lnTo>
                    <a:pt x="6347901" y="2103594"/>
                  </a:lnTo>
                  <a:close/>
                </a:path>
                <a:path w="9550400" h="7992745">
                  <a:moveTo>
                    <a:pt x="7039191" y="3261635"/>
                  </a:moveTo>
                  <a:lnTo>
                    <a:pt x="7058698" y="3253234"/>
                  </a:lnTo>
                  <a:lnTo>
                    <a:pt x="7065201" y="3234752"/>
                  </a:lnTo>
                  <a:lnTo>
                    <a:pt x="7058698" y="3216270"/>
                  </a:lnTo>
                  <a:lnTo>
                    <a:pt x="7039191" y="3207868"/>
                  </a:lnTo>
                  <a:lnTo>
                    <a:pt x="7019683" y="3216270"/>
                  </a:lnTo>
                  <a:lnTo>
                    <a:pt x="7013181" y="3234752"/>
                  </a:lnTo>
                  <a:lnTo>
                    <a:pt x="7019683" y="3253234"/>
                  </a:lnTo>
                  <a:lnTo>
                    <a:pt x="7039191" y="3261635"/>
                  </a:lnTo>
                  <a:close/>
                </a:path>
                <a:path w="9550400" h="7992745">
                  <a:moveTo>
                    <a:pt x="6900933" y="3004299"/>
                  </a:moveTo>
                  <a:lnTo>
                    <a:pt x="6920177" y="2996008"/>
                  </a:lnTo>
                  <a:lnTo>
                    <a:pt x="6926591" y="2977769"/>
                  </a:lnTo>
                  <a:lnTo>
                    <a:pt x="6920177" y="2959529"/>
                  </a:lnTo>
                  <a:lnTo>
                    <a:pt x="6900933" y="2951239"/>
                  </a:lnTo>
                  <a:lnTo>
                    <a:pt x="6881693" y="2959529"/>
                  </a:lnTo>
                  <a:lnTo>
                    <a:pt x="6875280" y="2977769"/>
                  </a:lnTo>
                  <a:lnTo>
                    <a:pt x="6881693" y="2996008"/>
                  </a:lnTo>
                  <a:lnTo>
                    <a:pt x="6900933" y="3004299"/>
                  </a:lnTo>
                  <a:close/>
                </a:path>
                <a:path w="9550400" h="7992745">
                  <a:moveTo>
                    <a:pt x="6900933" y="3390307"/>
                  </a:moveTo>
                  <a:lnTo>
                    <a:pt x="6920570" y="3381850"/>
                  </a:lnTo>
                  <a:lnTo>
                    <a:pt x="6927115" y="3363244"/>
                  </a:lnTo>
                  <a:lnTo>
                    <a:pt x="6920570" y="3344640"/>
                  </a:lnTo>
                  <a:lnTo>
                    <a:pt x="6900933" y="3336187"/>
                  </a:lnTo>
                  <a:lnTo>
                    <a:pt x="6881304" y="3344643"/>
                  </a:lnTo>
                  <a:lnTo>
                    <a:pt x="6874762" y="3363247"/>
                  </a:lnTo>
                  <a:lnTo>
                    <a:pt x="6881304" y="3381851"/>
                  </a:lnTo>
                  <a:lnTo>
                    <a:pt x="6900933" y="3390307"/>
                  </a:lnTo>
                  <a:close/>
                </a:path>
                <a:path w="9550400" h="7992745">
                  <a:moveTo>
                    <a:pt x="7035420" y="2489610"/>
                  </a:moveTo>
                  <a:lnTo>
                    <a:pt x="7039191" y="2489610"/>
                  </a:lnTo>
                  <a:lnTo>
                    <a:pt x="7054195" y="2485002"/>
                  </a:lnTo>
                  <a:lnTo>
                    <a:pt x="7062404" y="2473757"/>
                  </a:lnTo>
                  <a:lnTo>
                    <a:pt x="7063828" y="2459747"/>
                  </a:lnTo>
                  <a:lnTo>
                    <a:pt x="7058478" y="2446843"/>
                  </a:lnTo>
                  <a:lnTo>
                    <a:pt x="7058478" y="2465823"/>
                  </a:lnTo>
                  <a:lnTo>
                    <a:pt x="7029221" y="2487698"/>
                  </a:lnTo>
                  <a:lnTo>
                    <a:pt x="7032140" y="2488873"/>
                  </a:lnTo>
                  <a:lnTo>
                    <a:pt x="7035420" y="2489610"/>
                  </a:lnTo>
                  <a:close/>
                </a:path>
                <a:path w="9550400" h="7992745">
                  <a:moveTo>
                    <a:pt x="6486159" y="2103594"/>
                  </a:moveTo>
                  <a:lnTo>
                    <a:pt x="6504495" y="2095695"/>
                  </a:lnTo>
                  <a:lnTo>
                    <a:pt x="6510607" y="2078316"/>
                  </a:lnTo>
                  <a:lnTo>
                    <a:pt x="6504495" y="2060938"/>
                  </a:lnTo>
                  <a:lnTo>
                    <a:pt x="6486159" y="2053038"/>
                  </a:lnTo>
                  <a:lnTo>
                    <a:pt x="6467823" y="2060938"/>
                  </a:lnTo>
                  <a:lnTo>
                    <a:pt x="6461710" y="2078316"/>
                  </a:lnTo>
                  <a:lnTo>
                    <a:pt x="6467823" y="2095695"/>
                  </a:lnTo>
                  <a:lnTo>
                    <a:pt x="6486159" y="2103594"/>
                  </a:lnTo>
                  <a:close/>
                </a:path>
                <a:path w="9550400" h="7992745">
                  <a:moveTo>
                    <a:pt x="6486159" y="2232266"/>
                  </a:moveTo>
                  <a:lnTo>
                    <a:pt x="6504624" y="2224311"/>
                  </a:lnTo>
                  <a:lnTo>
                    <a:pt x="6510778" y="2206808"/>
                  </a:lnTo>
                  <a:lnTo>
                    <a:pt x="6504622" y="2189305"/>
                  </a:lnTo>
                  <a:lnTo>
                    <a:pt x="6486159" y="2181349"/>
                  </a:lnTo>
                  <a:lnTo>
                    <a:pt x="6467697" y="2189305"/>
                  </a:lnTo>
                  <a:lnTo>
                    <a:pt x="6461543" y="2206808"/>
                  </a:lnTo>
                  <a:lnTo>
                    <a:pt x="6467697" y="2224311"/>
                  </a:lnTo>
                  <a:lnTo>
                    <a:pt x="6486159" y="2232266"/>
                  </a:lnTo>
                  <a:close/>
                </a:path>
                <a:path w="9550400" h="7992745">
                  <a:moveTo>
                    <a:pt x="6486159" y="1974922"/>
                  </a:moveTo>
                  <a:lnTo>
                    <a:pt x="6504370" y="1967079"/>
                  </a:lnTo>
                  <a:lnTo>
                    <a:pt x="6510440" y="1949825"/>
                  </a:lnTo>
                  <a:lnTo>
                    <a:pt x="6504370" y="1932570"/>
                  </a:lnTo>
                  <a:lnTo>
                    <a:pt x="6486159" y="1924727"/>
                  </a:lnTo>
                  <a:lnTo>
                    <a:pt x="6467952" y="1932570"/>
                  </a:lnTo>
                  <a:lnTo>
                    <a:pt x="6461883" y="1949825"/>
                  </a:lnTo>
                  <a:lnTo>
                    <a:pt x="6467952" y="1967079"/>
                  </a:lnTo>
                  <a:lnTo>
                    <a:pt x="6486159" y="1974922"/>
                  </a:lnTo>
                  <a:close/>
                </a:path>
                <a:path w="9550400" h="7992745">
                  <a:moveTo>
                    <a:pt x="2614936" y="6864445"/>
                  </a:moveTo>
                  <a:lnTo>
                    <a:pt x="2638069" y="6854481"/>
                  </a:lnTo>
                  <a:lnTo>
                    <a:pt x="2645779" y="6832558"/>
                  </a:lnTo>
                  <a:lnTo>
                    <a:pt x="2638069" y="6810635"/>
                  </a:lnTo>
                  <a:lnTo>
                    <a:pt x="2614936" y="6800670"/>
                  </a:lnTo>
                  <a:lnTo>
                    <a:pt x="2591804" y="6810635"/>
                  </a:lnTo>
                  <a:lnTo>
                    <a:pt x="2584093" y="6832558"/>
                  </a:lnTo>
                  <a:lnTo>
                    <a:pt x="2591804" y="6854481"/>
                  </a:lnTo>
                  <a:lnTo>
                    <a:pt x="2614936" y="6864445"/>
                  </a:lnTo>
                  <a:close/>
                </a:path>
                <a:path w="9550400" h="7992745">
                  <a:moveTo>
                    <a:pt x="3167968" y="5191717"/>
                  </a:moveTo>
                  <a:lnTo>
                    <a:pt x="3189419" y="5182476"/>
                  </a:lnTo>
                  <a:lnTo>
                    <a:pt x="3196570" y="5162147"/>
                  </a:lnTo>
                  <a:lnTo>
                    <a:pt x="3189419" y="5141824"/>
                  </a:lnTo>
                  <a:lnTo>
                    <a:pt x="3167968" y="5132596"/>
                  </a:lnTo>
                  <a:lnTo>
                    <a:pt x="3146521" y="5141833"/>
                  </a:lnTo>
                  <a:lnTo>
                    <a:pt x="3139372" y="5162156"/>
                  </a:lnTo>
                  <a:lnTo>
                    <a:pt x="3146521" y="5182479"/>
                  </a:lnTo>
                  <a:lnTo>
                    <a:pt x="3167968" y="5191717"/>
                  </a:lnTo>
                  <a:close/>
                </a:path>
                <a:path w="9550400" h="7992745">
                  <a:moveTo>
                    <a:pt x="1785388" y="5835077"/>
                  </a:moveTo>
                  <a:lnTo>
                    <a:pt x="1807483" y="5825550"/>
                  </a:lnTo>
                  <a:lnTo>
                    <a:pt x="1814840" y="5804613"/>
                  </a:lnTo>
                  <a:lnTo>
                    <a:pt x="1807472" y="5783681"/>
                  </a:lnTo>
                  <a:lnTo>
                    <a:pt x="1785388" y="5774167"/>
                  </a:lnTo>
                  <a:lnTo>
                    <a:pt x="1763296" y="5783684"/>
                  </a:lnTo>
                  <a:lnTo>
                    <a:pt x="1755937" y="5804622"/>
                  </a:lnTo>
                  <a:lnTo>
                    <a:pt x="1763297" y="5825550"/>
                  </a:lnTo>
                  <a:lnTo>
                    <a:pt x="1785388" y="5835077"/>
                  </a:lnTo>
                  <a:close/>
                </a:path>
                <a:path w="9550400" h="7992745">
                  <a:moveTo>
                    <a:pt x="2338420" y="4677028"/>
                  </a:moveTo>
                  <a:lnTo>
                    <a:pt x="2359349" y="4668010"/>
                  </a:lnTo>
                  <a:lnTo>
                    <a:pt x="2366325" y="4648171"/>
                  </a:lnTo>
                  <a:lnTo>
                    <a:pt x="2359349" y="4628331"/>
                  </a:lnTo>
                  <a:lnTo>
                    <a:pt x="2338420" y="4619313"/>
                  </a:lnTo>
                  <a:lnTo>
                    <a:pt x="2317487" y="4628331"/>
                  </a:lnTo>
                  <a:lnTo>
                    <a:pt x="2310510" y="4648171"/>
                  </a:lnTo>
                  <a:lnTo>
                    <a:pt x="2317487" y="4668010"/>
                  </a:lnTo>
                  <a:lnTo>
                    <a:pt x="2338420" y="4677028"/>
                  </a:lnTo>
                  <a:close/>
                </a:path>
                <a:path w="9550400" h="7992745">
                  <a:moveTo>
                    <a:pt x="2338420" y="4805700"/>
                  </a:moveTo>
                  <a:lnTo>
                    <a:pt x="2342837" y="4805700"/>
                  </a:lnTo>
                  <a:lnTo>
                    <a:pt x="2346684" y="4804825"/>
                  </a:lnTo>
                  <a:lnTo>
                    <a:pt x="2350065" y="4803396"/>
                  </a:lnTo>
                  <a:lnTo>
                    <a:pt x="2353681" y="4794043"/>
                  </a:lnTo>
                  <a:lnTo>
                    <a:pt x="2357339" y="4784710"/>
                  </a:lnTo>
                  <a:lnTo>
                    <a:pt x="2361037" y="4775397"/>
                  </a:lnTo>
                  <a:lnTo>
                    <a:pt x="2364774" y="4766105"/>
                  </a:lnTo>
                  <a:lnTo>
                    <a:pt x="2361169" y="4758897"/>
                  </a:lnTo>
                  <a:lnTo>
                    <a:pt x="2355575" y="4753030"/>
                  </a:lnTo>
                  <a:lnTo>
                    <a:pt x="2347992" y="4749084"/>
                  </a:lnTo>
                  <a:lnTo>
                    <a:pt x="2338420" y="4747640"/>
                  </a:lnTo>
                  <a:lnTo>
                    <a:pt x="2317366" y="4756712"/>
                  </a:lnTo>
                  <a:lnTo>
                    <a:pt x="2310348" y="4776670"/>
                  </a:lnTo>
                  <a:lnTo>
                    <a:pt x="2317366" y="4796628"/>
                  </a:lnTo>
                  <a:lnTo>
                    <a:pt x="2338420" y="4805700"/>
                  </a:lnTo>
                  <a:close/>
                </a:path>
                <a:path w="9550400" h="7992745">
                  <a:moveTo>
                    <a:pt x="3167968" y="4934372"/>
                  </a:moveTo>
                  <a:lnTo>
                    <a:pt x="3189155" y="4925245"/>
                  </a:lnTo>
                  <a:lnTo>
                    <a:pt x="3196216" y="4905165"/>
                  </a:lnTo>
                  <a:lnTo>
                    <a:pt x="3189153" y="4885085"/>
                  </a:lnTo>
                  <a:lnTo>
                    <a:pt x="3167968" y="4875958"/>
                  </a:lnTo>
                  <a:lnTo>
                    <a:pt x="3146784" y="4885085"/>
                  </a:lnTo>
                  <a:lnTo>
                    <a:pt x="3139723" y="4905165"/>
                  </a:lnTo>
                  <a:lnTo>
                    <a:pt x="3146784" y="4925245"/>
                  </a:lnTo>
                  <a:lnTo>
                    <a:pt x="3167968" y="4934372"/>
                  </a:lnTo>
                  <a:close/>
                </a:path>
                <a:path w="9550400" h="7992745">
                  <a:moveTo>
                    <a:pt x="3167968" y="5063044"/>
                  </a:moveTo>
                  <a:lnTo>
                    <a:pt x="3189286" y="5053860"/>
                  </a:lnTo>
                  <a:lnTo>
                    <a:pt x="3196391" y="5033656"/>
                  </a:lnTo>
                  <a:lnTo>
                    <a:pt x="3189286" y="5013456"/>
                  </a:lnTo>
                  <a:lnTo>
                    <a:pt x="3167968" y="5004284"/>
                  </a:lnTo>
                  <a:lnTo>
                    <a:pt x="3146646" y="5013466"/>
                  </a:lnTo>
                  <a:lnTo>
                    <a:pt x="3139539" y="5033664"/>
                  </a:lnTo>
                  <a:lnTo>
                    <a:pt x="3146646" y="5053863"/>
                  </a:lnTo>
                  <a:lnTo>
                    <a:pt x="3167968" y="5063044"/>
                  </a:lnTo>
                  <a:close/>
                </a:path>
                <a:path w="9550400" h="7992745">
                  <a:moveTo>
                    <a:pt x="2753194" y="5706382"/>
                  </a:moveTo>
                  <a:lnTo>
                    <a:pt x="2772185" y="5699880"/>
                  </a:lnTo>
                  <a:lnTo>
                    <a:pt x="2781464" y="5684459"/>
                  </a:lnTo>
                  <a:lnTo>
                    <a:pt x="2781032" y="5666243"/>
                  </a:lnTo>
                  <a:lnTo>
                    <a:pt x="2770907" y="5651355"/>
                  </a:lnTo>
                  <a:lnTo>
                    <a:pt x="2735459" y="5651355"/>
                  </a:lnTo>
                  <a:lnTo>
                    <a:pt x="2725339" y="5666252"/>
                  </a:lnTo>
                  <a:lnTo>
                    <a:pt x="2724924" y="5684468"/>
                  </a:lnTo>
                  <a:lnTo>
                    <a:pt x="2734211" y="5699884"/>
                  </a:lnTo>
                  <a:lnTo>
                    <a:pt x="2753194" y="5706382"/>
                  </a:lnTo>
                  <a:close/>
                </a:path>
                <a:path w="9550400" h="7992745">
                  <a:moveTo>
                    <a:pt x="2338420" y="5706382"/>
                  </a:moveTo>
                  <a:lnTo>
                    <a:pt x="2357411" y="5699880"/>
                  </a:lnTo>
                  <a:lnTo>
                    <a:pt x="2366690" y="5684459"/>
                  </a:lnTo>
                  <a:lnTo>
                    <a:pt x="2366258" y="5666243"/>
                  </a:lnTo>
                  <a:lnTo>
                    <a:pt x="2356133" y="5651355"/>
                  </a:lnTo>
                  <a:lnTo>
                    <a:pt x="2320685" y="5651355"/>
                  </a:lnTo>
                  <a:lnTo>
                    <a:pt x="2310566" y="5666252"/>
                  </a:lnTo>
                  <a:lnTo>
                    <a:pt x="2310150" y="5684468"/>
                  </a:lnTo>
                  <a:lnTo>
                    <a:pt x="2319437" y="5699884"/>
                  </a:lnTo>
                  <a:lnTo>
                    <a:pt x="2338420" y="5706382"/>
                  </a:lnTo>
                  <a:close/>
                </a:path>
                <a:path w="9550400" h="7992745">
                  <a:moveTo>
                    <a:pt x="2338420" y="5835077"/>
                  </a:moveTo>
                  <a:lnTo>
                    <a:pt x="2360515" y="5825550"/>
                  </a:lnTo>
                  <a:lnTo>
                    <a:pt x="2367872" y="5804613"/>
                  </a:lnTo>
                  <a:lnTo>
                    <a:pt x="2360504" y="5783681"/>
                  </a:lnTo>
                  <a:lnTo>
                    <a:pt x="2338420" y="5774167"/>
                  </a:lnTo>
                  <a:lnTo>
                    <a:pt x="2316328" y="5783684"/>
                  </a:lnTo>
                  <a:lnTo>
                    <a:pt x="2308968" y="5804622"/>
                  </a:lnTo>
                  <a:lnTo>
                    <a:pt x="2316329" y="5825550"/>
                  </a:lnTo>
                  <a:lnTo>
                    <a:pt x="2338420" y="5835077"/>
                  </a:lnTo>
                  <a:close/>
                </a:path>
                <a:path w="9550400" h="7992745">
                  <a:moveTo>
                    <a:pt x="2200162" y="5706382"/>
                  </a:moveTo>
                  <a:lnTo>
                    <a:pt x="2219152" y="5699884"/>
                  </a:lnTo>
                  <a:lnTo>
                    <a:pt x="2228434" y="5684468"/>
                  </a:lnTo>
                  <a:lnTo>
                    <a:pt x="2228013" y="5666252"/>
                  </a:lnTo>
                  <a:lnTo>
                    <a:pt x="2217891" y="5651355"/>
                  </a:lnTo>
                  <a:lnTo>
                    <a:pt x="2188342" y="5651355"/>
                  </a:lnTo>
                  <a:lnTo>
                    <a:pt x="2188434" y="5648083"/>
                  </a:lnTo>
                  <a:lnTo>
                    <a:pt x="2174108" y="5661755"/>
                  </a:lnTo>
                  <a:lnTo>
                    <a:pt x="2171281" y="5681288"/>
                  </a:lnTo>
                  <a:lnTo>
                    <a:pt x="2179962" y="5698793"/>
                  </a:lnTo>
                  <a:lnTo>
                    <a:pt x="2200162" y="5706382"/>
                  </a:lnTo>
                  <a:close/>
                </a:path>
                <a:path w="9550400" h="7992745">
                  <a:moveTo>
                    <a:pt x="2200162" y="5835054"/>
                  </a:moveTo>
                  <a:lnTo>
                    <a:pt x="2222259" y="5825537"/>
                  </a:lnTo>
                  <a:lnTo>
                    <a:pt x="2229620" y="5804599"/>
                  </a:lnTo>
                  <a:lnTo>
                    <a:pt x="2222258" y="5783671"/>
                  </a:lnTo>
                  <a:lnTo>
                    <a:pt x="2200162" y="5774144"/>
                  </a:lnTo>
                  <a:lnTo>
                    <a:pt x="2178068" y="5783671"/>
                  </a:lnTo>
                  <a:lnTo>
                    <a:pt x="2170710" y="5804607"/>
                  </a:lnTo>
                  <a:lnTo>
                    <a:pt x="2178079" y="5825540"/>
                  </a:lnTo>
                  <a:lnTo>
                    <a:pt x="2200162" y="5835054"/>
                  </a:lnTo>
                  <a:close/>
                </a:path>
                <a:path w="9550400" h="7992745">
                  <a:moveTo>
                    <a:pt x="2193295" y="4805700"/>
                  </a:moveTo>
                  <a:lnTo>
                    <a:pt x="2200162" y="4805700"/>
                  </a:lnTo>
                  <a:lnTo>
                    <a:pt x="2220697" y="4797227"/>
                  </a:lnTo>
                  <a:lnTo>
                    <a:pt x="2228151" y="4778298"/>
                  </a:lnTo>
                  <a:lnTo>
                    <a:pt x="2222544" y="4758649"/>
                  </a:lnTo>
                  <a:lnTo>
                    <a:pt x="2203895" y="4748016"/>
                  </a:lnTo>
                  <a:lnTo>
                    <a:pt x="2198670" y="4761108"/>
                  </a:lnTo>
                  <a:lnTo>
                    <a:pt x="2193510" y="4774229"/>
                  </a:lnTo>
                  <a:lnTo>
                    <a:pt x="2188414" y="4787373"/>
                  </a:lnTo>
                  <a:lnTo>
                    <a:pt x="2183379" y="4800539"/>
                  </a:lnTo>
                  <a:lnTo>
                    <a:pt x="2187734" y="4803719"/>
                  </a:lnTo>
                  <a:lnTo>
                    <a:pt x="2193295" y="4805700"/>
                  </a:lnTo>
                  <a:close/>
                </a:path>
                <a:path w="9550400" h="7992745">
                  <a:moveTo>
                    <a:pt x="3011099" y="5828840"/>
                  </a:moveTo>
                  <a:lnTo>
                    <a:pt x="3049489" y="5827726"/>
                  </a:lnTo>
                  <a:lnTo>
                    <a:pt x="3058145" y="5812546"/>
                  </a:lnTo>
                  <a:lnTo>
                    <a:pt x="3057749" y="5794892"/>
                  </a:lnTo>
                  <a:lnTo>
                    <a:pt x="3048278" y="5780265"/>
                  </a:lnTo>
                  <a:lnTo>
                    <a:pt x="3029710" y="5774167"/>
                  </a:lnTo>
                  <a:lnTo>
                    <a:pt x="3010821" y="5780529"/>
                  </a:lnTo>
                  <a:lnTo>
                    <a:pt x="3001432" y="5795688"/>
                  </a:lnTo>
                  <a:lnTo>
                    <a:pt x="3001528" y="5813755"/>
                  </a:lnTo>
                  <a:lnTo>
                    <a:pt x="3011099" y="5828840"/>
                  </a:lnTo>
                  <a:close/>
                </a:path>
                <a:path w="9550400" h="7992745">
                  <a:moveTo>
                    <a:pt x="3029710" y="5577710"/>
                  </a:moveTo>
                  <a:lnTo>
                    <a:pt x="3051551" y="5568305"/>
                  </a:lnTo>
                  <a:lnTo>
                    <a:pt x="3058830" y="5547615"/>
                  </a:lnTo>
                  <a:lnTo>
                    <a:pt x="3051543" y="5526926"/>
                  </a:lnTo>
                  <a:lnTo>
                    <a:pt x="3029710" y="5517521"/>
                  </a:lnTo>
                  <a:lnTo>
                    <a:pt x="3007873" y="5526929"/>
                  </a:lnTo>
                  <a:lnTo>
                    <a:pt x="3000596" y="5547618"/>
                  </a:lnTo>
                  <a:lnTo>
                    <a:pt x="3007876" y="5568306"/>
                  </a:lnTo>
                  <a:lnTo>
                    <a:pt x="3029710" y="5577710"/>
                  </a:lnTo>
                  <a:close/>
                </a:path>
                <a:path w="9550400" h="7992745">
                  <a:moveTo>
                    <a:pt x="3029710" y="5320389"/>
                  </a:moveTo>
                  <a:lnTo>
                    <a:pt x="3051287" y="5311091"/>
                  </a:lnTo>
                  <a:lnTo>
                    <a:pt x="3058479" y="5290639"/>
                  </a:lnTo>
                  <a:lnTo>
                    <a:pt x="3051287" y="5270191"/>
                  </a:lnTo>
                  <a:lnTo>
                    <a:pt x="3029710" y="5260907"/>
                  </a:lnTo>
                  <a:lnTo>
                    <a:pt x="3008138" y="5270201"/>
                  </a:lnTo>
                  <a:lnTo>
                    <a:pt x="3000947" y="5290648"/>
                  </a:lnTo>
                  <a:lnTo>
                    <a:pt x="3008138" y="5311095"/>
                  </a:lnTo>
                  <a:lnTo>
                    <a:pt x="3029710" y="5320389"/>
                  </a:lnTo>
                  <a:close/>
                </a:path>
                <a:path w="9550400" h="7992745">
                  <a:moveTo>
                    <a:pt x="3167968" y="5320389"/>
                  </a:moveTo>
                  <a:lnTo>
                    <a:pt x="3189545" y="5311091"/>
                  </a:lnTo>
                  <a:lnTo>
                    <a:pt x="3196737" y="5290639"/>
                  </a:lnTo>
                  <a:lnTo>
                    <a:pt x="3189545" y="5270191"/>
                  </a:lnTo>
                  <a:lnTo>
                    <a:pt x="3167968" y="5260907"/>
                  </a:lnTo>
                  <a:lnTo>
                    <a:pt x="3146396" y="5270201"/>
                  </a:lnTo>
                  <a:lnTo>
                    <a:pt x="3139205" y="5290648"/>
                  </a:lnTo>
                  <a:lnTo>
                    <a:pt x="3146396" y="5311095"/>
                  </a:lnTo>
                  <a:lnTo>
                    <a:pt x="3167968" y="5320389"/>
                  </a:lnTo>
                  <a:close/>
                </a:path>
                <a:path w="9550400" h="7992745">
                  <a:moveTo>
                    <a:pt x="2877903" y="5832058"/>
                  </a:moveTo>
                  <a:lnTo>
                    <a:pt x="2906077" y="5831413"/>
                  </a:lnTo>
                  <a:lnTo>
                    <a:pt x="2918508" y="5816982"/>
                  </a:lnTo>
                  <a:lnTo>
                    <a:pt x="2920223" y="5797914"/>
                  </a:lnTo>
                  <a:lnTo>
                    <a:pt x="2911210" y="5781283"/>
                  </a:lnTo>
                  <a:lnTo>
                    <a:pt x="2891452" y="5774167"/>
                  </a:lnTo>
                  <a:lnTo>
                    <a:pt x="2871457" y="5781499"/>
                  </a:lnTo>
                  <a:lnTo>
                    <a:pt x="2862539" y="5798544"/>
                  </a:lnTo>
                  <a:lnTo>
                    <a:pt x="2864691" y="5817873"/>
                  </a:lnTo>
                  <a:lnTo>
                    <a:pt x="2877903" y="5832058"/>
                  </a:lnTo>
                  <a:close/>
                </a:path>
                <a:path w="9550400" h="7992745">
                  <a:moveTo>
                    <a:pt x="2891452" y="5706382"/>
                  </a:moveTo>
                  <a:lnTo>
                    <a:pt x="2910443" y="5699880"/>
                  </a:lnTo>
                  <a:lnTo>
                    <a:pt x="2919722" y="5684459"/>
                  </a:lnTo>
                  <a:lnTo>
                    <a:pt x="2919289" y="5666243"/>
                  </a:lnTo>
                  <a:lnTo>
                    <a:pt x="2909165" y="5651355"/>
                  </a:lnTo>
                  <a:lnTo>
                    <a:pt x="2873717" y="5651355"/>
                  </a:lnTo>
                  <a:lnTo>
                    <a:pt x="2863597" y="5666252"/>
                  </a:lnTo>
                  <a:lnTo>
                    <a:pt x="2863182" y="5684468"/>
                  </a:lnTo>
                  <a:lnTo>
                    <a:pt x="2872469" y="5699884"/>
                  </a:lnTo>
                  <a:lnTo>
                    <a:pt x="2891452" y="5706382"/>
                  </a:lnTo>
                  <a:close/>
                </a:path>
                <a:path w="9550400" h="7992745">
                  <a:moveTo>
                    <a:pt x="3029710" y="5706382"/>
                  </a:moveTo>
                  <a:lnTo>
                    <a:pt x="3051676" y="5696921"/>
                  </a:lnTo>
                  <a:lnTo>
                    <a:pt x="3058998" y="5676107"/>
                  </a:lnTo>
                  <a:lnTo>
                    <a:pt x="3051676" y="5655293"/>
                  </a:lnTo>
                  <a:lnTo>
                    <a:pt x="3029710" y="5645833"/>
                  </a:lnTo>
                  <a:lnTo>
                    <a:pt x="3007744" y="5655293"/>
                  </a:lnTo>
                  <a:lnTo>
                    <a:pt x="3000423" y="5676107"/>
                  </a:lnTo>
                  <a:lnTo>
                    <a:pt x="3007744" y="5696921"/>
                  </a:lnTo>
                  <a:lnTo>
                    <a:pt x="3029710" y="5706382"/>
                  </a:lnTo>
                  <a:close/>
                </a:path>
                <a:path w="9550400" h="7992745">
                  <a:moveTo>
                    <a:pt x="3167968" y="5449053"/>
                  </a:moveTo>
                  <a:lnTo>
                    <a:pt x="3189673" y="5439702"/>
                  </a:lnTo>
                  <a:lnTo>
                    <a:pt x="3196907" y="5419131"/>
                  </a:lnTo>
                  <a:lnTo>
                    <a:pt x="3189671" y="5398561"/>
                  </a:lnTo>
                  <a:lnTo>
                    <a:pt x="3167968" y="5389210"/>
                  </a:lnTo>
                  <a:lnTo>
                    <a:pt x="3146266" y="5398561"/>
                  </a:lnTo>
                  <a:lnTo>
                    <a:pt x="3139032" y="5419131"/>
                  </a:lnTo>
                  <a:lnTo>
                    <a:pt x="3146266" y="5439702"/>
                  </a:lnTo>
                  <a:lnTo>
                    <a:pt x="3167968" y="5449053"/>
                  </a:lnTo>
                  <a:close/>
                </a:path>
                <a:path w="9550400" h="7992745">
                  <a:moveTo>
                    <a:pt x="3167968" y="5577710"/>
                  </a:moveTo>
                  <a:lnTo>
                    <a:pt x="3189809" y="5568305"/>
                  </a:lnTo>
                  <a:lnTo>
                    <a:pt x="3197088" y="5547615"/>
                  </a:lnTo>
                  <a:lnTo>
                    <a:pt x="3189801" y="5526926"/>
                  </a:lnTo>
                  <a:lnTo>
                    <a:pt x="3167968" y="5517521"/>
                  </a:lnTo>
                  <a:lnTo>
                    <a:pt x="3146131" y="5526929"/>
                  </a:lnTo>
                  <a:lnTo>
                    <a:pt x="3138854" y="5547618"/>
                  </a:lnTo>
                  <a:lnTo>
                    <a:pt x="3146134" y="5568306"/>
                  </a:lnTo>
                  <a:lnTo>
                    <a:pt x="3167968" y="5577710"/>
                  </a:lnTo>
                  <a:close/>
                </a:path>
                <a:path w="9550400" h="7992745">
                  <a:moveTo>
                    <a:pt x="3167968" y="5706382"/>
                  </a:moveTo>
                  <a:lnTo>
                    <a:pt x="3189934" y="5696921"/>
                  </a:lnTo>
                  <a:lnTo>
                    <a:pt x="3197256" y="5676107"/>
                  </a:lnTo>
                  <a:lnTo>
                    <a:pt x="3189934" y="5655293"/>
                  </a:lnTo>
                  <a:lnTo>
                    <a:pt x="3167968" y="5645833"/>
                  </a:lnTo>
                  <a:lnTo>
                    <a:pt x="3146002" y="5655293"/>
                  </a:lnTo>
                  <a:lnTo>
                    <a:pt x="3138680" y="5676107"/>
                  </a:lnTo>
                  <a:lnTo>
                    <a:pt x="3146002" y="5696921"/>
                  </a:lnTo>
                  <a:lnTo>
                    <a:pt x="3167968" y="5706382"/>
                  </a:lnTo>
                  <a:close/>
                </a:path>
                <a:path w="9550400" h="7992745">
                  <a:moveTo>
                    <a:pt x="2311183" y="4912888"/>
                  </a:moveTo>
                  <a:lnTo>
                    <a:pt x="2313808" y="4904894"/>
                  </a:lnTo>
                  <a:lnTo>
                    <a:pt x="2316462" y="4896907"/>
                  </a:lnTo>
                  <a:lnTo>
                    <a:pt x="2319148" y="4888930"/>
                  </a:lnTo>
                  <a:lnTo>
                    <a:pt x="2321868" y="4880966"/>
                  </a:lnTo>
                  <a:lnTo>
                    <a:pt x="2315624" y="4887296"/>
                  </a:lnTo>
                  <a:lnTo>
                    <a:pt x="2311770" y="4895217"/>
                  </a:lnTo>
                  <a:lnTo>
                    <a:pt x="2310294" y="4903993"/>
                  </a:lnTo>
                  <a:lnTo>
                    <a:pt x="2311183" y="4912888"/>
                  </a:lnTo>
                  <a:close/>
                </a:path>
                <a:path w="9550400" h="7992745">
                  <a:moveTo>
                    <a:pt x="3029710" y="5449053"/>
                  </a:moveTo>
                  <a:lnTo>
                    <a:pt x="3051415" y="5439702"/>
                  </a:lnTo>
                  <a:lnTo>
                    <a:pt x="3058649" y="5419131"/>
                  </a:lnTo>
                  <a:lnTo>
                    <a:pt x="3051413" y="5398561"/>
                  </a:lnTo>
                  <a:lnTo>
                    <a:pt x="3029710" y="5389210"/>
                  </a:lnTo>
                  <a:lnTo>
                    <a:pt x="3008008" y="5398561"/>
                  </a:lnTo>
                  <a:lnTo>
                    <a:pt x="3000774" y="5419131"/>
                  </a:lnTo>
                  <a:lnTo>
                    <a:pt x="3008008" y="5439702"/>
                  </a:lnTo>
                  <a:lnTo>
                    <a:pt x="3029710" y="5449053"/>
                  </a:lnTo>
                  <a:close/>
                </a:path>
                <a:path w="9550400" h="7992745">
                  <a:moveTo>
                    <a:pt x="2190983" y="5576289"/>
                  </a:moveTo>
                  <a:lnTo>
                    <a:pt x="2191745" y="5561748"/>
                  </a:lnTo>
                  <a:lnTo>
                    <a:pt x="2192673" y="5545987"/>
                  </a:lnTo>
                  <a:lnTo>
                    <a:pt x="2193525" y="5532640"/>
                  </a:lnTo>
                  <a:lnTo>
                    <a:pt x="2194524" y="5518082"/>
                  </a:lnTo>
                  <a:lnTo>
                    <a:pt x="2177453" y="5528153"/>
                  </a:lnTo>
                  <a:lnTo>
                    <a:pt x="2171177" y="5545987"/>
                  </a:lnTo>
                  <a:lnTo>
                    <a:pt x="2175690" y="5564420"/>
                  </a:lnTo>
                  <a:lnTo>
                    <a:pt x="2190983" y="5576289"/>
                  </a:lnTo>
                  <a:close/>
                </a:path>
                <a:path w="9550400" h="7992745">
                  <a:moveTo>
                    <a:pt x="2061904" y="5577710"/>
                  </a:moveTo>
                  <a:lnTo>
                    <a:pt x="2083745" y="5568305"/>
                  </a:lnTo>
                  <a:lnTo>
                    <a:pt x="2091024" y="5547615"/>
                  </a:lnTo>
                  <a:lnTo>
                    <a:pt x="2083737" y="5526926"/>
                  </a:lnTo>
                  <a:lnTo>
                    <a:pt x="2061904" y="5517521"/>
                  </a:lnTo>
                  <a:lnTo>
                    <a:pt x="2040067" y="5526929"/>
                  </a:lnTo>
                  <a:lnTo>
                    <a:pt x="2032791" y="5547618"/>
                  </a:lnTo>
                  <a:lnTo>
                    <a:pt x="2040071" y="5568306"/>
                  </a:lnTo>
                  <a:lnTo>
                    <a:pt x="2061904" y="5577710"/>
                  </a:lnTo>
                  <a:close/>
                </a:path>
                <a:path w="9550400" h="7992745">
                  <a:moveTo>
                    <a:pt x="1923646" y="5706382"/>
                  </a:moveTo>
                  <a:lnTo>
                    <a:pt x="1942498" y="5699993"/>
                  </a:lnTo>
                  <a:lnTo>
                    <a:pt x="1951817" y="5684796"/>
                  </a:lnTo>
                  <a:lnTo>
                    <a:pt x="1951610" y="5666745"/>
                  </a:lnTo>
                  <a:lnTo>
                    <a:pt x="1941880" y="5651793"/>
                  </a:lnTo>
                  <a:lnTo>
                    <a:pt x="1905097" y="5652093"/>
                  </a:lnTo>
                  <a:lnTo>
                    <a:pt x="1895618" y="5667079"/>
                  </a:lnTo>
                  <a:lnTo>
                    <a:pt x="1895543" y="5685018"/>
                  </a:lnTo>
                  <a:lnTo>
                    <a:pt x="1904882" y="5700067"/>
                  </a:lnTo>
                  <a:lnTo>
                    <a:pt x="1923646" y="5706382"/>
                  </a:lnTo>
                  <a:close/>
                </a:path>
                <a:path w="9550400" h="7992745">
                  <a:moveTo>
                    <a:pt x="1632183" y="4544208"/>
                  </a:moveTo>
                  <a:lnTo>
                    <a:pt x="1638749" y="4531415"/>
                  </a:lnTo>
                  <a:lnTo>
                    <a:pt x="1645432" y="4518688"/>
                  </a:lnTo>
                  <a:lnTo>
                    <a:pt x="1652240" y="4506029"/>
                  </a:lnTo>
                  <a:lnTo>
                    <a:pt x="1659182" y="4493444"/>
                  </a:lnTo>
                  <a:lnTo>
                    <a:pt x="1655733" y="4491900"/>
                  </a:lnTo>
                  <a:lnTo>
                    <a:pt x="1651724" y="4491017"/>
                  </a:lnTo>
                  <a:lnTo>
                    <a:pt x="1647131" y="4491017"/>
                  </a:lnTo>
                  <a:lnTo>
                    <a:pt x="1628773" y="4497495"/>
                  </a:lnTo>
                  <a:lnTo>
                    <a:pt x="1620177" y="4512725"/>
                  </a:lnTo>
                  <a:lnTo>
                    <a:pt x="1621320" y="4530398"/>
                  </a:lnTo>
                  <a:lnTo>
                    <a:pt x="1632183" y="4544208"/>
                  </a:lnTo>
                  <a:close/>
                </a:path>
                <a:path w="9550400" h="7992745">
                  <a:moveTo>
                    <a:pt x="1785388" y="5706382"/>
                  </a:moveTo>
                  <a:lnTo>
                    <a:pt x="1803914" y="5700267"/>
                  </a:lnTo>
                  <a:lnTo>
                    <a:pt x="1813315" y="5685619"/>
                  </a:lnTo>
                  <a:lnTo>
                    <a:pt x="1813611" y="5667986"/>
                  </a:lnTo>
                  <a:lnTo>
                    <a:pt x="1804822" y="5652914"/>
                  </a:lnTo>
                  <a:lnTo>
                    <a:pt x="1765625" y="5653229"/>
                  </a:lnTo>
                  <a:lnTo>
                    <a:pt x="1757095" y="5668326"/>
                  </a:lnTo>
                  <a:lnTo>
                    <a:pt x="1757533" y="5685843"/>
                  </a:lnTo>
                  <a:lnTo>
                    <a:pt x="1766958" y="5700341"/>
                  </a:lnTo>
                  <a:lnTo>
                    <a:pt x="1785388" y="5706382"/>
                  </a:lnTo>
                  <a:close/>
                </a:path>
                <a:path w="9550400" h="7992745">
                  <a:moveTo>
                    <a:pt x="2061904" y="5706382"/>
                  </a:moveTo>
                  <a:lnTo>
                    <a:pt x="2083870" y="5696921"/>
                  </a:lnTo>
                  <a:lnTo>
                    <a:pt x="2091192" y="5676107"/>
                  </a:lnTo>
                  <a:lnTo>
                    <a:pt x="2083870" y="5655293"/>
                  </a:lnTo>
                  <a:lnTo>
                    <a:pt x="2061904" y="5645833"/>
                  </a:lnTo>
                  <a:lnTo>
                    <a:pt x="2039939" y="5655293"/>
                  </a:lnTo>
                  <a:lnTo>
                    <a:pt x="2032617" y="5676107"/>
                  </a:lnTo>
                  <a:lnTo>
                    <a:pt x="2039939" y="5696921"/>
                  </a:lnTo>
                  <a:lnTo>
                    <a:pt x="2061904" y="5706382"/>
                  </a:lnTo>
                  <a:close/>
                </a:path>
                <a:path w="9550400" h="7992745">
                  <a:moveTo>
                    <a:pt x="2061904" y="5449053"/>
                  </a:moveTo>
                  <a:lnTo>
                    <a:pt x="2083610" y="5439702"/>
                  </a:lnTo>
                  <a:lnTo>
                    <a:pt x="2090843" y="5419131"/>
                  </a:lnTo>
                  <a:lnTo>
                    <a:pt x="2083607" y="5398561"/>
                  </a:lnTo>
                  <a:lnTo>
                    <a:pt x="2061904" y="5389210"/>
                  </a:lnTo>
                  <a:lnTo>
                    <a:pt x="2040202" y="5398561"/>
                  </a:lnTo>
                  <a:lnTo>
                    <a:pt x="2032968" y="5419131"/>
                  </a:lnTo>
                  <a:lnTo>
                    <a:pt x="2040202" y="5439702"/>
                  </a:lnTo>
                  <a:lnTo>
                    <a:pt x="2061904" y="5449053"/>
                  </a:lnTo>
                  <a:close/>
                </a:path>
                <a:path w="9550400" h="7992745">
                  <a:moveTo>
                    <a:pt x="1370630" y="5449037"/>
                  </a:moveTo>
                  <a:lnTo>
                    <a:pt x="1373380" y="5449037"/>
                  </a:lnTo>
                  <a:lnTo>
                    <a:pt x="1375883" y="5448661"/>
                  </a:lnTo>
                  <a:lnTo>
                    <a:pt x="1378265" y="5448093"/>
                  </a:lnTo>
                  <a:lnTo>
                    <a:pt x="1379636" y="5434141"/>
                  </a:lnTo>
                  <a:lnTo>
                    <a:pt x="1381195" y="5419130"/>
                  </a:lnTo>
                  <a:lnTo>
                    <a:pt x="1382598" y="5406248"/>
                  </a:lnTo>
                  <a:lnTo>
                    <a:pt x="1384194" y="5392313"/>
                  </a:lnTo>
                  <a:lnTo>
                    <a:pt x="1380362" y="5390393"/>
                  </a:lnTo>
                  <a:lnTo>
                    <a:pt x="1375884" y="5389210"/>
                  </a:lnTo>
                  <a:lnTo>
                    <a:pt x="1370615" y="5389210"/>
                  </a:lnTo>
                  <a:lnTo>
                    <a:pt x="1348908" y="5398560"/>
                  </a:lnTo>
                  <a:lnTo>
                    <a:pt x="1341674" y="5419130"/>
                  </a:lnTo>
                  <a:lnTo>
                    <a:pt x="1348914" y="5439696"/>
                  </a:lnTo>
                  <a:lnTo>
                    <a:pt x="1370630" y="5449037"/>
                  </a:lnTo>
                  <a:close/>
                </a:path>
                <a:path w="9550400" h="7992745">
                  <a:moveTo>
                    <a:pt x="1483486" y="4918342"/>
                  </a:moveTo>
                  <a:lnTo>
                    <a:pt x="1486566" y="4908420"/>
                  </a:lnTo>
                  <a:lnTo>
                    <a:pt x="1489686" y="4898515"/>
                  </a:lnTo>
                  <a:lnTo>
                    <a:pt x="1492848" y="4888622"/>
                  </a:lnTo>
                  <a:lnTo>
                    <a:pt x="1496052" y="4878739"/>
                  </a:lnTo>
                  <a:lnTo>
                    <a:pt x="1487061" y="4885935"/>
                  </a:lnTo>
                  <a:lnTo>
                    <a:pt x="1481978" y="4895980"/>
                  </a:lnTo>
                  <a:lnTo>
                    <a:pt x="1480791" y="4907305"/>
                  </a:lnTo>
                  <a:lnTo>
                    <a:pt x="1483486" y="4918342"/>
                  </a:lnTo>
                  <a:close/>
                </a:path>
                <a:path w="9550400" h="7992745">
                  <a:moveTo>
                    <a:pt x="1348866" y="5656501"/>
                  </a:moveTo>
                  <a:lnTo>
                    <a:pt x="1365860" y="5656501"/>
                  </a:lnTo>
                  <a:lnTo>
                    <a:pt x="1365928" y="5653099"/>
                  </a:lnTo>
                  <a:lnTo>
                    <a:pt x="1366106" y="5649688"/>
                  </a:lnTo>
                  <a:lnTo>
                    <a:pt x="1366190" y="5646270"/>
                  </a:lnTo>
                  <a:lnTo>
                    <a:pt x="1348866" y="5656501"/>
                  </a:lnTo>
                  <a:close/>
                </a:path>
                <a:path w="9550400" h="7992745">
                  <a:moveTo>
                    <a:pt x="1370615" y="5706382"/>
                  </a:moveTo>
                  <a:lnTo>
                    <a:pt x="1388202" y="5700988"/>
                  </a:lnTo>
                  <a:lnTo>
                    <a:pt x="1397827" y="5687825"/>
                  </a:lnTo>
                  <a:lnTo>
                    <a:pt x="1399507" y="5671418"/>
                  </a:lnTo>
                  <a:lnTo>
                    <a:pt x="1393258" y="5656294"/>
                  </a:lnTo>
                  <a:lnTo>
                    <a:pt x="1348866" y="5656501"/>
                  </a:lnTo>
                  <a:lnTo>
                    <a:pt x="1347071" y="5657562"/>
                  </a:lnTo>
                  <a:lnTo>
                    <a:pt x="1341422" y="5678014"/>
                  </a:lnTo>
                  <a:lnTo>
                    <a:pt x="1349263" y="5697622"/>
                  </a:lnTo>
                  <a:lnTo>
                    <a:pt x="1370615" y="5706382"/>
                  </a:lnTo>
                  <a:close/>
                </a:path>
                <a:path w="9550400" h="7992745">
                  <a:moveTo>
                    <a:pt x="1370615" y="5835077"/>
                  </a:moveTo>
                  <a:lnTo>
                    <a:pt x="1392709" y="5825550"/>
                  </a:lnTo>
                  <a:lnTo>
                    <a:pt x="1400066" y="5804613"/>
                  </a:lnTo>
                  <a:lnTo>
                    <a:pt x="1392698" y="5783681"/>
                  </a:lnTo>
                  <a:lnTo>
                    <a:pt x="1370615" y="5774167"/>
                  </a:lnTo>
                  <a:lnTo>
                    <a:pt x="1348522" y="5783684"/>
                  </a:lnTo>
                  <a:lnTo>
                    <a:pt x="1341163" y="5804622"/>
                  </a:lnTo>
                  <a:lnTo>
                    <a:pt x="1348523" y="5825550"/>
                  </a:lnTo>
                  <a:lnTo>
                    <a:pt x="1370615" y="5835077"/>
                  </a:lnTo>
                  <a:close/>
                </a:path>
                <a:path w="9550400" h="7992745">
                  <a:moveTo>
                    <a:pt x="1368771" y="5577533"/>
                  </a:moveTo>
                  <a:lnTo>
                    <a:pt x="1369552" y="5562570"/>
                  </a:lnTo>
                  <a:lnTo>
                    <a:pt x="1370462" y="5546799"/>
                  </a:lnTo>
                  <a:lnTo>
                    <a:pt x="1371350" y="5532653"/>
                  </a:lnTo>
                  <a:lnTo>
                    <a:pt x="1372374" y="5517690"/>
                  </a:lnTo>
                  <a:lnTo>
                    <a:pt x="1371759" y="5517683"/>
                  </a:lnTo>
                  <a:lnTo>
                    <a:pt x="1371245" y="5517529"/>
                  </a:lnTo>
                  <a:lnTo>
                    <a:pt x="1370615" y="5517529"/>
                  </a:lnTo>
                  <a:lnTo>
                    <a:pt x="1349043" y="5526630"/>
                  </a:lnTo>
                  <a:lnTo>
                    <a:pt x="1341557" y="5546799"/>
                  </a:lnTo>
                  <a:lnTo>
                    <a:pt x="1348139" y="5567334"/>
                  </a:lnTo>
                  <a:lnTo>
                    <a:pt x="1368771" y="5577533"/>
                  </a:lnTo>
                  <a:close/>
                </a:path>
                <a:path w="9550400" h="7992745">
                  <a:moveTo>
                    <a:pt x="2061904" y="5835054"/>
                  </a:moveTo>
                  <a:lnTo>
                    <a:pt x="2084001" y="5825537"/>
                  </a:lnTo>
                  <a:lnTo>
                    <a:pt x="2091362" y="5804599"/>
                  </a:lnTo>
                  <a:lnTo>
                    <a:pt x="2084000" y="5783671"/>
                  </a:lnTo>
                  <a:lnTo>
                    <a:pt x="2061904" y="5774144"/>
                  </a:lnTo>
                  <a:lnTo>
                    <a:pt x="2039810" y="5783671"/>
                  </a:lnTo>
                  <a:lnTo>
                    <a:pt x="2032452" y="5804607"/>
                  </a:lnTo>
                  <a:lnTo>
                    <a:pt x="2039821" y="5825540"/>
                  </a:lnTo>
                  <a:lnTo>
                    <a:pt x="2061904" y="5835054"/>
                  </a:lnTo>
                  <a:close/>
                </a:path>
                <a:path w="9550400" h="7992745">
                  <a:moveTo>
                    <a:pt x="2200162" y="5191717"/>
                  </a:moveTo>
                  <a:lnTo>
                    <a:pt x="2221614" y="5182476"/>
                  </a:lnTo>
                  <a:lnTo>
                    <a:pt x="2228764" y="5162147"/>
                  </a:lnTo>
                  <a:lnTo>
                    <a:pt x="2221614" y="5141824"/>
                  </a:lnTo>
                  <a:lnTo>
                    <a:pt x="2200162" y="5132596"/>
                  </a:lnTo>
                  <a:lnTo>
                    <a:pt x="2178715" y="5141833"/>
                  </a:lnTo>
                  <a:lnTo>
                    <a:pt x="2171566" y="5162156"/>
                  </a:lnTo>
                  <a:lnTo>
                    <a:pt x="2178715" y="5182479"/>
                  </a:lnTo>
                  <a:lnTo>
                    <a:pt x="2200162" y="5191717"/>
                  </a:lnTo>
                  <a:close/>
                </a:path>
                <a:path w="9550400" h="7992745">
                  <a:moveTo>
                    <a:pt x="2200162" y="5063044"/>
                  </a:moveTo>
                  <a:lnTo>
                    <a:pt x="2221480" y="5053860"/>
                  </a:lnTo>
                  <a:lnTo>
                    <a:pt x="2228586" y="5033656"/>
                  </a:lnTo>
                  <a:lnTo>
                    <a:pt x="2221480" y="5013456"/>
                  </a:lnTo>
                  <a:lnTo>
                    <a:pt x="2200162" y="5004284"/>
                  </a:lnTo>
                  <a:lnTo>
                    <a:pt x="2178840" y="5013466"/>
                  </a:lnTo>
                  <a:lnTo>
                    <a:pt x="2171733" y="5033664"/>
                  </a:lnTo>
                  <a:lnTo>
                    <a:pt x="2178840" y="5053863"/>
                  </a:lnTo>
                  <a:lnTo>
                    <a:pt x="2200162" y="5063044"/>
                  </a:lnTo>
                  <a:close/>
                </a:path>
                <a:path w="9550400" h="7992745">
                  <a:moveTo>
                    <a:pt x="2200162" y="4934372"/>
                  </a:moveTo>
                  <a:lnTo>
                    <a:pt x="2221349" y="4925245"/>
                  </a:lnTo>
                  <a:lnTo>
                    <a:pt x="2228410" y="4905165"/>
                  </a:lnTo>
                  <a:lnTo>
                    <a:pt x="2221347" y="4885085"/>
                  </a:lnTo>
                  <a:lnTo>
                    <a:pt x="2200162" y="4875958"/>
                  </a:lnTo>
                  <a:lnTo>
                    <a:pt x="2178979" y="4885085"/>
                  </a:lnTo>
                  <a:lnTo>
                    <a:pt x="2171918" y="4905165"/>
                  </a:lnTo>
                  <a:lnTo>
                    <a:pt x="2178979" y="4925245"/>
                  </a:lnTo>
                  <a:lnTo>
                    <a:pt x="2200162" y="4934372"/>
                  </a:lnTo>
                  <a:close/>
                </a:path>
                <a:path w="9550400" h="7992745">
                  <a:moveTo>
                    <a:pt x="2200162" y="5449037"/>
                  </a:moveTo>
                  <a:lnTo>
                    <a:pt x="2200331" y="5449022"/>
                  </a:lnTo>
                  <a:lnTo>
                    <a:pt x="2201807" y="5434227"/>
                  </a:lnTo>
                  <a:lnTo>
                    <a:pt x="2203394" y="5419130"/>
                  </a:lnTo>
                  <a:lnTo>
                    <a:pt x="2204999" y="5404641"/>
                  </a:lnTo>
                  <a:lnTo>
                    <a:pt x="2206729" y="5389855"/>
                  </a:lnTo>
                  <a:lnTo>
                    <a:pt x="2204686" y="5389448"/>
                  </a:lnTo>
                  <a:lnTo>
                    <a:pt x="2202505" y="5389210"/>
                  </a:lnTo>
                  <a:lnTo>
                    <a:pt x="2200162" y="5389210"/>
                  </a:lnTo>
                  <a:lnTo>
                    <a:pt x="2178456" y="5398560"/>
                  </a:lnTo>
                  <a:lnTo>
                    <a:pt x="2171220" y="5419130"/>
                  </a:lnTo>
                  <a:lnTo>
                    <a:pt x="2178456" y="5439696"/>
                  </a:lnTo>
                  <a:lnTo>
                    <a:pt x="2200162" y="5449037"/>
                  </a:lnTo>
                  <a:close/>
                </a:path>
                <a:path w="9550400" h="7992745">
                  <a:moveTo>
                    <a:pt x="3024210" y="5191717"/>
                  </a:moveTo>
                  <a:lnTo>
                    <a:pt x="3029710" y="5191717"/>
                  </a:lnTo>
                  <a:lnTo>
                    <a:pt x="3050723" y="5182978"/>
                  </a:lnTo>
                  <a:lnTo>
                    <a:pt x="3058231" y="5163513"/>
                  </a:lnTo>
                  <a:lnTo>
                    <a:pt x="3052257" y="5143444"/>
                  </a:lnTo>
                  <a:lnTo>
                    <a:pt x="3032821" y="5132895"/>
                  </a:lnTo>
                  <a:lnTo>
                    <a:pt x="3028449" y="5146719"/>
                  </a:lnTo>
                  <a:lnTo>
                    <a:pt x="3024137" y="5160560"/>
                  </a:lnTo>
                  <a:lnTo>
                    <a:pt x="3019886" y="5174416"/>
                  </a:lnTo>
                  <a:lnTo>
                    <a:pt x="3015700" y="5188283"/>
                  </a:lnTo>
                  <a:lnTo>
                    <a:pt x="3019610" y="5190380"/>
                  </a:lnTo>
                  <a:lnTo>
                    <a:pt x="3024210" y="5191717"/>
                  </a:lnTo>
                  <a:close/>
                </a:path>
                <a:path w="9550400" h="7992745">
                  <a:moveTo>
                    <a:pt x="2061904" y="5320366"/>
                  </a:moveTo>
                  <a:lnTo>
                    <a:pt x="2083477" y="5311072"/>
                  </a:lnTo>
                  <a:lnTo>
                    <a:pt x="2090668" y="5290625"/>
                  </a:lnTo>
                  <a:lnTo>
                    <a:pt x="2083477" y="5270178"/>
                  </a:lnTo>
                  <a:lnTo>
                    <a:pt x="2061904" y="5260884"/>
                  </a:lnTo>
                  <a:lnTo>
                    <a:pt x="2055997" y="5260884"/>
                  </a:lnTo>
                  <a:lnTo>
                    <a:pt x="2051112" y="5262435"/>
                  </a:lnTo>
                  <a:lnTo>
                    <a:pt x="2047019" y="5264801"/>
                  </a:lnTo>
                  <a:lnTo>
                    <a:pt x="2042418" y="5286164"/>
                  </a:lnTo>
                  <a:lnTo>
                    <a:pt x="2037886" y="5307585"/>
                  </a:lnTo>
                  <a:lnTo>
                    <a:pt x="2041976" y="5312715"/>
                  </a:lnTo>
                  <a:lnTo>
                    <a:pt x="2047332" y="5316760"/>
                  </a:lnTo>
                  <a:lnTo>
                    <a:pt x="2053969" y="5319413"/>
                  </a:lnTo>
                  <a:lnTo>
                    <a:pt x="2061904" y="5320366"/>
                  </a:lnTo>
                  <a:close/>
                </a:path>
                <a:path w="9550400" h="7992745">
                  <a:moveTo>
                    <a:pt x="2200162" y="5320389"/>
                  </a:moveTo>
                  <a:lnTo>
                    <a:pt x="2206898" y="5320389"/>
                  </a:lnTo>
                  <a:lnTo>
                    <a:pt x="2212382" y="5318476"/>
                  </a:lnTo>
                  <a:lnTo>
                    <a:pt x="2216746" y="5315457"/>
                  </a:lnTo>
                  <a:lnTo>
                    <a:pt x="2218367" y="5304770"/>
                  </a:lnTo>
                  <a:lnTo>
                    <a:pt x="2220037" y="5294089"/>
                  </a:lnTo>
                  <a:lnTo>
                    <a:pt x="2221754" y="5283414"/>
                  </a:lnTo>
                  <a:lnTo>
                    <a:pt x="2223513" y="5272743"/>
                  </a:lnTo>
                  <a:lnTo>
                    <a:pt x="2219423" y="5267971"/>
                  </a:lnTo>
                  <a:lnTo>
                    <a:pt x="2214182" y="5264227"/>
                  </a:lnTo>
                  <a:lnTo>
                    <a:pt x="2207769" y="5261782"/>
                  </a:lnTo>
                  <a:lnTo>
                    <a:pt x="2200162" y="5260907"/>
                  </a:lnTo>
                  <a:lnTo>
                    <a:pt x="2178590" y="5270201"/>
                  </a:lnTo>
                  <a:lnTo>
                    <a:pt x="2171399" y="5290648"/>
                  </a:lnTo>
                  <a:lnTo>
                    <a:pt x="2178590" y="5311095"/>
                  </a:lnTo>
                  <a:lnTo>
                    <a:pt x="2200162" y="5320389"/>
                  </a:lnTo>
                  <a:close/>
                </a:path>
                <a:path w="9550400" h="7992745">
                  <a:moveTo>
                    <a:pt x="2614936" y="5706382"/>
                  </a:moveTo>
                  <a:lnTo>
                    <a:pt x="2633927" y="5699880"/>
                  </a:lnTo>
                  <a:lnTo>
                    <a:pt x="2643206" y="5684459"/>
                  </a:lnTo>
                  <a:lnTo>
                    <a:pt x="2642774" y="5666243"/>
                  </a:lnTo>
                  <a:lnTo>
                    <a:pt x="2632649" y="5651355"/>
                  </a:lnTo>
                  <a:lnTo>
                    <a:pt x="2597201" y="5651355"/>
                  </a:lnTo>
                  <a:lnTo>
                    <a:pt x="2587081" y="5666252"/>
                  </a:lnTo>
                  <a:lnTo>
                    <a:pt x="2586666" y="5684468"/>
                  </a:lnTo>
                  <a:lnTo>
                    <a:pt x="2595953" y="5699884"/>
                  </a:lnTo>
                  <a:lnTo>
                    <a:pt x="2614936" y="5706382"/>
                  </a:lnTo>
                  <a:close/>
                </a:path>
                <a:path w="9550400" h="7992745">
                  <a:moveTo>
                    <a:pt x="2063871" y="5191501"/>
                  </a:moveTo>
                  <a:lnTo>
                    <a:pt x="2081631" y="5184105"/>
                  </a:lnTo>
                  <a:lnTo>
                    <a:pt x="2089808" y="5168519"/>
                  </a:lnTo>
                  <a:lnTo>
                    <a:pt x="2088404" y="5150777"/>
                  </a:lnTo>
                  <a:lnTo>
                    <a:pt x="2077420" y="5136913"/>
                  </a:lnTo>
                  <a:lnTo>
                    <a:pt x="2073890" y="5150777"/>
                  </a:lnTo>
                  <a:lnTo>
                    <a:pt x="2070530" y="5164184"/>
                  </a:lnTo>
                  <a:lnTo>
                    <a:pt x="2067169" y="5177837"/>
                  </a:lnTo>
                  <a:lnTo>
                    <a:pt x="2063871" y="5191501"/>
                  </a:lnTo>
                  <a:close/>
                </a:path>
                <a:path w="9550400" h="7992745">
                  <a:moveTo>
                    <a:pt x="2614936" y="5835077"/>
                  </a:moveTo>
                  <a:lnTo>
                    <a:pt x="2637031" y="5825550"/>
                  </a:lnTo>
                  <a:lnTo>
                    <a:pt x="2644388" y="5804613"/>
                  </a:lnTo>
                  <a:lnTo>
                    <a:pt x="2637020" y="5783681"/>
                  </a:lnTo>
                  <a:lnTo>
                    <a:pt x="2614936" y="5774167"/>
                  </a:lnTo>
                  <a:lnTo>
                    <a:pt x="2592844" y="5783684"/>
                  </a:lnTo>
                  <a:lnTo>
                    <a:pt x="2585484" y="5804622"/>
                  </a:lnTo>
                  <a:lnTo>
                    <a:pt x="2592845" y="5825550"/>
                  </a:lnTo>
                  <a:lnTo>
                    <a:pt x="2614936" y="5835077"/>
                  </a:lnTo>
                  <a:close/>
                </a:path>
                <a:path w="9550400" h="7992745">
                  <a:moveTo>
                    <a:pt x="2476678" y="5706382"/>
                  </a:moveTo>
                  <a:lnTo>
                    <a:pt x="2495669" y="5699880"/>
                  </a:lnTo>
                  <a:lnTo>
                    <a:pt x="2504948" y="5684459"/>
                  </a:lnTo>
                  <a:lnTo>
                    <a:pt x="2504516" y="5666243"/>
                  </a:lnTo>
                  <a:lnTo>
                    <a:pt x="2494391" y="5651355"/>
                  </a:lnTo>
                  <a:lnTo>
                    <a:pt x="2458943" y="5651355"/>
                  </a:lnTo>
                  <a:lnTo>
                    <a:pt x="2448824" y="5666252"/>
                  </a:lnTo>
                  <a:lnTo>
                    <a:pt x="2448408" y="5684468"/>
                  </a:lnTo>
                  <a:lnTo>
                    <a:pt x="2457695" y="5699884"/>
                  </a:lnTo>
                  <a:lnTo>
                    <a:pt x="2476678" y="5706382"/>
                  </a:lnTo>
                  <a:close/>
                </a:path>
                <a:path w="9550400" h="7992745">
                  <a:moveTo>
                    <a:pt x="2476678" y="5835077"/>
                  </a:moveTo>
                  <a:lnTo>
                    <a:pt x="2498773" y="5825550"/>
                  </a:lnTo>
                  <a:lnTo>
                    <a:pt x="2506130" y="5804613"/>
                  </a:lnTo>
                  <a:lnTo>
                    <a:pt x="2498762" y="5783681"/>
                  </a:lnTo>
                  <a:lnTo>
                    <a:pt x="2476678" y="5774167"/>
                  </a:lnTo>
                  <a:lnTo>
                    <a:pt x="2454586" y="5783684"/>
                  </a:lnTo>
                  <a:lnTo>
                    <a:pt x="2447226" y="5804622"/>
                  </a:lnTo>
                  <a:lnTo>
                    <a:pt x="2454587" y="5825550"/>
                  </a:lnTo>
                  <a:lnTo>
                    <a:pt x="2476678" y="5835077"/>
                  </a:lnTo>
                  <a:close/>
                </a:path>
                <a:path w="9550400" h="7992745">
                  <a:moveTo>
                    <a:pt x="3145470" y="5824976"/>
                  </a:moveTo>
                  <a:lnTo>
                    <a:pt x="3191395" y="5823640"/>
                  </a:lnTo>
                  <a:lnTo>
                    <a:pt x="3197118" y="5808480"/>
                  </a:lnTo>
                  <a:lnTo>
                    <a:pt x="3195135" y="5792299"/>
                  </a:lnTo>
                  <a:lnTo>
                    <a:pt x="3185425" y="5779420"/>
                  </a:lnTo>
                  <a:lnTo>
                    <a:pt x="3167968" y="5774167"/>
                  </a:lnTo>
                  <a:lnTo>
                    <a:pt x="3150167" y="5779671"/>
                  </a:lnTo>
                  <a:lnTo>
                    <a:pt x="3140491" y="5793079"/>
                  </a:lnTo>
                  <a:lnTo>
                    <a:pt x="3138929" y="5809733"/>
                  </a:lnTo>
                  <a:lnTo>
                    <a:pt x="3145470" y="5824976"/>
                  </a:lnTo>
                  <a:close/>
                </a:path>
                <a:path w="9550400" h="7992745">
                  <a:moveTo>
                    <a:pt x="1923646" y="6993118"/>
                  </a:moveTo>
                  <a:lnTo>
                    <a:pt x="1946913" y="6983096"/>
                  </a:lnTo>
                  <a:lnTo>
                    <a:pt x="1954668" y="6961050"/>
                  </a:lnTo>
                  <a:lnTo>
                    <a:pt x="1946913" y="6939003"/>
                  </a:lnTo>
                  <a:lnTo>
                    <a:pt x="1923646" y="6928982"/>
                  </a:lnTo>
                  <a:lnTo>
                    <a:pt x="1900389" y="6939003"/>
                  </a:lnTo>
                  <a:lnTo>
                    <a:pt x="1892636" y="6961050"/>
                  </a:lnTo>
                  <a:lnTo>
                    <a:pt x="1900389" y="6983096"/>
                  </a:lnTo>
                  <a:lnTo>
                    <a:pt x="1923646" y="6993118"/>
                  </a:lnTo>
                  <a:close/>
                </a:path>
                <a:path w="9550400" h="7992745">
                  <a:moveTo>
                    <a:pt x="2061904" y="7507806"/>
                  </a:moveTo>
                  <a:lnTo>
                    <a:pt x="2085685" y="7497563"/>
                  </a:lnTo>
                  <a:lnTo>
                    <a:pt x="2093612" y="7475027"/>
                  </a:lnTo>
                  <a:lnTo>
                    <a:pt x="2085685" y="7452492"/>
                  </a:lnTo>
                  <a:lnTo>
                    <a:pt x="2061904" y="7442248"/>
                  </a:lnTo>
                  <a:lnTo>
                    <a:pt x="2038120" y="7452492"/>
                  </a:lnTo>
                  <a:lnTo>
                    <a:pt x="2030191" y="7475027"/>
                  </a:lnTo>
                  <a:lnTo>
                    <a:pt x="2038120" y="7497563"/>
                  </a:lnTo>
                  <a:lnTo>
                    <a:pt x="2061904" y="7507806"/>
                  </a:lnTo>
                  <a:close/>
                </a:path>
                <a:path w="9550400" h="7992745">
                  <a:moveTo>
                    <a:pt x="1923646" y="6864445"/>
                  </a:moveTo>
                  <a:lnTo>
                    <a:pt x="1946779" y="6854481"/>
                  </a:lnTo>
                  <a:lnTo>
                    <a:pt x="1954489" y="6832558"/>
                  </a:lnTo>
                  <a:lnTo>
                    <a:pt x="1946779" y="6810635"/>
                  </a:lnTo>
                  <a:lnTo>
                    <a:pt x="1923646" y="6800670"/>
                  </a:lnTo>
                  <a:lnTo>
                    <a:pt x="1900514" y="6810635"/>
                  </a:lnTo>
                  <a:lnTo>
                    <a:pt x="1892803" y="6832558"/>
                  </a:lnTo>
                  <a:lnTo>
                    <a:pt x="1900514" y="6854481"/>
                  </a:lnTo>
                  <a:lnTo>
                    <a:pt x="1923646" y="6864445"/>
                  </a:lnTo>
                  <a:close/>
                </a:path>
                <a:path w="9550400" h="7992745">
                  <a:moveTo>
                    <a:pt x="1923646" y="6735758"/>
                  </a:moveTo>
                  <a:lnTo>
                    <a:pt x="1940257" y="6731331"/>
                  </a:lnTo>
                  <a:lnTo>
                    <a:pt x="1950434" y="6720185"/>
                  </a:lnTo>
                  <a:lnTo>
                    <a:pt x="1954199" y="6705525"/>
                  </a:lnTo>
                  <a:lnTo>
                    <a:pt x="1951574" y="6690556"/>
                  </a:lnTo>
                  <a:lnTo>
                    <a:pt x="1895902" y="6690164"/>
                  </a:lnTo>
                  <a:lnTo>
                    <a:pt x="1893095" y="6705208"/>
                  </a:lnTo>
                  <a:lnTo>
                    <a:pt x="1896767" y="6720001"/>
                  </a:lnTo>
                  <a:lnTo>
                    <a:pt x="1906942" y="6731274"/>
                  </a:lnTo>
                  <a:lnTo>
                    <a:pt x="1923646" y="6735758"/>
                  </a:lnTo>
                  <a:close/>
                </a:path>
                <a:path w="9550400" h="7992745">
                  <a:moveTo>
                    <a:pt x="1785388" y="7507806"/>
                  </a:moveTo>
                  <a:lnTo>
                    <a:pt x="1809169" y="7497563"/>
                  </a:lnTo>
                  <a:lnTo>
                    <a:pt x="1817096" y="7475027"/>
                  </a:lnTo>
                  <a:lnTo>
                    <a:pt x="1809169" y="7452492"/>
                  </a:lnTo>
                  <a:lnTo>
                    <a:pt x="1785388" y="7442248"/>
                  </a:lnTo>
                  <a:lnTo>
                    <a:pt x="1761604" y="7452492"/>
                  </a:lnTo>
                  <a:lnTo>
                    <a:pt x="1753676" y="7475027"/>
                  </a:lnTo>
                  <a:lnTo>
                    <a:pt x="1761604" y="7497563"/>
                  </a:lnTo>
                  <a:lnTo>
                    <a:pt x="1785388" y="7507806"/>
                  </a:lnTo>
                  <a:close/>
                </a:path>
                <a:path w="9550400" h="7992745">
                  <a:moveTo>
                    <a:pt x="1785388" y="7636479"/>
                  </a:moveTo>
                  <a:lnTo>
                    <a:pt x="1809297" y="7626179"/>
                  </a:lnTo>
                  <a:lnTo>
                    <a:pt x="1817265" y="7603519"/>
                  </a:lnTo>
                  <a:lnTo>
                    <a:pt x="1809295" y="7580860"/>
                  </a:lnTo>
                  <a:lnTo>
                    <a:pt x="1785388" y="7570560"/>
                  </a:lnTo>
                  <a:lnTo>
                    <a:pt x="1761483" y="7580860"/>
                  </a:lnTo>
                  <a:lnTo>
                    <a:pt x="1753514" y="7603519"/>
                  </a:lnTo>
                  <a:lnTo>
                    <a:pt x="1761483" y="7626179"/>
                  </a:lnTo>
                  <a:lnTo>
                    <a:pt x="1785388" y="7636479"/>
                  </a:lnTo>
                  <a:close/>
                </a:path>
                <a:path w="9550400" h="7992745">
                  <a:moveTo>
                    <a:pt x="1785388" y="7379134"/>
                  </a:moveTo>
                  <a:lnTo>
                    <a:pt x="1809043" y="7368947"/>
                  </a:lnTo>
                  <a:lnTo>
                    <a:pt x="1816928" y="7346536"/>
                  </a:lnTo>
                  <a:lnTo>
                    <a:pt x="1809043" y="7324125"/>
                  </a:lnTo>
                  <a:lnTo>
                    <a:pt x="1785388" y="7313938"/>
                  </a:lnTo>
                  <a:lnTo>
                    <a:pt x="1761742" y="7324125"/>
                  </a:lnTo>
                  <a:lnTo>
                    <a:pt x="1753860" y="7346536"/>
                  </a:lnTo>
                  <a:lnTo>
                    <a:pt x="1761742" y="7368947"/>
                  </a:lnTo>
                  <a:lnTo>
                    <a:pt x="1785388" y="7379134"/>
                  </a:lnTo>
                  <a:close/>
                </a:path>
                <a:path w="9550400" h="7992745">
                  <a:moveTo>
                    <a:pt x="2061912" y="6735766"/>
                  </a:moveTo>
                  <a:lnTo>
                    <a:pt x="2078453" y="6731377"/>
                  </a:lnTo>
                  <a:lnTo>
                    <a:pt x="2088626" y="6720317"/>
                  </a:lnTo>
                  <a:lnTo>
                    <a:pt x="2092449" y="6705743"/>
                  </a:lnTo>
                  <a:lnTo>
                    <a:pt x="2089940" y="6690817"/>
                  </a:lnTo>
                  <a:lnTo>
                    <a:pt x="2033875" y="6690836"/>
                  </a:lnTo>
                  <a:lnTo>
                    <a:pt x="2031363" y="6705760"/>
                  </a:lnTo>
                  <a:lnTo>
                    <a:pt x="2035186" y="6720327"/>
                  </a:lnTo>
                  <a:lnTo>
                    <a:pt x="2045362" y="6731380"/>
                  </a:lnTo>
                  <a:lnTo>
                    <a:pt x="2061912" y="6735766"/>
                  </a:lnTo>
                  <a:close/>
                </a:path>
                <a:path w="9550400" h="7992745">
                  <a:moveTo>
                    <a:pt x="1923646" y="7379134"/>
                  </a:moveTo>
                  <a:lnTo>
                    <a:pt x="1947301" y="7368947"/>
                  </a:lnTo>
                  <a:lnTo>
                    <a:pt x="1955186" y="7346536"/>
                  </a:lnTo>
                  <a:lnTo>
                    <a:pt x="1947301" y="7324125"/>
                  </a:lnTo>
                  <a:lnTo>
                    <a:pt x="1923646" y="7313938"/>
                  </a:lnTo>
                  <a:lnTo>
                    <a:pt x="1900000" y="7324125"/>
                  </a:lnTo>
                  <a:lnTo>
                    <a:pt x="1892118" y="7346536"/>
                  </a:lnTo>
                  <a:lnTo>
                    <a:pt x="1900000" y="7368947"/>
                  </a:lnTo>
                  <a:lnTo>
                    <a:pt x="1923646" y="7379134"/>
                  </a:lnTo>
                  <a:close/>
                </a:path>
                <a:path w="9550400" h="7992745">
                  <a:moveTo>
                    <a:pt x="1923646" y="7250439"/>
                  </a:moveTo>
                  <a:lnTo>
                    <a:pt x="1947163" y="7240308"/>
                  </a:lnTo>
                  <a:lnTo>
                    <a:pt x="1955002" y="7218021"/>
                  </a:lnTo>
                  <a:lnTo>
                    <a:pt x="1947163" y="7195734"/>
                  </a:lnTo>
                  <a:lnTo>
                    <a:pt x="1923646" y="7185603"/>
                  </a:lnTo>
                  <a:lnTo>
                    <a:pt x="1900130" y="7195737"/>
                  </a:lnTo>
                  <a:lnTo>
                    <a:pt x="1892291" y="7218030"/>
                  </a:lnTo>
                  <a:lnTo>
                    <a:pt x="1900130" y="7240318"/>
                  </a:lnTo>
                  <a:lnTo>
                    <a:pt x="1923646" y="7250439"/>
                  </a:lnTo>
                  <a:close/>
                </a:path>
                <a:path w="9550400" h="7992745">
                  <a:moveTo>
                    <a:pt x="1923646" y="7121782"/>
                  </a:moveTo>
                  <a:lnTo>
                    <a:pt x="1947033" y="7111706"/>
                  </a:lnTo>
                  <a:lnTo>
                    <a:pt x="1954829" y="7089538"/>
                  </a:lnTo>
                  <a:lnTo>
                    <a:pt x="1947033" y="7067369"/>
                  </a:lnTo>
                  <a:lnTo>
                    <a:pt x="1923646" y="7057293"/>
                  </a:lnTo>
                  <a:lnTo>
                    <a:pt x="1900259" y="7067369"/>
                  </a:lnTo>
                  <a:lnTo>
                    <a:pt x="1892464" y="7089538"/>
                  </a:lnTo>
                  <a:lnTo>
                    <a:pt x="1900259" y="7111706"/>
                  </a:lnTo>
                  <a:lnTo>
                    <a:pt x="1923646" y="7121782"/>
                  </a:lnTo>
                  <a:close/>
                </a:path>
                <a:path w="9550400" h="7992745">
                  <a:moveTo>
                    <a:pt x="1923646" y="7507806"/>
                  </a:moveTo>
                  <a:lnTo>
                    <a:pt x="1947427" y="7497563"/>
                  </a:lnTo>
                  <a:lnTo>
                    <a:pt x="1955354" y="7475027"/>
                  </a:lnTo>
                  <a:lnTo>
                    <a:pt x="1947427" y="7452492"/>
                  </a:lnTo>
                  <a:lnTo>
                    <a:pt x="1923646" y="7442248"/>
                  </a:lnTo>
                  <a:lnTo>
                    <a:pt x="1899862" y="7452492"/>
                  </a:lnTo>
                  <a:lnTo>
                    <a:pt x="1891933" y="7475027"/>
                  </a:lnTo>
                  <a:lnTo>
                    <a:pt x="1899862" y="7497563"/>
                  </a:lnTo>
                  <a:lnTo>
                    <a:pt x="1923646" y="7507806"/>
                  </a:lnTo>
                  <a:close/>
                </a:path>
                <a:path w="9550400" h="7992745">
                  <a:moveTo>
                    <a:pt x="1923646" y="7636479"/>
                  </a:moveTo>
                  <a:lnTo>
                    <a:pt x="1947555" y="7626179"/>
                  </a:lnTo>
                  <a:lnTo>
                    <a:pt x="1955523" y="7603519"/>
                  </a:lnTo>
                  <a:lnTo>
                    <a:pt x="1947553" y="7580860"/>
                  </a:lnTo>
                  <a:lnTo>
                    <a:pt x="1923646" y="7570560"/>
                  </a:lnTo>
                  <a:lnTo>
                    <a:pt x="1899741" y="7580860"/>
                  </a:lnTo>
                  <a:lnTo>
                    <a:pt x="1891772" y="7603519"/>
                  </a:lnTo>
                  <a:lnTo>
                    <a:pt x="1899741" y="7626179"/>
                  </a:lnTo>
                  <a:lnTo>
                    <a:pt x="1923646" y="7636479"/>
                  </a:lnTo>
                  <a:close/>
                </a:path>
                <a:path w="9550400" h="7992745">
                  <a:moveTo>
                    <a:pt x="1647131" y="6735758"/>
                  </a:moveTo>
                  <a:lnTo>
                    <a:pt x="1668674" y="6727432"/>
                  </a:lnTo>
                  <a:lnTo>
                    <a:pt x="1677496" y="6708405"/>
                  </a:lnTo>
                  <a:lnTo>
                    <a:pt x="1673621" y="6687602"/>
                  </a:lnTo>
                  <a:lnTo>
                    <a:pt x="1657069" y="6673949"/>
                  </a:lnTo>
                  <a:lnTo>
                    <a:pt x="1654973" y="6673558"/>
                  </a:lnTo>
                  <a:lnTo>
                    <a:pt x="1650779" y="6672705"/>
                  </a:lnTo>
                  <a:lnTo>
                    <a:pt x="1649550" y="6672582"/>
                  </a:lnTo>
                  <a:lnTo>
                    <a:pt x="1648428" y="6672344"/>
                  </a:lnTo>
                  <a:lnTo>
                    <a:pt x="1647131" y="6672344"/>
                  </a:lnTo>
                  <a:lnTo>
                    <a:pt x="1624132" y="6682253"/>
                  </a:lnTo>
                  <a:lnTo>
                    <a:pt x="1616466" y="6704051"/>
                  </a:lnTo>
                  <a:lnTo>
                    <a:pt x="1624132" y="6725850"/>
                  </a:lnTo>
                  <a:lnTo>
                    <a:pt x="1647131" y="6735758"/>
                  </a:lnTo>
                  <a:close/>
                </a:path>
                <a:path w="9550400" h="7992745">
                  <a:moveTo>
                    <a:pt x="1647131" y="7893822"/>
                  </a:moveTo>
                  <a:lnTo>
                    <a:pt x="1671300" y="7883412"/>
                  </a:lnTo>
                  <a:lnTo>
                    <a:pt x="1679356" y="7860510"/>
                  </a:lnTo>
                  <a:lnTo>
                    <a:pt x="1671300" y="7837607"/>
                  </a:lnTo>
                  <a:lnTo>
                    <a:pt x="1647131" y="7827197"/>
                  </a:lnTo>
                  <a:lnTo>
                    <a:pt x="1622957" y="7837607"/>
                  </a:lnTo>
                  <a:lnTo>
                    <a:pt x="1614899" y="7860510"/>
                  </a:lnTo>
                  <a:lnTo>
                    <a:pt x="1622957" y="7883412"/>
                  </a:lnTo>
                  <a:lnTo>
                    <a:pt x="1647131" y="7893822"/>
                  </a:lnTo>
                  <a:close/>
                </a:path>
                <a:path w="9550400" h="7992745">
                  <a:moveTo>
                    <a:pt x="1785388" y="7765150"/>
                  </a:moveTo>
                  <a:lnTo>
                    <a:pt x="1809427" y="7754797"/>
                  </a:lnTo>
                  <a:lnTo>
                    <a:pt x="1817438" y="7732019"/>
                  </a:lnTo>
                  <a:lnTo>
                    <a:pt x="1809425" y="7709240"/>
                  </a:lnTo>
                  <a:lnTo>
                    <a:pt x="1785388" y="7698887"/>
                  </a:lnTo>
                  <a:lnTo>
                    <a:pt x="1761353" y="7709240"/>
                  </a:lnTo>
                  <a:lnTo>
                    <a:pt x="1753341" y="7732019"/>
                  </a:lnTo>
                  <a:lnTo>
                    <a:pt x="1761353" y="7754797"/>
                  </a:lnTo>
                  <a:lnTo>
                    <a:pt x="1785388" y="7765150"/>
                  </a:lnTo>
                  <a:close/>
                </a:path>
                <a:path w="9550400" h="7992745">
                  <a:moveTo>
                    <a:pt x="1785388" y="6993118"/>
                  </a:moveTo>
                  <a:lnTo>
                    <a:pt x="1808655" y="6983096"/>
                  </a:lnTo>
                  <a:lnTo>
                    <a:pt x="1816410" y="6961050"/>
                  </a:lnTo>
                  <a:lnTo>
                    <a:pt x="1808655" y="6939003"/>
                  </a:lnTo>
                  <a:lnTo>
                    <a:pt x="1785388" y="6928982"/>
                  </a:lnTo>
                  <a:lnTo>
                    <a:pt x="1762131" y="6939003"/>
                  </a:lnTo>
                  <a:lnTo>
                    <a:pt x="1754378" y="6961050"/>
                  </a:lnTo>
                  <a:lnTo>
                    <a:pt x="1762131" y="6983096"/>
                  </a:lnTo>
                  <a:lnTo>
                    <a:pt x="1785388" y="6993118"/>
                  </a:lnTo>
                  <a:close/>
                </a:path>
                <a:path w="9550400" h="7992745">
                  <a:moveTo>
                    <a:pt x="1785388" y="7121782"/>
                  </a:moveTo>
                  <a:lnTo>
                    <a:pt x="1808776" y="7111706"/>
                  </a:lnTo>
                  <a:lnTo>
                    <a:pt x="1816571" y="7089538"/>
                  </a:lnTo>
                  <a:lnTo>
                    <a:pt x="1808776" y="7067369"/>
                  </a:lnTo>
                  <a:lnTo>
                    <a:pt x="1785388" y="7057293"/>
                  </a:lnTo>
                  <a:lnTo>
                    <a:pt x="1762001" y="7067369"/>
                  </a:lnTo>
                  <a:lnTo>
                    <a:pt x="1754206" y="7089538"/>
                  </a:lnTo>
                  <a:lnTo>
                    <a:pt x="1762001" y="7111706"/>
                  </a:lnTo>
                  <a:lnTo>
                    <a:pt x="1785388" y="7121782"/>
                  </a:lnTo>
                  <a:close/>
                </a:path>
                <a:path w="9550400" h="7992745">
                  <a:moveTo>
                    <a:pt x="1785388" y="6864445"/>
                  </a:moveTo>
                  <a:lnTo>
                    <a:pt x="1808521" y="6854481"/>
                  </a:lnTo>
                  <a:lnTo>
                    <a:pt x="1816232" y="6832558"/>
                  </a:lnTo>
                  <a:lnTo>
                    <a:pt x="1808521" y="6810635"/>
                  </a:lnTo>
                  <a:lnTo>
                    <a:pt x="1785388" y="6800670"/>
                  </a:lnTo>
                  <a:lnTo>
                    <a:pt x="1762256" y="6810635"/>
                  </a:lnTo>
                  <a:lnTo>
                    <a:pt x="1754545" y="6832558"/>
                  </a:lnTo>
                  <a:lnTo>
                    <a:pt x="1762256" y="6854481"/>
                  </a:lnTo>
                  <a:lnTo>
                    <a:pt x="1785388" y="6864445"/>
                  </a:lnTo>
                  <a:close/>
                </a:path>
                <a:path w="9550400" h="7992745">
                  <a:moveTo>
                    <a:pt x="1785388" y="7250439"/>
                  </a:moveTo>
                  <a:lnTo>
                    <a:pt x="1808905" y="7240308"/>
                  </a:lnTo>
                  <a:lnTo>
                    <a:pt x="1816744" y="7218021"/>
                  </a:lnTo>
                  <a:lnTo>
                    <a:pt x="1808905" y="7195734"/>
                  </a:lnTo>
                  <a:lnTo>
                    <a:pt x="1785388" y="7185603"/>
                  </a:lnTo>
                  <a:lnTo>
                    <a:pt x="1761872" y="7195737"/>
                  </a:lnTo>
                  <a:lnTo>
                    <a:pt x="1754033" y="7218030"/>
                  </a:lnTo>
                  <a:lnTo>
                    <a:pt x="1761872" y="7240318"/>
                  </a:lnTo>
                  <a:lnTo>
                    <a:pt x="1785388" y="7250439"/>
                  </a:lnTo>
                  <a:close/>
                </a:path>
                <a:path w="9550400" h="7992745">
                  <a:moveTo>
                    <a:pt x="1785388" y="6735758"/>
                  </a:moveTo>
                  <a:lnTo>
                    <a:pt x="1802371" y="6731095"/>
                  </a:lnTo>
                  <a:lnTo>
                    <a:pt x="1812557" y="6719428"/>
                  </a:lnTo>
                  <a:lnTo>
                    <a:pt x="1815968" y="6704239"/>
                  </a:lnTo>
                  <a:lnTo>
                    <a:pt x="1812625" y="6689012"/>
                  </a:lnTo>
                  <a:lnTo>
                    <a:pt x="1798068" y="6688676"/>
                  </a:lnTo>
                  <a:lnTo>
                    <a:pt x="1785138" y="6688210"/>
                  </a:lnTo>
                  <a:lnTo>
                    <a:pt x="1772189" y="6687578"/>
                  </a:lnTo>
                  <a:lnTo>
                    <a:pt x="1759227" y="6686776"/>
                  </a:lnTo>
                  <a:lnTo>
                    <a:pt x="1754780" y="6702330"/>
                  </a:lnTo>
                  <a:lnTo>
                    <a:pt x="1757655" y="6718290"/>
                  </a:lnTo>
                  <a:lnTo>
                    <a:pt x="1767856" y="6730738"/>
                  </a:lnTo>
                  <a:lnTo>
                    <a:pt x="1785388" y="6735758"/>
                  </a:lnTo>
                  <a:close/>
                </a:path>
                <a:path w="9550400" h="7992745">
                  <a:moveTo>
                    <a:pt x="2061904" y="6864445"/>
                  </a:moveTo>
                  <a:lnTo>
                    <a:pt x="2085037" y="6854481"/>
                  </a:lnTo>
                  <a:lnTo>
                    <a:pt x="2092747" y="6832558"/>
                  </a:lnTo>
                  <a:lnTo>
                    <a:pt x="2085037" y="6810635"/>
                  </a:lnTo>
                  <a:lnTo>
                    <a:pt x="2061904" y="6800670"/>
                  </a:lnTo>
                  <a:lnTo>
                    <a:pt x="2038772" y="6810635"/>
                  </a:lnTo>
                  <a:lnTo>
                    <a:pt x="2031061" y="6832558"/>
                  </a:lnTo>
                  <a:lnTo>
                    <a:pt x="2038772" y="6854481"/>
                  </a:lnTo>
                  <a:lnTo>
                    <a:pt x="2061904" y="6864445"/>
                  </a:lnTo>
                  <a:close/>
                </a:path>
                <a:path w="9550400" h="7992745">
                  <a:moveTo>
                    <a:pt x="3164604" y="4805700"/>
                  </a:moveTo>
                  <a:lnTo>
                    <a:pt x="3167968" y="4805700"/>
                  </a:lnTo>
                  <a:lnTo>
                    <a:pt x="3186475" y="4799210"/>
                  </a:lnTo>
                  <a:lnTo>
                    <a:pt x="3195217" y="4783924"/>
                  </a:lnTo>
                  <a:lnTo>
                    <a:pt x="3194214" y="4766118"/>
                  </a:lnTo>
                  <a:lnTo>
                    <a:pt x="3183484" y="4752071"/>
                  </a:lnTo>
                  <a:lnTo>
                    <a:pt x="3177227" y="4765058"/>
                  </a:lnTo>
                  <a:lnTo>
                    <a:pt x="3171047" y="4778088"/>
                  </a:lnTo>
                  <a:lnTo>
                    <a:pt x="3164941" y="4791154"/>
                  </a:lnTo>
                  <a:lnTo>
                    <a:pt x="3158904" y="4804248"/>
                  </a:lnTo>
                  <a:lnTo>
                    <a:pt x="3161670" y="4805101"/>
                  </a:lnTo>
                  <a:lnTo>
                    <a:pt x="3164604" y="4805700"/>
                  </a:lnTo>
                  <a:close/>
                </a:path>
                <a:path w="9550400" h="7992745">
                  <a:moveTo>
                    <a:pt x="2753194" y="6735758"/>
                  </a:moveTo>
                  <a:lnTo>
                    <a:pt x="2770168" y="6731105"/>
                  </a:lnTo>
                  <a:lnTo>
                    <a:pt x="2780352" y="6719458"/>
                  </a:lnTo>
                  <a:lnTo>
                    <a:pt x="2783771" y="6704291"/>
                  </a:lnTo>
                  <a:lnTo>
                    <a:pt x="2780446" y="6689073"/>
                  </a:lnTo>
                  <a:lnTo>
                    <a:pt x="2725942" y="6689073"/>
                  </a:lnTo>
                  <a:lnTo>
                    <a:pt x="2722623" y="6704291"/>
                  </a:lnTo>
                  <a:lnTo>
                    <a:pt x="2726045" y="6719458"/>
                  </a:lnTo>
                  <a:lnTo>
                    <a:pt x="2736228" y="6731105"/>
                  </a:lnTo>
                  <a:lnTo>
                    <a:pt x="2753194" y="6735758"/>
                  </a:lnTo>
                  <a:close/>
                </a:path>
                <a:path w="9550400" h="7992745">
                  <a:moveTo>
                    <a:pt x="2614936" y="6993118"/>
                  </a:moveTo>
                  <a:lnTo>
                    <a:pt x="2638203" y="6983096"/>
                  </a:lnTo>
                  <a:lnTo>
                    <a:pt x="2645958" y="6961050"/>
                  </a:lnTo>
                  <a:lnTo>
                    <a:pt x="2638203" y="6939003"/>
                  </a:lnTo>
                  <a:lnTo>
                    <a:pt x="2614936" y="6928982"/>
                  </a:lnTo>
                  <a:lnTo>
                    <a:pt x="2591674" y="6939003"/>
                  </a:lnTo>
                  <a:lnTo>
                    <a:pt x="2583920" y="6961050"/>
                  </a:lnTo>
                  <a:lnTo>
                    <a:pt x="2591674" y="6983096"/>
                  </a:lnTo>
                  <a:lnTo>
                    <a:pt x="2614936" y="6993118"/>
                  </a:lnTo>
                  <a:close/>
                </a:path>
                <a:path w="9550400" h="7992745">
                  <a:moveTo>
                    <a:pt x="2614936" y="7121790"/>
                  </a:moveTo>
                  <a:lnTo>
                    <a:pt x="2638323" y="7111713"/>
                  </a:lnTo>
                  <a:lnTo>
                    <a:pt x="2646119" y="7089545"/>
                  </a:lnTo>
                  <a:lnTo>
                    <a:pt x="2638323" y="7067377"/>
                  </a:lnTo>
                  <a:lnTo>
                    <a:pt x="2614936" y="7057300"/>
                  </a:lnTo>
                  <a:lnTo>
                    <a:pt x="2591549" y="7067377"/>
                  </a:lnTo>
                  <a:lnTo>
                    <a:pt x="2583753" y="7089545"/>
                  </a:lnTo>
                  <a:lnTo>
                    <a:pt x="2591549" y="7111713"/>
                  </a:lnTo>
                  <a:lnTo>
                    <a:pt x="2614936" y="7121790"/>
                  </a:lnTo>
                  <a:close/>
                </a:path>
                <a:path w="9550400" h="7992745">
                  <a:moveTo>
                    <a:pt x="2753194" y="6993118"/>
                  </a:moveTo>
                  <a:lnTo>
                    <a:pt x="2776460" y="6983096"/>
                  </a:lnTo>
                  <a:lnTo>
                    <a:pt x="2784216" y="6961050"/>
                  </a:lnTo>
                  <a:lnTo>
                    <a:pt x="2776460" y="6939003"/>
                  </a:lnTo>
                  <a:lnTo>
                    <a:pt x="2753194" y="6928982"/>
                  </a:lnTo>
                  <a:lnTo>
                    <a:pt x="2729932" y="6939003"/>
                  </a:lnTo>
                  <a:lnTo>
                    <a:pt x="2722178" y="6961050"/>
                  </a:lnTo>
                  <a:lnTo>
                    <a:pt x="2729932" y="6983096"/>
                  </a:lnTo>
                  <a:lnTo>
                    <a:pt x="2753194" y="6993118"/>
                  </a:lnTo>
                  <a:close/>
                </a:path>
                <a:path w="9550400" h="7992745">
                  <a:moveTo>
                    <a:pt x="3277192" y="5546694"/>
                  </a:moveTo>
                  <a:lnTo>
                    <a:pt x="3285242" y="5526139"/>
                  </a:lnTo>
                  <a:lnTo>
                    <a:pt x="3280095" y="5531624"/>
                  </a:lnTo>
                  <a:lnTo>
                    <a:pt x="3277399" y="5539082"/>
                  </a:lnTo>
                  <a:lnTo>
                    <a:pt x="3277192" y="5546694"/>
                  </a:lnTo>
                  <a:close/>
                </a:path>
                <a:path w="9550400" h="7992745">
                  <a:moveTo>
                    <a:pt x="3029710" y="6735758"/>
                  </a:moveTo>
                  <a:lnTo>
                    <a:pt x="3052712" y="6725850"/>
                  </a:lnTo>
                  <a:lnTo>
                    <a:pt x="3060377" y="6704051"/>
                  </a:lnTo>
                  <a:lnTo>
                    <a:pt x="3052709" y="6682253"/>
                  </a:lnTo>
                  <a:lnTo>
                    <a:pt x="3029710" y="6672344"/>
                  </a:lnTo>
                  <a:lnTo>
                    <a:pt x="3006712" y="6682253"/>
                  </a:lnTo>
                  <a:lnTo>
                    <a:pt x="2999046" y="6704051"/>
                  </a:lnTo>
                  <a:lnTo>
                    <a:pt x="3006712" y="6725850"/>
                  </a:lnTo>
                  <a:lnTo>
                    <a:pt x="3029710" y="6735758"/>
                  </a:lnTo>
                  <a:close/>
                </a:path>
                <a:path w="9550400" h="7992745">
                  <a:moveTo>
                    <a:pt x="1615718" y="7992183"/>
                  </a:moveTo>
                  <a:lnTo>
                    <a:pt x="1625501" y="7992183"/>
                  </a:lnTo>
                  <a:lnTo>
                    <a:pt x="1663744" y="7959832"/>
                  </a:lnTo>
                  <a:lnTo>
                    <a:pt x="1659167" y="7957190"/>
                  </a:lnTo>
                  <a:lnTo>
                    <a:pt x="1653705" y="7955508"/>
                  </a:lnTo>
                  <a:lnTo>
                    <a:pt x="1647131" y="7955508"/>
                  </a:lnTo>
                  <a:lnTo>
                    <a:pt x="1630392" y="7959705"/>
                  </a:lnTo>
                  <a:lnTo>
                    <a:pt x="1619706" y="7970398"/>
                  </a:lnTo>
                  <a:lnTo>
                    <a:pt x="1615050" y="7984737"/>
                  </a:lnTo>
                  <a:lnTo>
                    <a:pt x="1615718" y="7992183"/>
                  </a:lnTo>
                  <a:close/>
                </a:path>
                <a:path w="9550400" h="7992745">
                  <a:moveTo>
                    <a:pt x="2891452" y="6735766"/>
                  </a:moveTo>
                  <a:lnTo>
                    <a:pt x="2911604" y="6728731"/>
                  </a:lnTo>
                  <a:lnTo>
                    <a:pt x="2921181" y="6712139"/>
                  </a:lnTo>
                  <a:lnTo>
                    <a:pt x="2920205" y="6692759"/>
                  </a:lnTo>
                  <a:lnTo>
                    <a:pt x="2908696" y="6677359"/>
                  </a:lnTo>
                  <a:lnTo>
                    <a:pt x="2900416" y="6679822"/>
                  </a:lnTo>
                  <a:lnTo>
                    <a:pt x="2892084" y="6682080"/>
                  </a:lnTo>
                  <a:lnTo>
                    <a:pt x="2865014" y="6687268"/>
                  </a:lnTo>
                  <a:lnTo>
                    <a:pt x="2860825" y="6702749"/>
                  </a:lnTo>
                  <a:lnTo>
                    <a:pt x="2863834" y="6718542"/>
                  </a:lnTo>
                  <a:lnTo>
                    <a:pt x="2874043" y="6730822"/>
                  </a:lnTo>
                  <a:lnTo>
                    <a:pt x="2891452" y="6735766"/>
                  </a:lnTo>
                  <a:close/>
                </a:path>
                <a:path w="9550400" h="7992745">
                  <a:moveTo>
                    <a:pt x="2891452" y="6864445"/>
                  </a:moveTo>
                  <a:lnTo>
                    <a:pt x="2914584" y="6854481"/>
                  </a:lnTo>
                  <a:lnTo>
                    <a:pt x="2922295" y="6832558"/>
                  </a:lnTo>
                  <a:lnTo>
                    <a:pt x="2914584" y="6810635"/>
                  </a:lnTo>
                  <a:lnTo>
                    <a:pt x="2891452" y="6800670"/>
                  </a:lnTo>
                  <a:lnTo>
                    <a:pt x="2868320" y="6810635"/>
                  </a:lnTo>
                  <a:lnTo>
                    <a:pt x="2860609" y="6832558"/>
                  </a:lnTo>
                  <a:lnTo>
                    <a:pt x="2868320" y="6854481"/>
                  </a:lnTo>
                  <a:lnTo>
                    <a:pt x="2891452" y="6864445"/>
                  </a:lnTo>
                  <a:close/>
                </a:path>
                <a:path w="9550400" h="7992745">
                  <a:moveTo>
                    <a:pt x="2753194" y="6864445"/>
                  </a:moveTo>
                  <a:lnTo>
                    <a:pt x="2776326" y="6854481"/>
                  </a:lnTo>
                  <a:lnTo>
                    <a:pt x="2784037" y="6832558"/>
                  </a:lnTo>
                  <a:lnTo>
                    <a:pt x="2776326" y="6810635"/>
                  </a:lnTo>
                  <a:lnTo>
                    <a:pt x="2753194" y="6800670"/>
                  </a:lnTo>
                  <a:lnTo>
                    <a:pt x="2730062" y="6810635"/>
                  </a:lnTo>
                  <a:lnTo>
                    <a:pt x="2722351" y="6832558"/>
                  </a:lnTo>
                  <a:lnTo>
                    <a:pt x="2730062" y="6854481"/>
                  </a:lnTo>
                  <a:lnTo>
                    <a:pt x="2753194" y="6864445"/>
                  </a:lnTo>
                  <a:close/>
                </a:path>
                <a:path w="9550400" h="7992745">
                  <a:moveTo>
                    <a:pt x="2061904" y="7250439"/>
                  </a:moveTo>
                  <a:lnTo>
                    <a:pt x="2085421" y="7240308"/>
                  </a:lnTo>
                  <a:lnTo>
                    <a:pt x="2093260" y="7218021"/>
                  </a:lnTo>
                  <a:lnTo>
                    <a:pt x="2085421" y="7195734"/>
                  </a:lnTo>
                  <a:lnTo>
                    <a:pt x="2061904" y="7185603"/>
                  </a:lnTo>
                  <a:lnTo>
                    <a:pt x="2038388" y="7195737"/>
                  </a:lnTo>
                  <a:lnTo>
                    <a:pt x="2030549" y="7218030"/>
                  </a:lnTo>
                  <a:lnTo>
                    <a:pt x="2038388" y="7240318"/>
                  </a:lnTo>
                  <a:lnTo>
                    <a:pt x="2061904" y="7250439"/>
                  </a:lnTo>
                  <a:close/>
                </a:path>
                <a:path w="9550400" h="7992745">
                  <a:moveTo>
                    <a:pt x="2061904" y="7379134"/>
                  </a:moveTo>
                  <a:lnTo>
                    <a:pt x="2085559" y="7368947"/>
                  </a:lnTo>
                  <a:lnTo>
                    <a:pt x="2093444" y="7346536"/>
                  </a:lnTo>
                  <a:lnTo>
                    <a:pt x="2085559" y="7324125"/>
                  </a:lnTo>
                  <a:lnTo>
                    <a:pt x="2061904" y="7313938"/>
                  </a:lnTo>
                  <a:lnTo>
                    <a:pt x="2038254" y="7324125"/>
                  </a:lnTo>
                  <a:lnTo>
                    <a:pt x="2030370" y="7346536"/>
                  </a:lnTo>
                  <a:lnTo>
                    <a:pt x="2038254" y="7368947"/>
                  </a:lnTo>
                  <a:lnTo>
                    <a:pt x="2061904" y="7379134"/>
                  </a:lnTo>
                  <a:close/>
                </a:path>
                <a:path w="9550400" h="7992745">
                  <a:moveTo>
                    <a:pt x="2752126" y="5834970"/>
                  </a:moveTo>
                  <a:lnTo>
                    <a:pt x="2754922" y="5834893"/>
                  </a:lnTo>
                  <a:lnTo>
                    <a:pt x="2775893" y="5824627"/>
                  </a:lnTo>
                  <a:lnTo>
                    <a:pt x="2782606" y="5803838"/>
                  </a:lnTo>
                  <a:lnTo>
                    <a:pt x="2775045" y="5783396"/>
                  </a:lnTo>
                  <a:lnTo>
                    <a:pt x="2753194" y="5774167"/>
                  </a:lnTo>
                  <a:lnTo>
                    <a:pt x="2731254" y="5783502"/>
                  </a:lnTo>
                  <a:lnTo>
                    <a:pt x="2723770" y="5804127"/>
                  </a:lnTo>
                  <a:lnTo>
                    <a:pt x="2730732" y="5824973"/>
                  </a:lnTo>
                  <a:lnTo>
                    <a:pt x="2752126" y="5834970"/>
                  </a:lnTo>
                  <a:close/>
                </a:path>
                <a:path w="9550400" h="7992745">
                  <a:moveTo>
                    <a:pt x="2061904" y="6993118"/>
                  </a:moveTo>
                  <a:lnTo>
                    <a:pt x="2085171" y="6983096"/>
                  </a:lnTo>
                  <a:lnTo>
                    <a:pt x="2092926" y="6961050"/>
                  </a:lnTo>
                  <a:lnTo>
                    <a:pt x="2085171" y="6939003"/>
                  </a:lnTo>
                  <a:lnTo>
                    <a:pt x="2061904" y="6928982"/>
                  </a:lnTo>
                  <a:lnTo>
                    <a:pt x="2038647" y="6939003"/>
                  </a:lnTo>
                  <a:lnTo>
                    <a:pt x="2030894" y="6961050"/>
                  </a:lnTo>
                  <a:lnTo>
                    <a:pt x="2038647" y="6983096"/>
                  </a:lnTo>
                  <a:lnTo>
                    <a:pt x="2061904" y="6993118"/>
                  </a:lnTo>
                  <a:close/>
                </a:path>
                <a:path w="9550400" h="7992745">
                  <a:moveTo>
                    <a:pt x="2061904" y="7121782"/>
                  </a:moveTo>
                  <a:lnTo>
                    <a:pt x="2085291" y="7111706"/>
                  </a:lnTo>
                  <a:lnTo>
                    <a:pt x="2093087" y="7089538"/>
                  </a:lnTo>
                  <a:lnTo>
                    <a:pt x="2085291" y="7067369"/>
                  </a:lnTo>
                  <a:lnTo>
                    <a:pt x="2061904" y="7057293"/>
                  </a:lnTo>
                  <a:lnTo>
                    <a:pt x="2038517" y="7067369"/>
                  </a:lnTo>
                  <a:lnTo>
                    <a:pt x="2030722" y="7089538"/>
                  </a:lnTo>
                  <a:lnTo>
                    <a:pt x="2038517" y="7111706"/>
                  </a:lnTo>
                  <a:lnTo>
                    <a:pt x="2061904" y="7121782"/>
                  </a:lnTo>
                  <a:close/>
                </a:path>
                <a:path w="9550400" h="7992745">
                  <a:moveTo>
                    <a:pt x="2614936" y="6735758"/>
                  </a:moveTo>
                  <a:lnTo>
                    <a:pt x="2631910" y="6731105"/>
                  </a:lnTo>
                  <a:lnTo>
                    <a:pt x="2642094" y="6719458"/>
                  </a:lnTo>
                  <a:lnTo>
                    <a:pt x="2645513" y="6704291"/>
                  </a:lnTo>
                  <a:lnTo>
                    <a:pt x="2642188" y="6689073"/>
                  </a:lnTo>
                  <a:lnTo>
                    <a:pt x="2587684" y="6689073"/>
                  </a:lnTo>
                  <a:lnTo>
                    <a:pt x="2584365" y="6704291"/>
                  </a:lnTo>
                  <a:lnTo>
                    <a:pt x="2587787" y="6719458"/>
                  </a:lnTo>
                  <a:lnTo>
                    <a:pt x="2597970" y="6731105"/>
                  </a:lnTo>
                  <a:lnTo>
                    <a:pt x="2614936" y="6735758"/>
                  </a:lnTo>
                  <a:close/>
                </a:path>
                <a:path w="9550400" h="7992745">
                  <a:moveTo>
                    <a:pt x="2476678" y="6993118"/>
                  </a:moveTo>
                  <a:lnTo>
                    <a:pt x="2499945" y="6983096"/>
                  </a:lnTo>
                  <a:lnTo>
                    <a:pt x="2507700" y="6961050"/>
                  </a:lnTo>
                  <a:lnTo>
                    <a:pt x="2499945" y="6939003"/>
                  </a:lnTo>
                  <a:lnTo>
                    <a:pt x="2476678" y="6928982"/>
                  </a:lnTo>
                  <a:lnTo>
                    <a:pt x="2453420" y="6939003"/>
                  </a:lnTo>
                  <a:lnTo>
                    <a:pt x="2445668" y="6961050"/>
                  </a:lnTo>
                  <a:lnTo>
                    <a:pt x="2453420" y="6983096"/>
                  </a:lnTo>
                  <a:lnTo>
                    <a:pt x="2476678" y="6993118"/>
                  </a:lnTo>
                  <a:close/>
                </a:path>
                <a:path w="9550400" h="7992745">
                  <a:moveTo>
                    <a:pt x="2476678" y="7121790"/>
                  </a:moveTo>
                  <a:lnTo>
                    <a:pt x="2500065" y="7111713"/>
                  </a:lnTo>
                  <a:lnTo>
                    <a:pt x="2507861" y="7089545"/>
                  </a:lnTo>
                  <a:lnTo>
                    <a:pt x="2500065" y="7067377"/>
                  </a:lnTo>
                  <a:lnTo>
                    <a:pt x="2476678" y="7057300"/>
                  </a:lnTo>
                  <a:lnTo>
                    <a:pt x="2453291" y="7067377"/>
                  </a:lnTo>
                  <a:lnTo>
                    <a:pt x="2445496" y="7089545"/>
                  </a:lnTo>
                  <a:lnTo>
                    <a:pt x="2453291" y="7111713"/>
                  </a:lnTo>
                  <a:lnTo>
                    <a:pt x="2476678" y="7121790"/>
                  </a:lnTo>
                  <a:close/>
                </a:path>
                <a:path w="9550400" h="7992745">
                  <a:moveTo>
                    <a:pt x="2476678" y="6864445"/>
                  </a:moveTo>
                  <a:lnTo>
                    <a:pt x="2499811" y="6854481"/>
                  </a:lnTo>
                  <a:lnTo>
                    <a:pt x="2507521" y="6832558"/>
                  </a:lnTo>
                  <a:lnTo>
                    <a:pt x="2499811" y="6810635"/>
                  </a:lnTo>
                  <a:lnTo>
                    <a:pt x="2476678" y="6800670"/>
                  </a:lnTo>
                  <a:lnTo>
                    <a:pt x="2453546" y="6810635"/>
                  </a:lnTo>
                  <a:lnTo>
                    <a:pt x="2445835" y="6832558"/>
                  </a:lnTo>
                  <a:lnTo>
                    <a:pt x="2453546" y="6854481"/>
                  </a:lnTo>
                  <a:lnTo>
                    <a:pt x="2476678" y="6864445"/>
                  </a:lnTo>
                  <a:close/>
                </a:path>
                <a:path w="9550400" h="7992745">
                  <a:moveTo>
                    <a:pt x="2476678" y="7250462"/>
                  </a:moveTo>
                  <a:lnTo>
                    <a:pt x="2500199" y="7240328"/>
                  </a:lnTo>
                  <a:lnTo>
                    <a:pt x="2508040" y="7218035"/>
                  </a:lnTo>
                  <a:lnTo>
                    <a:pt x="2500199" y="7195747"/>
                  </a:lnTo>
                  <a:lnTo>
                    <a:pt x="2476678" y="7185626"/>
                  </a:lnTo>
                  <a:lnTo>
                    <a:pt x="2453161" y="7195757"/>
                  </a:lnTo>
                  <a:lnTo>
                    <a:pt x="2445323" y="7218044"/>
                  </a:lnTo>
                  <a:lnTo>
                    <a:pt x="2453161" y="7240331"/>
                  </a:lnTo>
                  <a:lnTo>
                    <a:pt x="2476678" y="7250462"/>
                  </a:lnTo>
                  <a:close/>
                </a:path>
                <a:path w="9550400" h="7992745">
                  <a:moveTo>
                    <a:pt x="2476678" y="6735758"/>
                  </a:moveTo>
                  <a:lnTo>
                    <a:pt x="2493644" y="6731105"/>
                  </a:lnTo>
                  <a:lnTo>
                    <a:pt x="2503828" y="6719459"/>
                  </a:lnTo>
                  <a:lnTo>
                    <a:pt x="2507249" y="6704294"/>
                  </a:lnTo>
                  <a:lnTo>
                    <a:pt x="2503930" y="6689081"/>
                  </a:lnTo>
                  <a:lnTo>
                    <a:pt x="2449364" y="6689189"/>
                  </a:lnTo>
                  <a:lnTo>
                    <a:pt x="2446105" y="6704391"/>
                  </a:lnTo>
                  <a:lnTo>
                    <a:pt x="2449556" y="6719519"/>
                  </a:lnTo>
                  <a:lnTo>
                    <a:pt x="2459740" y="6731124"/>
                  </a:lnTo>
                  <a:lnTo>
                    <a:pt x="2476678" y="6735758"/>
                  </a:lnTo>
                  <a:close/>
                </a:path>
                <a:path w="9550400" h="7992745">
                  <a:moveTo>
                    <a:pt x="3030954" y="6606986"/>
                  </a:moveTo>
                  <a:lnTo>
                    <a:pt x="3038396" y="6605920"/>
                  </a:lnTo>
                  <a:lnTo>
                    <a:pt x="3044733" y="6603430"/>
                  </a:lnTo>
                  <a:lnTo>
                    <a:pt x="3049975" y="6599737"/>
                  </a:lnTo>
                  <a:lnTo>
                    <a:pt x="3054128" y="6595058"/>
                  </a:lnTo>
                  <a:lnTo>
                    <a:pt x="3044396" y="6593975"/>
                  </a:lnTo>
                  <a:lnTo>
                    <a:pt x="3039718" y="6598722"/>
                  </a:lnTo>
                  <a:lnTo>
                    <a:pt x="3035371" y="6602892"/>
                  </a:lnTo>
                  <a:lnTo>
                    <a:pt x="3030954" y="6606986"/>
                  </a:lnTo>
                  <a:close/>
                </a:path>
                <a:path w="9550400" h="7992745">
                  <a:moveTo>
                    <a:pt x="1508873" y="7250462"/>
                  </a:moveTo>
                  <a:lnTo>
                    <a:pt x="1532394" y="7240328"/>
                  </a:lnTo>
                  <a:lnTo>
                    <a:pt x="1540234" y="7218035"/>
                  </a:lnTo>
                  <a:lnTo>
                    <a:pt x="1532394" y="7195747"/>
                  </a:lnTo>
                  <a:lnTo>
                    <a:pt x="1508873" y="7185626"/>
                  </a:lnTo>
                  <a:lnTo>
                    <a:pt x="1485356" y="7195757"/>
                  </a:lnTo>
                  <a:lnTo>
                    <a:pt x="1477517" y="7218044"/>
                  </a:lnTo>
                  <a:lnTo>
                    <a:pt x="1485356" y="7240331"/>
                  </a:lnTo>
                  <a:lnTo>
                    <a:pt x="1508873" y="7250462"/>
                  </a:lnTo>
                  <a:close/>
                </a:path>
                <a:path w="9550400" h="7992745">
                  <a:moveTo>
                    <a:pt x="1508873" y="7636479"/>
                  </a:moveTo>
                  <a:lnTo>
                    <a:pt x="1532781" y="7626179"/>
                  </a:lnTo>
                  <a:lnTo>
                    <a:pt x="1540749" y="7603519"/>
                  </a:lnTo>
                  <a:lnTo>
                    <a:pt x="1532779" y="7580860"/>
                  </a:lnTo>
                  <a:lnTo>
                    <a:pt x="1508873" y="7570560"/>
                  </a:lnTo>
                  <a:lnTo>
                    <a:pt x="1484967" y="7580860"/>
                  </a:lnTo>
                  <a:lnTo>
                    <a:pt x="1476999" y="7603519"/>
                  </a:lnTo>
                  <a:lnTo>
                    <a:pt x="1484967" y="7626179"/>
                  </a:lnTo>
                  <a:lnTo>
                    <a:pt x="1508873" y="7636479"/>
                  </a:lnTo>
                  <a:close/>
                </a:path>
                <a:path w="9550400" h="7992745">
                  <a:moveTo>
                    <a:pt x="1508873" y="7379134"/>
                  </a:moveTo>
                  <a:lnTo>
                    <a:pt x="1532528" y="7368947"/>
                  </a:lnTo>
                  <a:lnTo>
                    <a:pt x="1540412" y="7346536"/>
                  </a:lnTo>
                  <a:lnTo>
                    <a:pt x="1532528" y="7324125"/>
                  </a:lnTo>
                  <a:lnTo>
                    <a:pt x="1508873" y="7313938"/>
                  </a:lnTo>
                  <a:lnTo>
                    <a:pt x="1485222" y="7324125"/>
                  </a:lnTo>
                  <a:lnTo>
                    <a:pt x="1477338" y="7346536"/>
                  </a:lnTo>
                  <a:lnTo>
                    <a:pt x="1485222" y="7368947"/>
                  </a:lnTo>
                  <a:lnTo>
                    <a:pt x="1508873" y="7379134"/>
                  </a:lnTo>
                  <a:close/>
                </a:path>
                <a:path w="9550400" h="7992745">
                  <a:moveTo>
                    <a:pt x="1508873" y="7507806"/>
                  </a:moveTo>
                  <a:lnTo>
                    <a:pt x="1532653" y="7497563"/>
                  </a:lnTo>
                  <a:lnTo>
                    <a:pt x="1540580" y="7475027"/>
                  </a:lnTo>
                  <a:lnTo>
                    <a:pt x="1532653" y="7452492"/>
                  </a:lnTo>
                  <a:lnTo>
                    <a:pt x="1508873" y="7442248"/>
                  </a:lnTo>
                  <a:lnTo>
                    <a:pt x="1485088" y="7452492"/>
                  </a:lnTo>
                  <a:lnTo>
                    <a:pt x="1477160" y="7475027"/>
                  </a:lnTo>
                  <a:lnTo>
                    <a:pt x="1485088" y="7497563"/>
                  </a:lnTo>
                  <a:lnTo>
                    <a:pt x="1508873" y="7507806"/>
                  </a:lnTo>
                  <a:close/>
                </a:path>
                <a:path w="9550400" h="7992745">
                  <a:moveTo>
                    <a:pt x="1508873" y="7893822"/>
                  </a:moveTo>
                  <a:lnTo>
                    <a:pt x="1533042" y="7883412"/>
                  </a:lnTo>
                  <a:lnTo>
                    <a:pt x="1541098" y="7860510"/>
                  </a:lnTo>
                  <a:lnTo>
                    <a:pt x="1533042" y="7837607"/>
                  </a:lnTo>
                  <a:lnTo>
                    <a:pt x="1508873" y="7827197"/>
                  </a:lnTo>
                  <a:lnTo>
                    <a:pt x="1484699" y="7837607"/>
                  </a:lnTo>
                  <a:lnTo>
                    <a:pt x="1476641" y="7860510"/>
                  </a:lnTo>
                  <a:lnTo>
                    <a:pt x="1484699" y="7883412"/>
                  </a:lnTo>
                  <a:lnTo>
                    <a:pt x="1508873" y="7893822"/>
                  </a:lnTo>
                  <a:close/>
                </a:path>
                <a:path w="9550400" h="7992745">
                  <a:moveTo>
                    <a:pt x="1508873" y="7765150"/>
                  </a:moveTo>
                  <a:lnTo>
                    <a:pt x="1532911" y="7754797"/>
                  </a:lnTo>
                  <a:lnTo>
                    <a:pt x="1540922" y="7732019"/>
                  </a:lnTo>
                  <a:lnTo>
                    <a:pt x="1532909" y="7709240"/>
                  </a:lnTo>
                  <a:lnTo>
                    <a:pt x="1508873" y="7698887"/>
                  </a:lnTo>
                  <a:lnTo>
                    <a:pt x="1484837" y="7709240"/>
                  </a:lnTo>
                  <a:lnTo>
                    <a:pt x="1476826" y="7732019"/>
                  </a:lnTo>
                  <a:lnTo>
                    <a:pt x="1484837" y="7754797"/>
                  </a:lnTo>
                  <a:lnTo>
                    <a:pt x="1508873" y="7765150"/>
                  </a:lnTo>
                  <a:close/>
                </a:path>
                <a:path w="9550400" h="7992745">
                  <a:moveTo>
                    <a:pt x="1508873" y="7121790"/>
                  </a:moveTo>
                  <a:lnTo>
                    <a:pt x="1532260" y="7111713"/>
                  </a:lnTo>
                  <a:lnTo>
                    <a:pt x="1540055" y="7089545"/>
                  </a:lnTo>
                  <a:lnTo>
                    <a:pt x="1532260" y="7067377"/>
                  </a:lnTo>
                  <a:lnTo>
                    <a:pt x="1508873" y="7057300"/>
                  </a:lnTo>
                  <a:lnTo>
                    <a:pt x="1485485" y="7067377"/>
                  </a:lnTo>
                  <a:lnTo>
                    <a:pt x="1477690" y="7089545"/>
                  </a:lnTo>
                  <a:lnTo>
                    <a:pt x="1485485" y="7111713"/>
                  </a:lnTo>
                  <a:lnTo>
                    <a:pt x="1508873" y="7121790"/>
                  </a:lnTo>
                  <a:close/>
                </a:path>
                <a:path w="9550400" h="7992745">
                  <a:moveTo>
                    <a:pt x="3306226" y="5191717"/>
                  </a:moveTo>
                  <a:lnTo>
                    <a:pt x="3327677" y="5182476"/>
                  </a:lnTo>
                  <a:lnTo>
                    <a:pt x="3334828" y="5162147"/>
                  </a:lnTo>
                  <a:lnTo>
                    <a:pt x="3327677" y="5141824"/>
                  </a:lnTo>
                  <a:lnTo>
                    <a:pt x="3306226" y="5132596"/>
                  </a:lnTo>
                  <a:lnTo>
                    <a:pt x="3284779" y="5141833"/>
                  </a:lnTo>
                  <a:lnTo>
                    <a:pt x="3277630" y="5162156"/>
                  </a:lnTo>
                  <a:lnTo>
                    <a:pt x="3284779" y="5182479"/>
                  </a:lnTo>
                  <a:lnTo>
                    <a:pt x="3306226" y="5191717"/>
                  </a:lnTo>
                  <a:close/>
                </a:path>
                <a:path w="9550400" h="7992745">
                  <a:moveTo>
                    <a:pt x="1477598" y="7992183"/>
                  </a:moveTo>
                  <a:lnTo>
                    <a:pt x="1540152" y="7992183"/>
                  </a:lnTo>
                  <a:lnTo>
                    <a:pt x="1541271" y="7989002"/>
                  </a:lnTo>
                  <a:lnTo>
                    <a:pt x="1533171" y="7965975"/>
                  </a:lnTo>
                  <a:lnTo>
                    <a:pt x="1508873" y="7955509"/>
                  </a:lnTo>
                  <a:lnTo>
                    <a:pt x="1484578" y="7965976"/>
                  </a:lnTo>
                  <a:lnTo>
                    <a:pt x="1476480" y="7989002"/>
                  </a:lnTo>
                  <a:lnTo>
                    <a:pt x="1477598" y="7992183"/>
                  </a:lnTo>
                  <a:close/>
                </a:path>
                <a:path w="9550400" h="7992745">
                  <a:moveTo>
                    <a:pt x="1508873" y="6993118"/>
                  </a:moveTo>
                  <a:lnTo>
                    <a:pt x="1532139" y="6983096"/>
                  </a:lnTo>
                  <a:lnTo>
                    <a:pt x="1539894" y="6961050"/>
                  </a:lnTo>
                  <a:lnTo>
                    <a:pt x="1532139" y="6939003"/>
                  </a:lnTo>
                  <a:lnTo>
                    <a:pt x="1508873" y="6928982"/>
                  </a:lnTo>
                  <a:lnTo>
                    <a:pt x="1485610" y="6939003"/>
                  </a:lnTo>
                  <a:lnTo>
                    <a:pt x="1477856" y="6961050"/>
                  </a:lnTo>
                  <a:lnTo>
                    <a:pt x="1485610" y="6983096"/>
                  </a:lnTo>
                  <a:lnTo>
                    <a:pt x="1508873" y="6993118"/>
                  </a:lnTo>
                  <a:close/>
                </a:path>
                <a:path w="9550400" h="7992745">
                  <a:moveTo>
                    <a:pt x="2338420" y="6864445"/>
                  </a:moveTo>
                  <a:lnTo>
                    <a:pt x="2361553" y="6854481"/>
                  </a:lnTo>
                  <a:lnTo>
                    <a:pt x="2369263" y="6832558"/>
                  </a:lnTo>
                  <a:lnTo>
                    <a:pt x="2361553" y="6810635"/>
                  </a:lnTo>
                  <a:lnTo>
                    <a:pt x="2338420" y="6800670"/>
                  </a:lnTo>
                  <a:lnTo>
                    <a:pt x="2315288" y="6810635"/>
                  </a:lnTo>
                  <a:lnTo>
                    <a:pt x="2307577" y="6832558"/>
                  </a:lnTo>
                  <a:lnTo>
                    <a:pt x="2315288" y="6854481"/>
                  </a:lnTo>
                  <a:lnTo>
                    <a:pt x="2338420" y="6864445"/>
                  </a:lnTo>
                  <a:close/>
                </a:path>
                <a:path w="9550400" h="7992745">
                  <a:moveTo>
                    <a:pt x="2338420" y="7250462"/>
                  </a:moveTo>
                  <a:lnTo>
                    <a:pt x="2361941" y="7240328"/>
                  </a:lnTo>
                  <a:lnTo>
                    <a:pt x="2369782" y="7218035"/>
                  </a:lnTo>
                  <a:lnTo>
                    <a:pt x="2361941" y="7195747"/>
                  </a:lnTo>
                  <a:lnTo>
                    <a:pt x="2338420" y="7185626"/>
                  </a:lnTo>
                  <a:lnTo>
                    <a:pt x="2314904" y="7195757"/>
                  </a:lnTo>
                  <a:lnTo>
                    <a:pt x="2307065" y="7218044"/>
                  </a:lnTo>
                  <a:lnTo>
                    <a:pt x="2314904" y="7240331"/>
                  </a:lnTo>
                  <a:lnTo>
                    <a:pt x="2338420" y="7250462"/>
                  </a:lnTo>
                  <a:close/>
                </a:path>
                <a:path w="9550400" h="7992745">
                  <a:moveTo>
                    <a:pt x="2338420" y="6993118"/>
                  </a:moveTo>
                  <a:lnTo>
                    <a:pt x="2361687" y="6983096"/>
                  </a:lnTo>
                  <a:lnTo>
                    <a:pt x="2369442" y="6961050"/>
                  </a:lnTo>
                  <a:lnTo>
                    <a:pt x="2361687" y="6939003"/>
                  </a:lnTo>
                  <a:lnTo>
                    <a:pt x="2338420" y="6928982"/>
                  </a:lnTo>
                  <a:lnTo>
                    <a:pt x="2315162" y="6939003"/>
                  </a:lnTo>
                  <a:lnTo>
                    <a:pt x="2307410" y="6961050"/>
                  </a:lnTo>
                  <a:lnTo>
                    <a:pt x="2315162" y="6983096"/>
                  </a:lnTo>
                  <a:lnTo>
                    <a:pt x="2338420" y="6993118"/>
                  </a:lnTo>
                  <a:close/>
                </a:path>
                <a:path w="9550400" h="7992745">
                  <a:moveTo>
                    <a:pt x="3306226" y="5063021"/>
                  </a:moveTo>
                  <a:lnTo>
                    <a:pt x="3327548" y="5053840"/>
                  </a:lnTo>
                  <a:lnTo>
                    <a:pt x="3334655" y="5033641"/>
                  </a:lnTo>
                  <a:lnTo>
                    <a:pt x="3327548" y="5013443"/>
                  </a:lnTo>
                  <a:lnTo>
                    <a:pt x="3306226" y="5004262"/>
                  </a:lnTo>
                  <a:lnTo>
                    <a:pt x="3284908" y="5013446"/>
                  </a:lnTo>
                  <a:lnTo>
                    <a:pt x="3277802" y="5033650"/>
                  </a:lnTo>
                  <a:lnTo>
                    <a:pt x="3284908" y="5053850"/>
                  </a:lnTo>
                  <a:lnTo>
                    <a:pt x="3306226" y="5063021"/>
                  </a:lnTo>
                  <a:close/>
                </a:path>
                <a:path w="9550400" h="7992745">
                  <a:moveTo>
                    <a:pt x="1339341" y="7992183"/>
                  </a:moveTo>
                  <a:lnTo>
                    <a:pt x="1401894" y="7992183"/>
                  </a:lnTo>
                  <a:lnTo>
                    <a:pt x="1403013" y="7989002"/>
                  </a:lnTo>
                  <a:lnTo>
                    <a:pt x="1394914" y="7965975"/>
                  </a:lnTo>
                  <a:lnTo>
                    <a:pt x="1370615" y="7955509"/>
                  </a:lnTo>
                  <a:lnTo>
                    <a:pt x="1346320" y="7965976"/>
                  </a:lnTo>
                  <a:lnTo>
                    <a:pt x="1338222" y="7989002"/>
                  </a:lnTo>
                  <a:lnTo>
                    <a:pt x="1339341" y="7992183"/>
                  </a:lnTo>
                  <a:close/>
                </a:path>
                <a:path w="9550400" h="7992745">
                  <a:moveTo>
                    <a:pt x="2338420" y="7121782"/>
                  </a:moveTo>
                  <a:lnTo>
                    <a:pt x="2361807" y="7111706"/>
                  </a:lnTo>
                  <a:lnTo>
                    <a:pt x="2369603" y="7089538"/>
                  </a:lnTo>
                  <a:lnTo>
                    <a:pt x="2361807" y="7067369"/>
                  </a:lnTo>
                  <a:lnTo>
                    <a:pt x="2338420" y="7057293"/>
                  </a:lnTo>
                  <a:lnTo>
                    <a:pt x="2315033" y="7067369"/>
                  </a:lnTo>
                  <a:lnTo>
                    <a:pt x="2307238" y="7089538"/>
                  </a:lnTo>
                  <a:lnTo>
                    <a:pt x="2315033" y="7111706"/>
                  </a:lnTo>
                  <a:lnTo>
                    <a:pt x="2338420" y="7121782"/>
                  </a:lnTo>
                  <a:close/>
                </a:path>
                <a:path w="9550400" h="7992745">
                  <a:moveTo>
                    <a:pt x="2200162" y="6864445"/>
                  </a:moveTo>
                  <a:lnTo>
                    <a:pt x="2223295" y="6854481"/>
                  </a:lnTo>
                  <a:lnTo>
                    <a:pt x="2231005" y="6832558"/>
                  </a:lnTo>
                  <a:lnTo>
                    <a:pt x="2223295" y="6810635"/>
                  </a:lnTo>
                  <a:lnTo>
                    <a:pt x="2200162" y="6800670"/>
                  </a:lnTo>
                  <a:lnTo>
                    <a:pt x="2177030" y="6810635"/>
                  </a:lnTo>
                  <a:lnTo>
                    <a:pt x="2169319" y="6832558"/>
                  </a:lnTo>
                  <a:lnTo>
                    <a:pt x="2177030" y="6854481"/>
                  </a:lnTo>
                  <a:lnTo>
                    <a:pt x="2200162" y="6864445"/>
                  </a:lnTo>
                  <a:close/>
                </a:path>
                <a:path w="9550400" h="7992745">
                  <a:moveTo>
                    <a:pt x="1647131" y="5835077"/>
                  </a:moveTo>
                  <a:lnTo>
                    <a:pt x="1669225" y="5825550"/>
                  </a:lnTo>
                  <a:lnTo>
                    <a:pt x="1676582" y="5804613"/>
                  </a:lnTo>
                  <a:lnTo>
                    <a:pt x="1669214" y="5783681"/>
                  </a:lnTo>
                  <a:lnTo>
                    <a:pt x="1647131" y="5774167"/>
                  </a:lnTo>
                  <a:lnTo>
                    <a:pt x="1625038" y="5783684"/>
                  </a:lnTo>
                  <a:lnTo>
                    <a:pt x="1617679" y="5804622"/>
                  </a:lnTo>
                  <a:lnTo>
                    <a:pt x="1625039" y="5825550"/>
                  </a:lnTo>
                  <a:lnTo>
                    <a:pt x="1647131" y="5835077"/>
                  </a:lnTo>
                  <a:close/>
                </a:path>
                <a:path w="9550400" h="7992745">
                  <a:moveTo>
                    <a:pt x="2200162" y="6993118"/>
                  </a:moveTo>
                  <a:lnTo>
                    <a:pt x="2223429" y="6983096"/>
                  </a:lnTo>
                  <a:lnTo>
                    <a:pt x="2231184" y="6961050"/>
                  </a:lnTo>
                  <a:lnTo>
                    <a:pt x="2223429" y="6939003"/>
                  </a:lnTo>
                  <a:lnTo>
                    <a:pt x="2200162" y="6928982"/>
                  </a:lnTo>
                  <a:lnTo>
                    <a:pt x="2176900" y="6939003"/>
                  </a:lnTo>
                  <a:lnTo>
                    <a:pt x="2169146" y="6961050"/>
                  </a:lnTo>
                  <a:lnTo>
                    <a:pt x="2176900" y="6983096"/>
                  </a:lnTo>
                  <a:lnTo>
                    <a:pt x="2200162" y="6993118"/>
                  </a:lnTo>
                  <a:close/>
                </a:path>
                <a:path w="9550400" h="7992745">
                  <a:moveTo>
                    <a:pt x="2200162" y="7121790"/>
                  </a:moveTo>
                  <a:lnTo>
                    <a:pt x="2223549" y="7111713"/>
                  </a:lnTo>
                  <a:lnTo>
                    <a:pt x="2231345" y="7089545"/>
                  </a:lnTo>
                  <a:lnTo>
                    <a:pt x="2223549" y="7067377"/>
                  </a:lnTo>
                  <a:lnTo>
                    <a:pt x="2200162" y="7057300"/>
                  </a:lnTo>
                  <a:lnTo>
                    <a:pt x="2176775" y="7067377"/>
                  </a:lnTo>
                  <a:lnTo>
                    <a:pt x="2168980" y="7089545"/>
                  </a:lnTo>
                  <a:lnTo>
                    <a:pt x="2176775" y="7111713"/>
                  </a:lnTo>
                  <a:lnTo>
                    <a:pt x="2200162" y="7121790"/>
                  </a:lnTo>
                  <a:close/>
                </a:path>
                <a:path w="9550400" h="7992745">
                  <a:moveTo>
                    <a:pt x="2200162" y="7250462"/>
                  </a:moveTo>
                  <a:lnTo>
                    <a:pt x="2223683" y="7240328"/>
                  </a:lnTo>
                  <a:lnTo>
                    <a:pt x="2231524" y="7218035"/>
                  </a:lnTo>
                  <a:lnTo>
                    <a:pt x="2223683" y="7195747"/>
                  </a:lnTo>
                  <a:lnTo>
                    <a:pt x="2200162" y="7185626"/>
                  </a:lnTo>
                  <a:lnTo>
                    <a:pt x="2176646" y="7195757"/>
                  </a:lnTo>
                  <a:lnTo>
                    <a:pt x="2168807" y="7218044"/>
                  </a:lnTo>
                  <a:lnTo>
                    <a:pt x="2176646" y="7240331"/>
                  </a:lnTo>
                  <a:lnTo>
                    <a:pt x="2200162" y="7250462"/>
                  </a:lnTo>
                  <a:close/>
                </a:path>
                <a:path w="9550400" h="7992745">
                  <a:moveTo>
                    <a:pt x="1508873" y="6864445"/>
                  </a:moveTo>
                  <a:lnTo>
                    <a:pt x="1532005" y="6854481"/>
                  </a:lnTo>
                  <a:lnTo>
                    <a:pt x="1539716" y="6832558"/>
                  </a:lnTo>
                  <a:lnTo>
                    <a:pt x="1532005" y="6810635"/>
                  </a:lnTo>
                  <a:lnTo>
                    <a:pt x="1508873" y="6800670"/>
                  </a:lnTo>
                  <a:lnTo>
                    <a:pt x="1485740" y="6810635"/>
                  </a:lnTo>
                  <a:lnTo>
                    <a:pt x="1478029" y="6832558"/>
                  </a:lnTo>
                  <a:lnTo>
                    <a:pt x="1485740" y="6854481"/>
                  </a:lnTo>
                  <a:lnTo>
                    <a:pt x="1508873" y="6864445"/>
                  </a:lnTo>
                  <a:close/>
                </a:path>
                <a:path w="9550400" h="7992745">
                  <a:moveTo>
                    <a:pt x="3721000" y="4291012"/>
                  </a:moveTo>
                  <a:lnTo>
                    <a:pt x="3741540" y="4282165"/>
                  </a:lnTo>
                  <a:lnTo>
                    <a:pt x="3748386" y="4262703"/>
                  </a:lnTo>
                  <a:lnTo>
                    <a:pt x="3741540" y="4243242"/>
                  </a:lnTo>
                  <a:lnTo>
                    <a:pt x="3721000" y="4234395"/>
                  </a:lnTo>
                  <a:lnTo>
                    <a:pt x="3700456" y="4243242"/>
                  </a:lnTo>
                  <a:lnTo>
                    <a:pt x="3693607" y="4262703"/>
                  </a:lnTo>
                  <a:lnTo>
                    <a:pt x="3700456" y="4282165"/>
                  </a:lnTo>
                  <a:lnTo>
                    <a:pt x="3721000" y="4291012"/>
                  </a:lnTo>
                  <a:close/>
                </a:path>
                <a:path w="9550400" h="7992745">
                  <a:moveTo>
                    <a:pt x="3582742" y="4677028"/>
                  </a:moveTo>
                  <a:lnTo>
                    <a:pt x="3603671" y="4668010"/>
                  </a:lnTo>
                  <a:lnTo>
                    <a:pt x="3610647" y="4648171"/>
                  </a:lnTo>
                  <a:lnTo>
                    <a:pt x="3603671" y="4628331"/>
                  </a:lnTo>
                  <a:lnTo>
                    <a:pt x="3582742" y="4619313"/>
                  </a:lnTo>
                  <a:lnTo>
                    <a:pt x="3561809" y="4628331"/>
                  </a:lnTo>
                  <a:lnTo>
                    <a:pt x="3554831" y="4648171"/>
                  </a:lnTo>
                  <a:lnTo>
                    <a:pt x="3561809" y="4668010"/>
                  </a:lnTo>
                  <a:lnTo>
                    <a:pt x="3582742" y="4677028"/>
                  </a:lnTo>
                  <a:close/>
                </a:path>
                <a:path w="9550400" h="7992745">
                  <a:moveTo>
                    <a:pt x="3718649" y="4419439"/>
                  </a:moveTo>
                  <a:lnTo>
                    <a:pt x="3738543" y="4368659"/>
                  </a:lnTo>
                  <a:lnTo>
                    <a:pt x="3734142" y="4365034"/>
                  </a:lnTo>
                  <a:lnTo>
                    <a:pt x="3728327" y="4362706"/>
                  </a:lnTo>
                  <a:lnTo>
                    <a:pt x="3721000" y="4362706"/>
                  </a:lnTo>
                  <a:lnTo>
                    <a:pt x="3700667" y="4371223"/>
                  </a:lnTo>
                  <a:lnTo>
                    <a:pt x="3693510" y="4390145"/>
                  </a:lnTo>
                  <a:lnTo>
                    <a:pt x="3699509" y="4409531"/>
                  </a:lnTo>
                  <a:lnTo>
                    <a:pt x="3718649" y="4419439"/>
                  </a:lnTo>
                  <a:close/>
                </a:path>
                <a:path w="9550400" h="7992745">
                  <a:moveTo>
                    <a:pt x="3568770" y="4802182"/>
                  </a:moveTo>
                  <a:lnTo>
                    <a:pt x="3589808" y="4748446"/>
                  </a:lnTo>
                  <a:lnTo>
                    <a:pt x="3587619" y="4747939"/>
                  </a:lnTo>
                  <a:lnTo>
                    <a:pt x="3585284" y="4747640"/>
                  </a:lnTo>
                  <a:lnTo>
                    <a:pt x="3582742" y="4747640"/>
                  </a:lnTo>
                  <a:lnTo>
                    <a:pt x="3563917" y="4754416"/>
                  </a:lnTo>
                  <a:lnTo>
                    <a:pt x="3555325" y="4770256"/>
                  </a:lnTo>
                  <a:lnTo>
                    <a:pt x="3556949" y="4788423"/>
                  </a:lnTo>
                  <a:lnTo>
                    <a:pt x="3568770" y="4802182"/>
                  </a:lnTo>
                  <a:close/>
                </a:path>
                <a:path w="9550400" h="7992745">
                  <a:moveTo>
                    <a:pt x="3582742" y="4548356"/>
                  </a:moveTo>
                  <a:lnTo>
                    <a:pt x="3603540" y="4539397"/>
                  </a:lnTo>
                  <a:lnTo>
                    <a:pt x="3610471" y="4519687"/>
                  </a:lnTo>
                  <a:lnTo>
                    <a:pt x="3603538" y="4499976"/>
                  </a:lnTo>
                  <a:lnTo>
                    <a:pt x="3582742" y="4491017"/>
                  </a:lnTo>
                  <a:lnTo>
                    <a:pt x="3561947" y="4499976"/>
                  </a:lnTo>
                  <a:lnTo>
                    <a:pt x="3555016" y="4519687"/>
                  </a:lnTo>
                  <a:lnTo>
                    <a:pt x="3561947" y="4539397"/>
                  </a:lnTo>
                  <a:lnTo>
                    <a:pt x="3582742" y="4548356"/>
                  </a:lnTo>
                  <a:close/>
                </a:path>
                <a:path w="9550400" h="7992745">
                  <a:moveTo>
                    <a:pt x="3582742" y="4291012"/>
                  </a:moveTo>
                  <a:lnTo>
                    <a:pt x="3603282" y="4282165"/>
                  </a:lnTo>
                  <a:lnTo>
                    <a:pt x="3610128" y="4262703"/>
                  </a:lnTo>
                  <a:lnTo>
                    <a:pt x="3603282" y="4243242"/>
                  </a:lnTo>
                  <a:lnTo>
                    <a:pt x="3582742" y="4234395"/>
                  </a:lnTo>
                  <a:lnTo>
                    <a:pt x="3562198" y="4243242"/>
                  </a:lnTo>
                  <a:lnTo>
                    <a:pt x="3555350" y="4262703"/>
                  </a:lnTo>
                  <a:lnTo>
                    <a:pt x="3562198" y="4282165"/>
                  </a:lnTo>
                  <a:lnTo>
                    <a:pt x="3582742" y="4291012"/>
                  </a:lnTo>
                  <a:close/>
                </a:path>
                <a:path w="9550400" h="7992745">
                  <a:moveTo>
                    <a:pt x="2198411" y="7507629"/>
                  </a:moveTo>
                  <a:lnTo>
                    <a:pt x="2231493" y="7479662"/>
                  </a:lnTo>
                  <a:lnTo>
                    <a:pt x="2230772" y="7466318"/>
                  </a:lnTo>
                  <a:lnTo>
                    <a:pt x="2225324" y="7454290"/>
                  </a:lnTo>
                  <a:lnTo>
                    <a:pt x="2215128" y="7445595"/>
                  </a:lnTo>
                  <a:lnTo>
                    <a:pt x="2200162" y="7442248"/>
                  </a:lnTo>
                  <a:lnTo>
                    <a:pt x="2176634" y="7452202"/>
                  </a:lnTo>
                  <a:lnTo>
                    <a:pt x="2168510" y="7474239"/>
                  </a:lnTo>
                  <a:lnTo>
                    <a:pt x="2175774" y="7496626"/>
                  </a:lnTo>
                  <a:lnTo>
                    <a:pt x="2198411" y="7507629"/>
                  </a:lnTo>
                  <a:close/>
                </a:path>
                <a:path w="9550400" h="7992745">
                  <a:moveTo>
                    <a:pt x="3582742" y="4162340"/>
                  </a:moveTo>
                  <a:lnTo>
                    <a:pt x="3590354" y="4162340"/>
                  </a:lnTo>
                  <a:lnTo>
                    <a:pt x="3596291" y="4159774"/>
                  </a:lnTo>
                  <a:lnTo>
                    <a:pt x="3600708" y="4155841"/>
                  </a:lnTo>
                  <a:lnTo>
                    <a:pt x="3589310" y="4153351"/>
                  </a:lnTo>
                  <a:lnTo>
                    <a:pt x="3578445" y="4151093"/>
                  </a:lnTo>
                  <a:lnTo>
                    <a:pt x="3558447" y="4147231"/>
                  </a:lnTo>
                  <a:lnTo>
                    <a:pt x="3562177" y="4153205"/>
                  </a:lnTo>
                  <a:lnTo>
                    <a:pt x="3567458" y="4157997"/>
                  </a:lnTo>
                  <a:lnTo>
                    <a:pt x="3574307" y="4161183"/>
                  </a:lnTo>
                  <a:lnTo>
                    <a:pt x="3582742" y="4162340"/>
                  </a:lnTo>
                  <a:close/>
                </a:path>
                <a:path w="9550400" h="7992745">
                  <a:moveTo>
                    <a:pt x="3444484" y="4162340"/>
                  </a:moveTo>
                  <a:lnTo>
                    <a:pt x="3457318" y="4159475"/>
                  </a:lnTo>
                  <a:lnTo>
                    <a:pt x="3466070" y="4152027"/>
                  </a:lnTo>
                  <a:lnTo>
                    <a:pt x="3470754" y="4141721"/>
                  </a:lnTo>
                  <a:lnTo>
                    <a:pt x="3471383" y="4130279"/>
                  </a:lnTo>
                  <a:lnTo>
                    <a:pt x="3423192" y="4116116"/>
                  </a:lnTo>
                  <a:lnTo>
                    <a:pt x="3417606" y="4130163"/>
                  </a:lnTo>
                  <a:lnTo>
                    <a:pt x="3419281" y="4145294"/>
                  </a:lnTo>
                  <a:lnTo>
                    <a:pt x="3428234" y="4157392"/>
                  </a:lnTo>
                  <a:lnTo>
                    <a:pt x="3444484" y="4162340"/>
                  </a:lnTo>
                  <a:close/>
                </a:path>
                <a:path w="9550400" h="7992745">
                  <a:moveTo>
                    <a:pt x="3582742" y="4419684"/>
                  </a:moveTo>
                  <a:lnTo>
                    <a:pt x="3603416" y="4410781"/>
                  </a:lnTo>
                  <a:lnTo>
                    <a:pt x="3610307" y="4391195"/>
                  </a:lnTo>
                  <a:lnTo>
                    <a:pt x="3603415" y="4371609"/>
                  </a:lnTo>
                  <a:lnTo>
                    <a:pt x="3582742" y="4362706"/>
                  </a:lnTo>
                  <a:lnTo>
                    <a:pt x="3562077" y="4371609"/>
                  </a:lnTo>
                  <a:lnTo>
                    <a:pt x="3555188" y="4391195"/>
                  </a:lnTo>
                  <a:lnTo>
                    <a:pt x="3562077" y="4410781"/>
                  </a:lnTo>
                  <a:lnTo>
                    <a:pt x="3582742" y="4419684"/>
                  </a:lnTo>
                  <a:close/>
                </a:path>
                <a:path w="9550400" h="7992745">
                  <a:moveTo>
                    <a:pt x="1370615" y="7765150"/>
                  </a:moveTo>
                  <a:lnTo>
                    <a:pt x="1394653" y="7754797"/>
                  </a:lnTo>
                  <a:lnTo>
                    <a:pt x="1402664" y="7732019"/>
                  </a:lnTo>
                  <a:lnTo>
                    <a:pt x="1394651" y="7709240"/>
                  </a:lnTo>
                  <a:lnTo>
                    <a:pt x="1370615" y="7698887"/>
                  </a:lnTo>
                  <a:lnTo>
                    <a:pt x="1346579" y="7709240"/>
                  </a:lnTo>
                  <a:lnTo>
                    <a:pt x="1338568" y="7732019"/>
                  </a:lnTo>
                  <a:lnTo>
                    <a:pt x="1346579" y="7754797"/>
                  </a:lnTo>
                  <a:lnTo>
                    <a:pt x="1370615" y="7765150"/>
                  </a:lnTo>
                  <a:close/>
                </a:path>
                <a:path w="9550400" h="7992745">
                  <a:moveTo>
                    <a:pt x="1370615" y="7250462"/>
                  </a:moveTo>
                  <a:lnTo>
                    <a:pt x="1394136" y="7240328"/>
                  </a:lnTo>
                  <a:lnTo>
                    <a:pt x="1401976" y="7218035"/>
                  </a:lnTo>
                  <a:lnTo>
                    <a:pt x="1394136" y="7195747"/>
                  </a:lnTo>
                  <a:lnTo>
                    <a:pt x="1370615" y="7185626"/>
                  </a:lnTo>
                  <a:lnTo>
                    <a:pt x="1347098" y="7195757"/>
                  </a:lnTo>
                  <a:lnTo>
                    <a:pt x="1339259" y="7218044"/>
                  </a:lnTo>
                  <a:lnTo>
                    <a:pt x="1347098" y="7240331"/>
                  </a:lnTo>
                  <a:lnTo>
                    <a:pt x="1370615" y="7250462"/>
                  </a:lnTo>
                  <a:close/>
                </a:path>
                <a:path w="9550400" h="7992745">
                  <a:moveTo>
                    <a:pt x="1370615" y="7507806"/>
                  </a:moveTo>
                  <a:lnTo>
                    <a:pt x="1394395" y="7497563"/>
                  </a:lnTo>
                  <a:lnTo>
                    <a:pt x="1402322" y="7475027"/>
                  </a:lnTo>
                  <a:lnTo>
                    <a:pt x="1394395" y="7452492"/>
                  </a:lnTo>
                  <a:lnTo>
                    <a:pt x="1370615" y="7442248"/>
                  </a:lnTo>
                  <a:lnTo>
                    <a:pt x="1346830" y="7452492"/>
                  </a:lnTo>
                  <a:lnTo>
                    <a:pt x="1338902" y="7475027"/>
                  </a:lnTo>
                  <a:lnTo>
                    <a:pt x="1346830" y="7497563"/>
                  </a:lnTo>
                  <a:lnTo>
                    <a:pt x="1370615" y="7507806"/>
                  </a:lnTo>
                  <a:close/>
                </a:path>
                <a:path w="9550400" h="7992745">
                  <a:moveTo>
                    <a:pt x="1370615" y="7379134"/>
                  </a:moveTo>
                  <a:lnTo>
                    <a:pt x="1394270" y="7368947"/>
                  </a:lnTo>
                  <a:lnTo>
                    <a:pt x="1402155" y="7346536"/>
                  </a:lnTo>
                  <a:lnTo>
                    <a:pt x="1394270" y="7324125"/>
                  </a:lnTo>
                  <a:lnTo>
                    <a:pt x="1370615" y="7313938"/>
                  </a:lnTo>
                  <a:lnTo>
                    <a:pt x="1346964" y="7324125"/>
                  </a:lnTo>
                  <a:lnTo>
                    <a:pt x="1339080" y="7346536"/>
                  </a:lnTo>
                  <a:lnTo>
                    <a:pt x="1346964" y="7368947"/>
                  </a:lnTo>
                  <a:lnTo>
                    <a:pt x="1370615" y="7379134"/>
                  </a:lnTo>
                  <a:close/>
                </a:path>
                <a:path w="9550400" h="7992745">
                  <a:moveTo>
                    <a:pt x="1370615" y="7893822"/>
                  </a:moveTo>
                  <a:lnTo>
                    <a:pt x="1394784" y="7883412"/>
                  </a:lnTo>
                  <a:lnTo>
                    <a:pt x="1402840" y="7860510"/>
                  </a:lnTo>
                  <a:lnTo>
                    <a:pt x="1394784" y="7837607"/>
                  </a:lnTo>
                  <a:lnTo>
                    <a:pt x="1370615" y="7827197"/>
                  </a:lnTo>
                  <a:lnTo>
                    <a:pt x="1346441" y="7837607"/>
                  </a:lnTo>
                  <a:lnTo>
                    <a:pt x="1338383" y="7860510"/>
                  </a:lnTo>
                  <a:lnTo>
                    <a:pt x="1346441" y="7883412"/>
                  </a:lnTo>
                  <a:lnTo>
                    <a:pt x="1370615" y="7893822"/>
                  </a:lnTo>
                  <a:close/>
                </a:path>
                <a:path w="9550400" h="7992745">
                  <a:moveTo>
                    <a:pt x="1370615" y="7636479"/>
                  </a:moveTo>
                  <a:lnTo>
                    <a:pt x="1394523" y="7626179"/>
                  </a:lnTo>
                  <a:lnTo>
                    <a:pt x="1402491" y="7603519"/>
                  </a:lnTo>
                  <a:lnTo>
                    <a:pt x="1394521" y="7580860"/>
                  </a:lnTo>
                  <a:lnTo>
                    <a:pt x="1370615" y="7570560"/>
                  </a:lnTo>
                  <a:lnTo>
                    <a:pt x="1346709" y="7580860"/>
                  </a:lnTo>
                  <a:lnTo>
                    <a:pt x="1338741" y="7603519"/>
                  </a:lnTo>
                  <a:lnTo>
                    <a:pt x="1346709" y="7626179"/>
                  </a:lnTo>
                  <a:lnTo>
                    <a:pt x="1370615" y="7636479"/>
                  </a:lnTo>
                  <a:close/>
                </a:path>
                <a:path w="9550400" h="7992745">
                  <a:moveTo>
                    <a:pt x="1923646" y="4033668"/>
                  </a:moveTo>
                  <a:lnTo>
                    <a:pt x="1943229" y="4025715"/>
                  </a:lnTo>
                  <a:lnTo>
                    <a:pt x="1950587" y="4007842"/>
                  </a:lnTo>
                  <a:lnTo>
                    <a:pt x="1945733" y="3989028"/>
                  </a:lnTo>
                  <a:lnTo>
                    <a:pt x="1928678" y="3978249"/>
                  </a:lnTo>
                  <a:lnTo>
                    <a:pt x="1908721" y="3985731"/>
                  </a:lnTo>
                  <a:lnTo>
                    <a:pt x="1902109" y="3988288"/>
                  </a:lnTo>
                  <a:lnTo>
                    <a:pt x="1896890" y="4002200"/>
                  </a:lnTo>
                  <a:lnTo>
                    <a:pt x="1898726" y="4017041"/>
                  </a:lnTo>
                  <a:lnTo>
                    <a:pt x="1907638" y="4028851"/>
                  </a:lnTo>
                  <a:lnTo>
                    <a:pt x="1923646" y="4033668"/>
                  </a:lnTo>
                  <a:close/>
                </a:path>
                <a:path w="9550400" h="7992745">
                  <a:moveTo>
                    <a:pt x="1647131" y="4162340"/>
                  </a:moveTo>
                  <a:lnTo>
                    <a:pt x="1665581" y="4155585"/>
                  </a:lnTo>
                  <a:lnTo>
                    <a:pt x="1673828" y="4139875"/>
                  </a:lnTo>
                  <a:lnTo>
                    <a:pt x="1671881" y="4122042"/>
                  </a:lnTo>
                  <a:lnTo>
                    <a:pt x="1659751" y="4108919"/>
                  </a:lnTo>
                  <a:lnTo>
                    <a:pt x="1639489" y="4121408"/>
                  </a:lnTo>
                  <a:lnTo>
                    <a:pt x="1629625" y="4127635"/>
                  </a:lnTo>
                  <a:lnTo>
                    <a:pt x="1619948" y="4133851"/>
                  </a:lnTo>
                  <a:lnTo>
                    <a:pt x="1621551" y="4144284"/>
                  </a:lnTo>
                  <a:lnTo>
                    <a:pt x="1626615" y="4153413"/>
                  </a:lnTo>
                  <a:lnTo>
                    <a:pt x="1635141" y="4159883"/>
                  </a:lnTo>
                  <a:lnTo>
                    <a:pt x="1647131" y="4162340"/>
                  </a:lnTo>
                  <a:close/>
                </a:path>
                <a:path w="9550400" h="7992745">
                  <a:moveTo>
                    <a:pt x="3029710" y="4033668"/>
                  </a:moveTo>
                  <a:lnTo>
                    <a:pt x="3038674" y="4032350"/>
                  </a:lnTo>
                  <a:lnTo>
                    <a:pt x="3045826" y="4028741"/>
                  </a:lnTo>
                  <a:lnTo>
                    <a:pt x="3051176" y="4023357"/>
                  </a:lnTo>
                  <a:lnTo>
                    <a:pt x="3054735" y="4016716"/>
                  </a:lnTo>
                  <a:lnTo>
                    <a:pt x="3002865" y="4003320"/>
                  </a:lnTo>
                  <a:lnTo>
                    <a:pt x="3003913" y="4014277"/>
                  </a:lnTo>
                  <a:lnTo>
                    <a:pt x="3008727" y="4024018"/>
                  </a:lnTo>
                  <a:lnTo>
                    <a:pt x="3017321" y="4030998"/>
                  </a:lnTo>
                  <a:lnTo>
                    <a:pt x="3029710" y="4033668"/>
                  </a:lnTo>
                  <a:close/>
                </a:path>
                <a:path w="9550400" h="7992745">
                  <a:moveTo>
                    <a:pt x="1370615" y="6993118"/>
                  </a:moveTo>
                  <a:lnTo>
                    <a:pt x="1393881" y="6983096"/>
                  </a:lnTo>
                  <a:lnTo>
                    <a:pt x="1401636" y="6961050"/>
                  </a:lnTo>
                  <a:lnTo>
                    <a:pt x="1393881" y="6939003"/>
                  </a:lnTo>
                  <a:lnTo>
                    <a:pt x="1370615" y="6928982"/>
                  </a:lnTo>
                  <a:lnTo>
                    <a:pt x="1347353" y="6939003"/>
                  </a:lnTo>
                  <a:lnTo>
                    <a:pt x="1339599" y="6961050"/>
                  </a:lnTo>
                  <a:lnTo>
                    <a:pt x="1347353" y="6983096"/>
                  </a:lnTo>
                  <a:lnTo>
                    <a:pt x="1370615" y="6993118"/>
                  </a:lnTo>
                  <a:close/>
                </a:path>
                <a:path w="9550400" h="7992745">
                  <a:moveTo>
                    <a:pt x="121177" y="7893822"/>
                  </a:moveTo>
                  <a:lnTo>
                    <a:pt x="126293" y="7893822"/>
                  </a:lnTo>
                  <a:lnTo>
                    <a:pt x="142552" y="7889865"/>
                  </a:lnTo>
                  <a:lnTo>
                    <a:pt x="153118" y="7879726"/>
                  </a:lnTo>
                  <a:lnTo>
                    <a:pt x="158013" y="7866009"/>
                  </a:lnTo>
                  <a:lnTo>
                    <a:pt x="157263" y="7851315"/>
                  </a:lnTo>
                  <a:lnTo>
                    <a:pt x="112813" y="7891149"/>
                  </a:lnTo>
                  <a:lnTo>
                    <a:pt x="116715" y="7892816"/>
                  </a:lnTo>
                  <a:lnTo>
                    <a:pt x="121177" y="7893822"/>
                  </a:lnTo>
                  <a:close/>
                </a:path>
                <a:path w="9550400" h="7992745">
                  <a:moveTo>
                    <a:pt x="1370615" y="7121790"/>
                  </a:moveTo>
                  <a:lnTo>
                    <a:pt x="1394002" y="7111713"/>
                  </a:lnTo>
                  <a:lnTo>
                    <a:pt x="1401797" y="7089545"/>
                  </a:lnTo>
                  <a:lnTo>
                    <a:pt x="1394002" y="7067377"/>
                  </a:lnTo>
                  <a:lnTo>
                    <a:pt x="1370615" y="7057300"/>
                  </a:lnTo>
                  <a:lnTo>
                    <a:pt x="1347228" y="7067377"/>
                  </a:lnTo>
                  <a:lnTo>
                    <a:pt x="1339432" y="7089545"/>
                  </a:lnTo>
                  <a:lnTo>
                    <a:pt x="1347228" y="7111713"/>
                  </a:lnTo>
                  <a:lnTo>
                    <a:pt x="1370615" y="7121790"/>
                  </a:lnTo>
                  <a:close/>
                </a:path>
                <a:path w="9550400" h="7992745">
                  <a:moveTo>
                    <a:pt x="2200162" y="7379134"/>
                  </a:moveTo>
                  <a:lnTo>
                    <a:pt x="2223817" y="7368947"/>
                  </a:lnTo>
                  <a:lnTo>
                    <a:pt x="2231702" y="7346536"/>
                  </a:lnTo>
                  <a:lnTo>
                    <a:pt x="2223817" y="7324125"/>
                  </a:lnTo>
                  <a:lnTo>
                    <a:pt x="2200162" y="7313938"/>
                  </a:lnTo>
                  <a:lnTo>
                    <a:pt x="2176512" y="7324125"/>
                  </a:lnTo>
                  <a:lnTo>
                    <a:pt x="2168628" y="7346536"/>
                  </a:lnTo>
                  <a:lnTo>
                    <a:pt x="2176512" y="7368947"/>
                  </a:lnTo>
                  <a:lnTo>
                    <a:pt x="2200162" y="7379134"/>
                  </a:lnTo>
                  <a:close/>
                </a:path>
                <a:path w="9550400" h="7992745">
                  <a:moveTo>
                    <a:pt x="1370615" y="5320389"/>
                  </a:moveTo>
                  <a:lnTo>
                    <a:pt x="1397760" y="5291715"/>
                  </a:lnTo>
                  <a:lnTo>
                    <a:pt x="1398858" y="5284772"/>
                  </a:lnTo>
                  <a:lnTo>
                    <a:pt x="1395855" y="5275696"/>
                  </a:lnTo>
                  <a:lnTo>
                    <a:pt x="1390151" y="5268087"/>
                  </a:lnTo>
                  <a:lnTo>
                    <a:pt x="1381740" y="5262853"/>
                  </a:lnTo>
                  <a:lnTo>
                    <a:pt x="1370615" y="5260907"/>
                  </a:lnTo>
                  <a:lnTo>
                    <a:pt x="1349042" y="5270201"/>
                  </a:lnTo>
                  <a:lnTo>
                    <a:pt x="1341851" y="5290648"/>
                  </a:lnTo>
                  <a:lnTo>
                    <a:pt x="1349042" y="5311095"/>
                  </a:lnTo>
                  <a:lnTo>
                    <a:pt x="1370615" y="5320389"/>
                  </a:lnTo>
                  <a:close/>
                </a:path>
                <a:path w="9550400" h="7992745">
                  <a:moveTo>
                    <a:pt x="1370615" y="4805700"/>
                  </a:moveTo>
                  <a:lnTo>
                    <a:pt x="1391677" y="4796628"/>
                  </a:lnTo>
                  <a:lnTo>
                    <a:pt x="1398698" y="4776670"/>
                  </a:lnTo>
                  <a:lnTo>
                    <a:pt x="1391677" y="4756712"/>
                  </a:lnTo>
                  <a:lnTo>
                    <a:pt x="1370615" y="4747640"/>
                  </a:lnTo>
                  <a:lnTo>
                    <a:pt x="1349560" y="4756712"/>
                  </a:lnTo>
                  <a:lnTo>
                    <a:pt x="1342542" y="4776670"/>
                  </a:lnTo>
                  <a:lnTo>
                    <a:pt x="1349560" y="4796628"/>
                  </a:lnTo>
                  <a:lnTo>
                    <a:pt x="1370615" y="4805700"/>
                  </a:lnTo>
                  <a:close/>
                </a:path>
                <a:path w="9550400" h="7992745">
                  <a:moveTo>
                    <a:pt x="1370615" y="5063044"/>
                  </a:moveTo>
                  <a:lnTo>
                    <a:pt x="1391932" y="5053860"/>
                  </a:lnTo>
                  <a:lnTo>
                    <a:pt x="1399038" y="5033656"/>
                  </a:lnTo>
                  <a:lnTo>
                    <a:pt x="1391932" y="5013456"/>
                  </a:lnTo>
                  <a:lnTo>
                    <a:pt x="1370615" y="5004284"/>
                  </a:lnTo>
                  <a:lnTo>
                    <a:pt x="1349292" y="5013466"/>
                  </a:lnTo>
                  <a:lnTo>
                    <a:pt x="1342185" y="5033664"/>
                  </a:lnTo>
                  <a:lnTo>
                    <a:pt x="1349292" y="5053863"/>
                  </a:lnTo>
                  <a:lnTo>
                    <a:pt x="1370615" y="5063044"/>
                  </a:lnTo>
                  <a:close/>
                </a:path>
                <a:path w="9550400" h="7992745">
                  <a:moveTo>
                    <a:pt x="1370615" y="5191717"/>
                  </a:moveTo>
                  <a:lnTo>
                    <a:pt x="1392066" y="5182476"/>
                  </a:lnTo>
                  <a:lnTo>
                    <a:pt x="1399216" y="5162147"/>
                  </a:lnTo>
                  <a:lnTo>
                    <a:pt x="1392066" y="5141824"/>
                  </a:lnTo>
                  <a:lnTo>
                    <a:pt x="1370615" y="5132596"/>
                  </a:lnTo>
                  <a:lnTo>
                    <a:pt x="1349167" y="5141833"/>
                  </a:lnTo>
                  <a:lnTo>
                    <a:pt x="1342018" y="5162156"/>
                  </a:lnTo>
                  <a:lnTo>
                    <a:pt x="1349167" y="5182479"/>
                  </a:lnTo>
                  <a:lnTo>
                    <a:pt x="1370615" y="5191717"/>
                  </a:lnTo>
                  <a:close/>
                </a:path>
                <a:path w="9550400" h="7992745">
                  <a:moveTo>
                    <a:pt x="1206895" y="6942154"/>
                  </a:moveTo>
                  <a:lnTo>
                    <a:pt x="1218024" y="6932192"/>
                  </a:lnTo>
                  <a:lnTo>
                    <a:pt x="1213277" y="6934535"/>
                  </a:lnTo>
                  <a:lnTo>
                    <a:pt x="1209605" y="6938014"/>
                  </a:lnTo>
                  <a:lnTo>
                    <a:pt x="1206895" y="6942154"/>
                  </a:lnTo>
                  <a:close/>
                </a:path>
                <a:path w="9550400" h="7992745">
                  <a:moveTo>
                    <a:pt x="1647131" y="6993118"/>
                  </a:moveTo>
                  <a:lnTo>
                    <a:pt x="1670397" y="6983096"/>
                  </a:lnTo>
                  <a:lnTo>
                    <a:pt x="1678152" y="6961050"/>
                  </a:lnTo>
                  <a:lnTo>
                    <a:pt x="1670397" y="6939003"/>
                  </a:lnTo>
                  <a:lnTo>
                    <a:pt x="1647131" y="6928982"/>
                  </a:lnTo>
                  <a:lnTo>
                    <a:pt x="1623868" y="6939003"/>
                  </a:lnTo>
                  <a:lnTo>
                    <a:pt x="1616114" y="6961050"/>
                  </a:lnTo>
                  <a:lnTo>
                    <a:pt x="1623868" y="6983096"/>
                  </a:lnTo>
                  <a:lnTo>
                    <a:pt x="1647131" y="6993118"/>
                  </a:lnTo>
                  <a:close/>
                </a:path>
                <a:path w="9550400" h="7992745">
                  <a:moveTo>
                    <a:pt x="1508873" y="4548356"/>
                  </a:moveTo>
                  <a:lnTo>
                    <a:pt x="1529671" y="4539397"/>
                  </a:lnTo>
                  <a:lnTo>
                    <a:pt x="1536602" y="4519687"/>
                  </a:lnTo>
                  <a:lnTo>
                    <a:pt x="1529668" y="4499976"/>
                  </a:lnTo>
                  <a:lnTo>
                    <a:pt x="1508873" y="4491017"/>
                  </a:lnTo>
                  <a:lnTo>
                    <a:pt x="1488078" y="4499976"/>
                  </a:lnTo>
                  <a:lnTo>
                    <a:pt x="1481146" y="4519687"/>
                  </a:lnTo>
                  <a:lnTo>
                    <a:pt x="1488078" y="4539397"/>
                  </a:lnTo>
                  <a:lnTo>
                    <a:pt x="1508873" y="4548356"/>
                  </a:lnTo>
                  <a:close/>
                </a:path>
                <a:path w="9550400" h="7992745">
                  <a:moveTo>
                    <a:pt x="1647131" y="6864445"/>
                  </a:moveTo>
                  <a:lnTo>
                    <a:pt x="1670263" y="6854481"/>
                  </a:lnTo>
                  <a:lnTo>
                    <a:pt x="1677974" y="6832558"/>
                  </a:lnTo>
                  <a:lnTo>
                    <a:pt x="1670263" y="6810635"/>
                  </a:lnTo>
                  <a:lnTo>
                    <a:pt x="1647131" y="6800670"/>
                  </a:lnTo>
                  <a:lnTo>
                    <a:pt x="1623998" y="6810635"/>
                  </a:lnTo>
                  <a:lnTo>
                    <a:pt x="1616287" y="6832558"/>
                  </a:lnTo>
                  <a:lnTo>
                    <a:pt x="1623998" y="6854481"/>
                  </a:lnTo>
                  <a:lnTo>
                    <a:pt x="1647131" y="6864445"/>
                  </a:lnTo>
                  <a:close/>
                </a:path>
                <a:path w="9550400" h="7992745">
                  <a:moveTo>
                    <a:pt x="1508873" y="4291012"/>
                  </a:moveTo>
                  <a:lnTo>
                    <a:pt x="1529413" y="4282165"/>
                  </a:lnTo>
                  <a:lnTo>
                    <a:pt x="1536259" y="4262703"/>
                  </a:lnTo>
                  <a:lnTo>
                    <a:pt x="1529413" y="4243242"/>
                  </a:lnTo>
                  <a:lnTo>
                    <a:pt x="1508873" y="4234395"/>
                  </a:lnTo>
                  <a:lnTo>
                    <a:pt x="1488328" y="4243242"/>
                  </a:lnTo>
                  <a:lnTo>
                    <a:pt x="1481480" y="4262703"/>
                  </a:lnTo>
                  <a:lnTo>
                    <a:pt x="1488328" y="4282165"/>
                  </a:lnTo>
                  <a:lnTo>
                    <a:pt x="1508873" y="4291012"/>
                  </a:lnTo>
                  <a:close/>
                </a:path>
                <a:path w="9550400" h="7992745">
                  <a:moveTo>
                    <a:pt x="1508873" y="4805700"/>
                  </a:moveTo>
                  <a:lnTo>
                    <a:pt x="1514019" y="4805700"/>
                  </a:lnTo>
                  <a:lnTo>
                    <a:pt x="1518382" y="4804510"/>
                  </a:lnTo>
                  <a:lnTo>
                    <a:pt x="1522122" y="4802620"/>
                  </a:lnTo>
                  <a:lnTo>
                    <a:pt x="1525382" y="4793661"/>
                  </a:lnTo>
                  <a:lnTo>
                    <a:pt x="1528690" y="4784709"/>
                  </a:lnTo>
                  <a:lnTo>
                    <a:pt x="1535403" y="4766827"/>
                  </a:lnTo>
                  <a:lnTo>
                    <a:pt x="1531881" y="4759367"/>
                  </a:lnTo>
                  <a:lnTo>
                    <a:pt x="1526294" y="4753267"/>
                  </a:lnTo>
                  <a:lnTo>
                    <a:pt x="1518629" y="4749150"/>
                  </a:lnTo>
                  <a:lnTo>
                    <a:pt x="1508873" y="4747640"/>
                  </a:lnTo>
                  <a:lnTo>
                    <a:pt x="1487818" y="4756712"/>
                  </a:lnTo>
                  <a:lnTo>
                    <a:pt x="1480800" y="4776670"/>
                  </a:lnTo>
                  <a:lnTo>
                    <a:pt x="1487818" y="4796628"/>
                  </a:lnTo>
                  <a:lnTo>
                    <a:pt x="1508873" y="4805700"/>
                  </a:lnTo>
                  <a:close/>
                </a:path>
                <a:path w="9550400" h="7992745">
                  <a:moveTo>
                    <a:pt x="1508873" y="4677028"/>
                  </a:moveTo>
                  <a:lnTo>
                    <a:pt x="1529801" y="4668010"/>
                  </a:lnTo>
                  <a:lnTo>
                    <a:pt x="1536778" y="4648171"/>
                  </a:lnTo>
                  <a:lnTo>
                    <a:pt x="1529801" y="4628331"/>
                  </a:lnTo>
                  <a:lnTo>
                    <a:pt x="1508873" y="4619313"/>
                  </a:lnTo>
                  <a:lnTo>
                    <a:pt x="1487940" y="4628331"/>
                  </a:lnTo>
                  <a:lnTo>
                    <a:pt x="1480962" y="4648171"/>
                  </a:lnTo>
                  <a:lnTo>
                    <a:pt x="1487940" y="4668010"/>
                  </a:lnTo>
                  <a:lnTo>
                    <a:pt x="1508873" y="4677028"/>
                  </a:lnTo>
                  <a:close/>
                </a:path>
                <a:path w="9550400" h="7992745">
                  <a:moveTo>
                    <a:pt x="1370615" y="4934372"/>
                  </a:moveTo>
                  <a:lnTo>
                    <a:pt x="1391801" y="4925245"/>
                  </a:lnTo>
                  <a:lnTo>
                    <a:pt x="1398862" y="4905165"/>
                  </a:lnTo>
                  <a:lnTo>
                    <a:pt x="1391799" y="4885085"/>
                  </a:lnTo>
                  <a:lnTo>
                    <a:pt x="1370615" y="4875958"/>
                  </a:lnTo>
                  <a:lnTo>
                    <a:pt x="1349431" y="4885085"/>
                  </a:lnTo>
                  <a:lnTo>
                    <a:pt x="1342370" y="4905165"/>
                  </a:lnTo>
                  <a:lnTo>
                    <a:pt x="1349431" y="4925245"/>
                  </a:lnTo>
                  <a:lnTo>
                    <a:pt x="1370615" y="4934372"/>
                  </a:lnTo>
                  <a:close/>
                </a:path>
                <a:path w="9550400" h="7992745">
                  <a:moveTo>
                    <a:pt x="1647131" y="5706382"/>
                  </a:moveTo>
                  <a:lnTo>
                    <a:pt x="1665333" y="5700522"/>
                  </a:lnTo>
                  <a:lnTo>
                    <a:pt x="1674825" y="5686393"/>
                  </a:lnTo>
                  <a:lnTo>
                    <a:pt x="1675626" y="5669172"/>
                  </a:lnTo>
                  <a:lnTo>
                    <a:pt x="1667754" y="5654036"/>
                  </a:lnTo>
                  <a:lnTo>
                    <a:pt x="1626154" y="5654381"/>
                  </a:lnTo>
                  <a:lnTo>
                    <a:pt x="1618551" y="5669525"/>
                  </a:lnTo>
                  <a:lnTo>
                    <a:pt x="1619501" y="5686620"/>
                  </a:lnTo>
                  <a:lnTo>
                    <a:pt x="1629021" y="5700596"/>
                  </a:lnTo>
                  <a:lnTo>
                    <a:pt x="1647131" y="5706382"/>
                  </a:lnTo>
                  <a:close/>
                </a:path>
                <a:path w="9550400" h="7992745">
                  <a:moveTo>
                    <a:pt x="1508873" y="5706382"/>
                  </a:moveTo>
                  <a:lnTo>
                    <a:pt x="1526760" y="5700765"/>
                  </a:lnTo>
                  <a:lnTo>
                    <a:pt x="1536356" y="5687134"/>
                  </a:lnTo>
                  <a:lnTo>
                    <a:pt x="1537664" y="5670319"/>
                  </a:lnTo>
                  <a:lnTo>
                    <a:pt x="1530686" y="5655150"/>
                  </a:lnTo>
                  <a:lnTo>
                    <a:pt x="1486751" y="5655511"/>
                  </a:lnTo>
                  <a:lnTo>
                    <a:pt x="1480023" y="5670676"/>
                  </a:lnTo>
                  <a:lnTo>
                    <a:pt x="1481466" y="5687361"/>
                  </a:lnTo>
                  <a:lnTo>
                    <a:pt x="1491082" y="5700839"/>
                  </a:lnTo>
                  <a:lnTo>
                    <a:pt x="1508873" y="5706382"/>
                  </a:lnTo>
                  <a:close/>
                </a:path>
                <a:path w="9550400" h="7992745">
                  <a:moveTo>
                    <a:pt x="1923646" y="5835077"/>
                  </a:moveTo>
                  <a:lnTo>
                    <a:pt x="1945741" y="5825550"/>
                  </a:lnTo>
                  <a:lnTo>
                    <a:pt x="1953098" y="5804613"/>
                  </a:lnTo>
                  <a:lnTo>
                    <a:pt x="1945730" y="5783681"/>
                  </a:lnTo>
                  <a:lnTo>
                    <a:pt x="1923646" y="5774167"/>
                  </a:lnTo>
                  <a:lnTo>
                    <a:pt x="1901554" y="5783684"/>
                  </a:lnTo>
                  <a:lnTo>
                    <a:pt x="1894195" y="5804622"/>
                  </a:lnTo>
                  <a:lnTo>
                    <a:pt x="1901555" y="5825550"/>
                  </a:lnTo>
                  <a:lnTo>
                    <a:pt x="1923646" y="5835077"/>
                  </a:lnTo>
                  <a:close/>
                </a:path>
                <a:path w="9550400" h="7992745">
                  <a:moveTo>
                    <a:pt x="1398051" y="6589727"/>
                  </a:moveTo>
                  <a:lnTo>
                    <a:pt x="1400209" y="6583076"/>
                  </a:lnTo>
                  <a:lnTo>
                    <a:pt x="1401001" y="6576098"/>
                  </a:lnTo>
                  <a:lnTo>
                    <a:pt x="1400424" y="6569093"/>
                  </a:lnTo>
                  <a:lnTo>
                    <a:pt x="1398473" y="6562360"/>
                  </a:lnTo>
                  <a:lnTo>
                    <a:pt x="1392969" y="6558019"/>
                  </a:lnTo>
                  <a:lnTo>
                    <a:pt x="1387526" y="6553618"/>
                  </a:lnTo>
                  <a:lnTo>
                    <a:pt x="1382144" y="6549157"/>
                  </a:lnTo>
                  <a:lnTo>
                    <a:pt x="1376821" y="6544640"/>
                  </a:lnTo>
                  <a:lnTo>
                    <a:pt x="1374855" y="6544279"/>
                  </a:lnTo>
                  <a:lnTo>
                    <a:pt x="1372811" y="6544025"/>
                  </a:lnTo>
                  <a:lnTo>
                    <a:pt x="1361759" y="6544025"/>
                  </a:lnTo>
                  <a:lnTo>
                    <a:pt x="1354946" y="6547120"/>
                  </a:lnTo>
                  <a:lnTo>
                    <a:pt x="1349953" y="6551798"/>
                  </a:lnTo>
                  <a:lnTo>
                    <a:pt x="1361706" y="6561831"/>
                  </a:lnTo>
                  <a:lnTo>
                    <a:pt x="1373636" y="6571506"/>
                  </a:lnTo>
                  <a:lnTo>
                    <a:pt x="1385750" y="6580809"/>
                  </a:lnTo>
                  <a:lnTo>
                    <a:pt x="1398051" y="6589727"/>
                  </a:lnTo>
                  <a:close/>
                </a:path>
                <a:path w="9550400" h="7992745">
                  <a:moveTo>
                    <a:pt x="3306226" y="4934365"/>
                  </a:moveTo>
                  <a:lnTo>
                    <a:pt x="3327410" y="4925237"/>
                  </a:lnTo>
                  <a:lnTo>
                    <a:pt x="3334471" y="4905158"/>
                  </a:lnTo>
                  <a:lnTo>
                    <a:pt x="3327410" y="4885078"/>
                  </a:lnTo>
                  <a:lnTo>
                    <a:pt x="3306226" y="4875951"/>
                  </a:lnTo>
                  <a:lnTo>
                    <a:pt x="3285042" y="4885078"/>
                  </a:lnTo>
                  <a:lnTo>
                    <a:pt x="3277981" y="4905158"/>
                  </a:lnTo>
                  <a:lnTo>
                    <a:pt x="3285042" y="4925237"/>
                  </a:lnTo>
                  <a:lnTo>
                    <a:pt x="3306226" y="4934365"/>
                  </a:lnTo>
                  <a:close/>
                </a:path>
                <a:path w="9550400" h="7992745">
                  <a:moveTo>
                    <a:pt x="1508873" y="5835077"/>
                  </a:moveTo>
                  <a:lnTo>
                    <a:pt x="1530967" y="5825550"/>
                  </a:lnTo>
                  <a:lnTo>
                    <a:pt x="1538324" y="5804613"/>
                  </a:lnTo>
                  <a:lnTo>
                    <a:pt x="1530956" y="5783681"/>
                  </a:lnTo>
                  <a:lnTo>
                    <a:pt x="1508873" y="5774167"/>
                  </a:lnTo>
                  <a:lnTo>
                    <a:pt x="1486780" y="5783684"/>
                  </a:lnTo>
                  <a:lnTo>
                    <a:pt x="1479421" y="5804622"/>
                  </a:lnTo>
                  <a:lnTo>
                    <a:pt x="1486781" y="5825550"/>
                  </a:lnTo>
                  <a:lnTo>
                    <a:pt x="1508873" y="5835077"/>
                  </a:lnTo>
                  <a:close/>
                </a:path>
                <a:path w="9550400" h="7992745">
                  <a:moveTo>
                    <a:pt x="1647131" y="7379134"/>
                  </a:moveTo>
                  <a:lnTo>
                    <a:pt x="1670785" y="7368947"/>
                  </a:lnTo>
                  <a:lnTo>
                    <a:pt x="1678670" y="7346536"/>
                  </a:lnTo>
                  <a:lnTo>
                    <a:pt x="1670785" y="7324125"/>
                  </a:lnTo>
                  <a:lnTo>
                    <a:pt x="1647131" y="7313938"/>
                  </a:lnTo>
                  <a:lnTo>
                    <a:pt x="1623480" y="7324125"/>
                  </a:lnTo>
                  <a:lnTo>
                    <a:pt x="1615596" y="7346536"/>
                  </a:lnTo>
                  <a:lnTo>
                    <a:pt x="1623480" y="7368947"/>
                  </a:lnTo>
                  <a:lnTo>
                    <a:pt x="1647131" y="7379134"/>
                  </a:lnTo>
                  <a:close/>
                </a:path>
                <a:path w="9550400" h="7992745">
                  <a:moveTo>
                    <a:pt x="1647131" y="7250462"/>
                  </a:moveTo>
                  <a:lnTo>
                    <a:pt x="1670652" y="7240328"/>
                  </a:lnTo>
                  <a:lnTo>
                    <a:pt x="1678492" y="7218035"/>
                  </a:lnTo>
                  <a:lnTo>
                    <a:pt x="1670652" y="7195747"/>
                  </a:lnTo>
                  <a:lnTo>
                    <a:pt x="1647131" y="7185626"/>
                  </a:lnTo>
                  <a:lnTo>
                    <a:pt x="1623614" y="7195757"/>
                  </a:lnTo>
                  <a:lnTo>
                    <a:pt x="1615775" y="7218044"/>
                  </a:lnTo>
                  <a:lnTo>
                    <a:pt x="1623614" y="7240331"/>
                  </a:lnTo>
                  <a:lnTo>
                    <a:pt x="1647131" y="7250462"/>
                  </a:lnTo>
                  <a:close/>
                </a:path>
                <a:path w="9550400" h="7992745">
                  <a:moveTo>
                    <a:pt x="1647131" y="7765150"/>
                  </a:moveTo>
                  <a:lnTo>
                    <a:pt x="1671169" y="7754797"/>
                  </a:lnTo>
                  <a:lnTo>
                    <a:pt x="1679180" y="7732019"/>
                  </a:lnTo>
                  <a:lnTo>
                    <a:pt x="1671167" y="7709240"/>
                  </a:lnTo>
                  <a:lnTo>
                    <a:pt x="1647131" y="7698887"/>
                  </a:lnTo>
                  <a:lnTo>
                    <a:pt x="1623095" y="7709240"/>
                  </a:lnTo>
                  <a:lnTo>
                    <a:pt x="1615084" y="7732019"/>
                  </a:lnTo>
                  <a:lnTo>
                    <a:pt x="1623095" y="7754797"/>
                  </a:lnTo>
                  <a:lnTo>
                    <a:pt x="1647131" y="7765150"/>
                  </a:lnTo>
                  <a:close/>
                </a:path>
                <a:path w="9550400" h="7992745">
                  <a:moveTo>
                    <a:pt x="1647131" y="7121790"/>
                  </a:moveTo>
                  <a:lnTo>
                    <a:pt x="1670518" y="7111713"/>
                  </a:lnTo>
                  <a:lnTo>
                    <a:pt x="1678313" y="7089545"/>
                  </a:lnTo>
                  <a:lnTo>
                    <a:pt x="1670518" y="7067377"/>
                  </a:lnTo>
                  <a:lnTo>
                    <a:pt x="1647131" y="7057300"/>
                  </a:lnTo>
                  <a:lnTo>
                    <a:pt x="1623743" y="7067377"/>
                  </a:lnTo>
                  <a:lnTo>
                    <a:pt x="1615948" y="7089545"/>
                  </a:lnTo>
                  <a:lnTo>
                    <a:pt x="1623743" y="7111713"/>
                  </a:lnTo>
                  <a:lnTo>
                    <a:pt x="1647131" y="7121790"/>
                  </a:lnTo>
                  <a:close/>
                </a:path>
                <a:path w="9550400" h="7992745">
                  <a:moveTo>
                    <a:pt x="1647131" y="7636479"/>
                  </a:moveTo>
                  <a:lnTo>
                    <a:pt x="1671039" y="7626179"/>
                  </a:lnTo>
                  <a:lnTo>
                    <a:pt x="1679007" y="7603519"/>
                  </a:lnTo>
                  <a:lnTo>
                    <a:pt x="1671037" y="7580860"/>
                  </a:lnTo>
                  <a:lnTo>
                    <a:pt x="1647131" y="7570560"/>
                  </a:lnTo>
                  <a:lnTo>
                    <a:pt x="1623225" y="7580860"/>
                  </a:lnTo>
                  <a:lnTo>
                    <a:pt x="1615257" y="7603519"/>
                  </a:lnTo>
                  <a:lnTo>
                    <a:pt x="1623225" y="7626179"/>
                  </a:lnTo>
                  <a:lnTo>
                    <a:pt x="1647131" y="7636479"/>
                  </a:lnTo>
                  <a:close/>
                </a:path>
                <a:path w="9550400" h="7992745">
                  <a:moveTo>
                    <a:pt x="1647131" y="7507806"/>
                  </a:moveTo>
                  <a:lnTo>
                    <a:pt x="1670911" y="7497563"/>
                  </a:lnTo>
                  <a:lnTo>
                    <a:pt x="1678838" y="7475027"/>
                  </a:lnTo>
                  <a:lnTo>
                    <a:pt x="1670911" y="7452492"/>
                  </a:lnTo>
                  <a:lnTo>
                    <a:pt x="1647131" y="7442248"/>
                  </a:lnTo>
                  <a:lnTo>
                    <a:pt x="1623346" y="7452492"/>
                  </a:lnTo>
                  <a:lnTo>
                    <a:pt x="1615418" y="7475027"/>
                  </a:lnTo>
                  <a:lnTo>
                    <a:pt x="1623346" y="7497563"/>
                  </a:lnTo>
                  <a:lnTo>
                    <a:pt x="1647131" y="7507806"/>
                  </a:lnTo>
                  <a:close/>
                </a:path>
                <a:path w="9550400" h="7992745">
                  <a:moveTo>
                    <a:pt x="1508873" y="4419684"/>
                  </a:moveTo>
                  <a:lnTo>
                    <a:pt x="1529541" y="4410781"/>
                  </a:lnTo>
                  <a:lnTo>
                    <a:pt x="1536429" y="4391195"/>
                  </a:lnTo>
                  <a:lnTo>
                    <a:pt x="1529539" y="4371609"/>
                  </a:lnTo>
                  <a:lnTo>
                    <a:pt x="1508873" y="4362706"/>
                  </a:lnTo>
                  <a:lnTo>
                    <a:pt x="1488207" y="4371609"/>
                  </a:lnTo>
                  <a:lnTo>
                    <a:pt x="1481319" y="4391195"/>
                  </a:lnTo>
                  <a:lnTo>
                    <a:pt x="1488207" y="4410781"/>
                  </a:lnTo>
                  <a:lnTo>
                    <a:pt x="1508873" y="4419684"/>
                  </a:lnTo>
                  <a:close/>
                </a:path>
                <a:path w="9550400" h="7992745">
                  <a:moveTo>
                    <a:pt x="2753194" y="4291012"/>
                  </a:moveTo>
                  <a:lnTo>
                    <a:pt x="2773734" y="4282165"/>
                  </a:lnTo>
                  <a:lnTo>
                    <a:pt x="2780581" y="4262703"/>
                  </a:lnTo>
                  <a:lnTo>
                    <a:pt x="2773734" y="4243242"/>
                  </a:lnTo>
                  <a:lnTo>
                    <a:pt x="2753194" y="4234395"/>
                  </a:lnTo>
                  <a:lnTo>
                    <a:pt x="2732650" y="4243242"/>
                  </a:lnTo>
                  <a:lnTo>
                    <a:pt x="2725802" y="4262703"/>
                  </a:lnTo>
                  <a:lnTo>
                    <a:pt x="2732650" y="4282165"/>
                  </a:lnTo>
                  <a:lnTo>
                    <a:pt x="2753194" y="4291012"/>
                  </a:lnTo>
                  <a:close/>
                </a:path>
                <a:path w="9550400" h="7992745">
                  <a:moveTo>
                    <a:pt x="2753194" y="4033668"/>
                  </a:moveTo>
                  <a:lnTo>
                    <a:pt x="2773474" y="4024932"/>
                  </a:lnTo>
                  <a:lnTo>
                    <a:pt x="2780232" y="4005713"/>
                  </a:lnTo>
                  <a:lnTo>
                    <a:pt x="2773472" y="3986494"/>
                  </a:lnTo>
                  <a:lnTo>
                    <a:pt x="2753194" y="3977758"/>
                  </a:lnTo>
                  <a:lnTo>
                    <a:pt x="2732918" y="3986494"/>
                  </a:lnTo>
                  <a:lnTo>
                    <a:pt x="2726159" y="4005713"/>
                  </a:lnTo>
                  <a:lnTo>
                    <a:pt x="2732918" y="4024932"/>
                  </a:lnTo>
                  <a:lnTo>
                    <a:pt x="2753194" y="4033668"/>
                  </a:lnTo>
                  <a:close/>
                </a:path>
                <a:path w="9550400" h="7992745">
                  <a:moveTo>
                    <a:pt x="2753194" y="4419684"/>
                  </a:moveTo>
                  <a:lnTo>
                    <a:pt x="2773862" y="4410781"/>
                  </a:lnTo>
                  <a:lnTo>
                    <a:pt x="2780750" y="4391195"/>
                  </a:lnTo>
                  <a:lnTo>
                    <a:pt x="2773860" y="4371609"/>
                  </a:lnTo>
                  <a:lnTo>
                    <a:pt x="2753194" y="4362706"/>
                  </a:lnTo>
                  <a:lnTo>
                    <a:pt x="2732529" y="4371609"/>
                  </a:lnTo>
                  <a:lnTo>
                    <a:pt x="2725641" y="4391195"/>
                  </a:lnTo>
                  <a:lnTo>
                    <a:pt x="2732529" y="4410781"/>
                  </a:lnTo>
                  <a:lnTo>
                    <a:pt x="2753194" y="4419684"/>
                  </a:lnTo>
                  <a:close/>
                </a:path>
                <a:path w="9550400" h="7992745">
                  <a:moveTo>
                    <a:pt x="2614936" y="4033668"/>
                  </a:moveTo>
                  <a:lnTo>
                    <a:pt x="2635216" y="4024932"/>
                  </a:lnTo>
                  <a:lnTo>
                    <a:pt x="2641974" y="4005713"/>
                  </a:lnTo>
                  <a:lnTo>
                    <a:pt x="2635214" y="3986494"/>
                  </a:lnTo>
                  <a:lnTo>
                    <a:pt x="2614936" y="3977758"/>
                  </a:lnTo>
                  <a:lnTo>
                    <a:pt x="2594660" y="3986494"/>
                  </a:lnTo>
                  <a:lnTo>
                    <a:pt x="2587901" y="4005713"/>
                  </a:lnTo>
                  <a:lnTo>
                    <a:pt x="2594660" y="4024932"/>
                  </a:lnTo>
                  <a:lnTo>
                    <a:pt x="2614936" y="4033668"/>
                  </a:lnTo>
                  <a:close/>
                </a:path>
                <a:path w="9550400" h="7992745">
                  <a:moveTo>
                    <a:pt x="2614936" y="4162340"/>
                  </a:moveTo>
                  <a:lnTo>
                    <a:pt x="2635351" y="4153548"/>
                  </a:lnTo>
                  <a:lnTo>
                    <a:pt x="2642156" y="4134205"/>
                  </a:lnTo>
                  <a:lnTo>
                    <a:pt x="2635351" y="4114861"/>
                  </a:lnTo>
                  <a:lnTo>
                    <a:pt x="2614936" y="4106069"/>
                  </a:lnTo>
                  <a:lnTo>
                    <a:pt x="2594522" y="4114861"/>
                  </a:lnTo>
                  <a:lnTo>
                    <a:pt x="2587717" y="4134205"/>
                  </a:lnTo>
                  <a:lnTo>
                    <a:pt x="2594522" y="4153548"/>
                  </a:lnTo>
                  <a:lnTo>
                    <a:pt x="2614936" y="4162340"/>
                  </a:lnTo>
                  <a:close/>
                </a:path>
                <a:path w="9550400" h="7992745">
                  <a:moveTo>
                    <a:pt x="3302447" y="4548356"/>
                  </a:moveTo>
                  <a:lnTo>
                    <a:pt x="3306226" y="4548356"/>
                  </a:lnTo>
                  <a:lnTo>
                    <a:pt x="3323339" y="4542903"/>
                  </a:lnTo>
                  <a:lnTo>
                    <a:pt x="3332368" y="4529718"/>
                  </a:lnTo>
                  <a:lnTo>
                    <a:pt x="3333327" y="4513567"/>
                  </a:lnTo>
                  <a:lnTo>
                    <a:pt x="3326227" y="4499213"/>
                  </a:lnTo>
                  <a:lnTo>
                    <a:pt x="3318587" y="4510980"/>
                  </a:lnTo>
                  <a:lnTo>
                    <a:pt x="3311026" y="4522791"/>
                  </a:lnTo>
                  <a:lnTo>
                    <a:pt x="3303543" y="4534649"/>
                  </a:lnTo>
                  <a:lnTo>
                    <a:pt x="3296141" y="4546559"/>
                  </a:lnTo>
                  <a:lnTo>
                    <a:pt x="3299137" y="4547619"/>
                  </a:lnTo>
                  <a:lnTo>
                    <a:pt x="3302447" y="4548356"/>
                  </a:lnTo>
                  <a:close/>
                </a:path>
                <a:path w="9550400" h="7992745">
                  <a:moveTo>
                    <a:pt x="3306226" y="4677028"/>
                  </a:moveTo>
                  <a:lnTo>
                    <a:pt x="3327155" y="4668010"/>
                  </a:lnTo>
                  <a:lnTo>
                    <a:pt x="3334131" y="4648170"/>
                  </a:lnTo>
                  <a:lnTo>
                    <a:pt x="3327155" y="4628331"/>
                  </a:lnTo>
                  <a:lnTo>
                    <a:pt x="3306226" y="4619313"/>
                  </a:lnTo>
                  <a:lnTo>
                    <a:pt x="3285297" y="4628331"/>
                  </a:lnTo>
                  <a:lnTo>
                    <a:pt x="3278321" y="4648171"/>
                  </a:lnTo>
                  <a:lnTo>
                    <a:pt x="3285297" y="4668010"/>
                  </a:lnTo>
                  <a:lnTo>
                    <a:pt x="3306226" y="4677028"/>
                  </a:lnTo>
                  <a:close/>
                </a:path>
                <a:path w="9550400" h="7992745">
                  <a:moveTo>
                    <a:pt x="3306226" y="4805700"/>
                  </a:moveTo>
                  <a:lnTo>
                    <a:pt x="3327289" y="4796628"/>
                  </a:lnTo>
                  <a:lnTo>
                    <a:pt x="3334310" y="4776670"/>
                  </a:lnTo>
                  <a:lnTo>
                    <a:pt x="3327289" y="4756712"/>
                  </a:lnTo>
                  <a:lnTo>
                    <a:pt x="3306226" y="4747640"/>
                  </a:lnTo>
                  <a:lnTo>
                    <a:pt x="3285172" y="4756712"/>
                  </a:lnTo>
                  <a:lnTo>
                    <a:pt x="3278154" y="4776670"/>
                  </a:lnTo>
                  <a:lnTo>
                    <a:pt x="3285172" y="4796628"/>
                  </a:lnTo>
                  <a:lnTo>
                    <a:pt x="3306226" y="4805700"/>
                  </a:lnTo>
                  <a:close/>
                </a:path>
                <a:path w="9550400" h="7992745">
                  <a:moveTo>
                    <a:pt x="2614936" y="4291012"/>
                  </a:moveTo>
                  <a:lnTo>
                    <a:pt x="2635476" y="4282165"/>
                  </a:lnTo>
                  <a:lnTo>
                    <a:pt x="2642323" y="4262703"/>
                  </a:lnTo>
                  <a:lnTo>
                    <a:pt x="2635476" y="4243242"/>
                  </a:lnTo>
                  <a:lnTo>
                    <a:pt x="2614936" y="4234395"/>
                  </a:lnTo>
                  <a:lnTo>
                    <a:pt x="2594392" y="4243242"/>
                  </a:lnTo>
                  <a:lnTo>
                    <a:pt x="2587544" y="4262703"/>
                  </a:lnTo>
                  <a:lnTo>
                    <a:pt x="2594392" y="4282165"/>
                  </a:lnTo>
                  <a:lnTo>
                    <a:pt x="2614936" y="4291012"/>
                  </a:lnTo>
                  <a:close/>
                </a:path>
                <a:path w="9550400" h="7992745">
                  <a:moveTo>
                    <a:pt x="2753194" y="4162340"/>
                  </a:moveTo>
                  <a:lnTo>
                    <a:pt x="2773609" y="4153548"/>
                  </a:lnTo>
                  <a:lnTo>
                    <a:pt x="2780414" y="4134205"/>
                  </a:lnTo>
                  <a:lnTo>
                    <a:pt x="2773609" y="4114861"/>
                  </a:lnTo>
                  <a:lnTo>
                    <a:pt x="2753194" y="4106069"/>
                  </a:lnTo>
                  <a:lnTo>
                    <a:pt x="2732780" y="4114861"/>
                  </a:lnTo>
                  <a:lnTo>
                    <a:pt x="2725975" y="4134205"/>
                  </a:lnTo>
                  <a:lnTo>
                    <a:pt x="2732780" y="4153548"/>
                  </a:lnTo>
                  <a:lnTo>
                    <a:pt x="2753194" y="4162340"/>
                  </a:lnTo>
                  <a:close/>
                </a:path>
                <a:path w="9550400" h="7992745">
                  <a:moveTo>
                    <a:pt x="3306226" y="5320389"/>
                  </a:moveTo>
                  <a:lnTo>
                    <a:pt x="3327803" y="5311091"/>
                  </a:lnTo>
                  <a:lnTo>
                    <a:pt x="3334995" y="5290639"/>
                  </a:lnTo>
                  <a:lnTo>
                    <a:pt x="3327803" y="5270191"/>
                  </a:lnTo>
                  <a:lnTo>
                    <a:pt x="3306226" y="5260907"/>
                  </a:lnTo>
                  <a:lnTo>
                    <a:pt x="3284654" y="5270201"/>
                  </a:lnTo>
                  <a:lnTo>
                    <a:pt x="3277463" y="5290648"/>
                  </a:lnTo>
                  <a:lnTo>
                    <a:pt x="3284654" y="5311095"/>
                  </a:lnTo>
                  <a:lnTo>
                    <a:pt x="3306226" y="5320389"/>
                  </a:lnTo>
                  <a:close/>
                </a:path>
                <a:path w="9550400" h="7992745">
                  <a:moveTo>
                    <a:pt x="2468391" y="4547127"/>
                  </a:moveTo>
                  <a:lnTo>
                    <a:pt x="2489163" y="4510046"/>
                  </a:lnTo>
                  <a:lnTo>
                    <a:pt x="2495896" y="4498491"/>
                  </a:lnTo>
                  <a:lnTo>
                    <a:pt x="2491311" y="4494005"/>
                  </a:lnTo>
                  <a:lnTo>
                    <a:pt x="2484982" y="4491018"/>
                  </a:lnTo>
                  <a:lnTo>
                    <a:pt x="2476678" y="4491018"/>
                  </a:lnTo>
                  <a:lnTo>
                    <a:pt x="2457086" y="4498667"/>
                  </a:lnTo>
                  <a:lnTo>
                    <a:pt x="2449186" y="4516091"/>
                  </a:lnTo>
                  <a:lnTo>
                    <a:pt x="2452961" y="4535006"/>
                  </a:lnTo>
                  <a:lnTo>
                    <a:pt x="2468391" y="4547127"/>
                  </a:lnTo>
                  <a:close/>
                </a:path>
                <a:path w="9550400" h="7992745">
                  <a:moveTo>
                    <a:pt x="1785388" y="4291012"/>
                  </a:moveTo>
                  <a:lnTo>
                    <a:pt x="1805929" y="4282165"/>
                  </a:lnTo>
                  <a:lnTo>
                    <a:pt x="1812775" y="4262703"/>
                  </a:lnTo>
                  <a:lnTo>
                    <a:pt x="1805929" y="4243242"/>
                  </a:lnTo>
                  <a:lnTo>
                    <a:pt x="1785388" y="4234395"/>
                  </a:lnTo>
                  <a:lnTo>
                    <a:pt x="1764844" y="4243242"/>
                  </a:lnTo>
                  <a:lnTo>
                    <a:pt x="1757996" y="4262703"/>
                  </a:lnTo>
                  <a:lnTo>
                    <a:pt x="1764844" y="4282165"/>
                  </a:lnTo>
                  <a:lnTo>
                    <a:pt x="1785388" y="4291012"/>
                  </a:lnTo>
                  <a:close/>
                </a:path>
                <a:path w="9550400" h="7992745">
                  <a:moveTo>
                    <a:pt x="2614936" y="4419684"/>
                  </a:moveTo>
                  <a:lnTo>
                    <a:pt x="2635604" y="4410781"/>
                  </a:lnTo>
                  <a:lnTo>
                    <a:pt x="2642492" y="4391195"/>
                  </a:lnTo>
                  <a:lnTo>
                    <a:pt x="2635602" y="4371609"/>
                  </a:lnTo>
                  <a:lnTo>
                    <a:pt x="2614936" y="4362706"/>
                  </a:lnTo>
                  <a:lnTo>
                    <a:pt x="2594271" y="4371609"/>
                  </a:lnTo>
                  <a:lnTo>
                    <a:pt x="2587383" y="4391195"/>
                  </a:lnTo>
                  <a:lnTo>
                    <a:pt x="2594271" y="4410781"/>
                  </a:lnTo>
                  <a:lnTo>
                    <a:pt x="2614936" y="4419684"/>
                  </a:lnTo>
                  <a:close/>
                </a:path>
                <a:path w="9550400" h="7992745">
                  <a:moveTo>
                    <a:pt x="1785388" y="4162340"/>
                  </a:moveTo>
                  <a:lnTo>
                    <a:pt x="1805803" y="4153548"/>
                  </a:lnTo>
                  <a:lnTo>
                    <a:pt x="1812608" y="4134205"/>
                  </a:lnTo>
                  <a:lnTo>
                    <a:pt x="1805803" y="4114861"/>
                  </a:lnTo>
                  <a:lnTo>
                    <a:pt x="1785388" y="4106069"/>
                  </a:lnTo>
                  <a:lnTo>
                    <a:pt x="1764974" y="4114861"/>
                  </a:lnTo>
                  <a:lnTo>
                    <a:pt x="1758169" y="4134205"/>
                  </a:lnTo>
                  <a:lnTo>
                    <a:pt x="1764974" y="4153548"/>
                  </a:lnTo>
                  <a:lnTo>
                    <a:pt x="1785388" y="4162340"/>
                  </a:lnTo>
                  <a:close/>
                </a:path>
                <a:path w="9550400" h="7992745">
                  <a:moveTo>
                    <a:pt x="1647131" y="4419684"/>
                  </a:moveTo>
                  <a:lnTo>
                    <a:pt x="1667799" y="4410781"/>
                  </a:lnTo>
                  <a:lnTo>
                    <a:pt x="1674687" y="4391195"/>
                  </a:lnTo>
                  <a:lnTo>
                    <a:pt x="1667797" y="4371609"/>
                  </a:lnTo>
                  <a:lnTo>
                    <a:pt x="1647131" y="4362706"/>
                  </a:lnTo>
                  <a:lnTo>
                    <a:pt x="1626465" y="4371609"/>
                  </a:lnTo>
                  <a:lnTo>
                    <a:pt x="1619577" y="4391195"/>
                  </a:lnTo>
                  <a:lnTo>
                    <a:pt x="1626465" y="4410781"/>
                  </a:lnTo>
                  <a:lnTo>
                    <a:pt x="1647131" y="4419684"/>
                  </a:lnTo>
                  <a:close/>
                </a:path>
                <a:path w="9550400" h="7992745">
                  <a:moveTo>
                    <a:pt x="1785388" y="4419684"/>
                  </a:moveTo>
                  <a:lnTo>
                    <a:pt x="1806057" y="4410781"/>
                  </a:lnTo>
                  <a:lnTo>
                    <a:pt x="1812945" y="4391195"/>
                  </a:lnTo>
                  <a:lnTo>
                    <a:pt x="1806055" y="4371609"/>
                  </a:lnTo>
                  <a:lnTo>
                    <a:pt x="1785388" y="4362706"/>
                  </a:lnTo>
                  <a:lnTo>
                    <a:pt x="1764723" y="4371609"/>
                  </a:lnTo>
                  <a:lnTo>
                    <a:pt x="1757835" y="4391195"/>
                  </a:lnTo>
                  <a:lnTo>
                    <a:pt x="1764723" y="4410781"/>
                  </a:lnTo>
                  <a:lnTo>
                    <a:pt x="1785388" y="4419684"/>
                  </a:lnTo>
                  <a:close/>
                </a:path>
                <a:path w="9550400" h="7992745">
                  <a:moveTo>
                    <a:pt x="2338420" y="4548356"/>
                  </a:moveTo>
                  <a:lnTo>
                    <a:pt x="2359219" y="4539397"/>
                  </a:lnTo>
                  <a:lnTo>
                    <a:pt x="2366152" y="4519687"/>
                  </a:lnTo>
                  <a:lnTo>
                    <a:pt x="2359220" y="4499976"/>
                  </a:lnTo>
                  <a:lnTo>
                    <a:pt x="2338421" y="4491017"/>
                  </a:lnTo>
                  <a:lnTo>
                    <a:pt x="2330471" y="4491017"/>
                  </a:lnTo>
                  <a:lnTo>
                    <a:pt x="2324333" y="4493744"/>
                  </a:lnTo>
                  <a:lnTo>
                    <a:pt x="2319794" y="4497915"/>
                  </a:lnTo>
                  <a:lnTo>
                    <a:pt x="2316845" y="4503483"/>
                  </a:lnTo>
                  <a:lnTo>
                    <a:pt x="2313995" y="4509075"/>
                  </a:lnTo>
                  <a:lnTo>
                    <a:pt x="2311084" y="4514659"/>
                  </a:lnTo>
                  <a:lnTo>
                    <a:pt x="2311433" y="4526590"/>
                  </a:lnTo>
                  <a:lnTo>
                    <a:pt x="2316102" y="4537433"/>
                  </a:lnTo>
                  <a:lnTo>
                    <a:pt x="2325096" y="4545313"/>
                  </a:lnTo>
                  <a:lnTo>
                    <a:pt x="2338420" y="4548356"/>
                  </a:lnTo>
                  <a:close/>
                </a:path>
                <a:path w="9550400" h="7992745">
                  <a:moveTo>
                    <a:pt x="1647131" y="4291012"/>
                  </a:moveTo>
                  <a:lnTo>
                    <a:pt x="1667671" y="4282165"/>
                  </a:lnTo>
                  <a:lnTo>
                    <a:pt x="1674517" y="4262703"/>
                  </a:lnTo>
                  <a:lnTo>
                    <a:pt x="1667671" y="4243242"/>
                  </a:lnTo>
                  <a:lnTo>
                    <a:pt x="1647131" y="4234395"/>
                  </a:lnTo>
                  <a:lnTo>
                    <a:pt x="1626586" y="4243242"/>
                  </a:lnTo>
                  <a:lnTo>
                    <a:pt x="1619738" y="4262703"/>
                  </a:lnTo>
                  <a:lnTo>
                    <a:pt x="1626586" y="4282165"/>
                  </a:lnTo>
                  <a:lnTo>
                    <a:pt x="1647131" y="4291012"/>
                  </a:lnTo>
                  <a:close/>
                </a:path>
                <a:path w="9550400" h="7992745">
                  <a:moveTo>
                    <a:pt x="2476678" y="4162340"/>
                  </a:moveTo>
                  <a:lnTo>
                    <a:pt x="2497093" y="4153548"/>
                  </a:lnTo>
                  <a:lnTo>
                    <a:pt x="2503898" y="4134205"/>
                  </a:lnTo>
                  <a:lnTo>
                    <a:pt x="2497093" y="4114861"/>
                  </a:lnTo>
                  <a:lnTo>
                    <a:pt x="2476678" y="4106069"/>
                  </a:lnTo>
                  <a:lnTo>
                    <a:pt x="2456264" y="4114861"/>
                  </a:lnTo>
                  <a:lnTo>
                    <a:pt x="2449459" y="4134205"/>
                  </a:lnTo>
                  <a:lnTo>
                    <a:pt x="2456264" y="4153548"/>
                  </a:lnTo>
                  <a:lnTo>
                    <a:pt x="2476678" y="4162340"/>
                  </a:lnTo>
                  <a:close/>
                </a:path>
                <a:path w="9550400" h="7992745">
                  <a:moveTo>
                    <a:pt x="2476678" y="4033668"/>
                  </a:moveTo>
                  <a:lnTo>
                    <a:pt x="2496958" y="4024932"/>
                  </a:lnTo>
                  <a:lnTo>
                    <a:pt x="2503716" y="4005713"/>
                  </a:lnTo>
                  <a:lnTo>
                    <a:pt x="2496956" y="3986494"/>
                  </a:lnTo>
                  <a:lnTo>
                    <a:pt x="2476678" y="3977758"/>
                  </a:lnTo>
                  <a:lnTo>
                    <a:pt x="2456402" y="3986494"/>
                  </a:lnTo>
                  <a:lnTo>
                    <a:pt x="2449643" y="4005713"/>
                  </a:lnTo>
                  <a:lnTo>
                    <a:pt x="2456402" y="4024932"/>
                  </a:lnTo>
                  <a:lnTo>
                    <a:pt x="2476678" y="4033668"/>
                  </a:lnTo>
                  <a:close/>
                </a:path>
                <a:path w="9550400" h="7992745">
                  <a:moveTo>
                    <a:pt x="2476678" y="4291012"/>
                  </a:moveTo>
                  <a:lnTo>
                    <a:pt x="2497218" y="4282165"/>
                  </a:lnTo>
                  <a:lnTo>
                    <a:pt x="2504065" y="4262703"/>
                  </a:lnTo>
                  <a:lnTo>
                    <a:pt x="2497218" y="4243242"/>
                  </a:lnTo>
                  <a:lnTo>
                    <a:pt x="2476678" y="4234395"/>
                  </a:lnTo>
                  <a:lnTo>
                    <a:pt x="2456134" y="4243242"/>
                  </a:lnTo>
                  <a:lnTo>
                    <a:pt x="2449286" y="4262703"/>
                  </a:lnTo>
                  <a:lnTo>
                    <a:pt x="2456134" y="4282165"/>
                  </a:lnTo>
                  <a:lnTo>
                    <a:pt x="2476678" y="4291012"/>
                  </a:lnTo>
                  <a:close/>
                </a:path>
                <a:path w="9550400" h="7992745">
                  <a:moveTo>
                    <a:pt x="2476678" y="4419684"/>
                  </a:moveTo>
                  <a:lnTo>
                    <a:pt x="2497346" y="4410781"/>
                  </a:lnTo>
                  <a:lnTo>
                    <a:pt x="2504234" y="4391195"/>
                  </a:lnTo>
                  <a:lnTo>
                    <a:pt x="2497344" y="4371609"/>
                  </a:lnTo>
                  <a:lnTo>
                    <a:pt x="2476678" y="4362706"/>
                  </a:lnTo>
                  <a:lnTo>
                    <a:pt x="2456013" y="4371609"/>
                  </a:lnTo>
                  <a:lnTo>
                    <a:pt x="2449125" y="4391195"/>
                  </a:lnTo>
                  <a:lnTo>
                    <a:pt x="2456013" y="4410781"/>
                  </a:lnTo>
                  <a:lnTo>
                    <a:pt x="2476678" y="4419684"/>
                  </a:lnTo>
                  <a:close/>
                </a:path>
                <a:path w="9550400" h="7992745">
                  <a:moveTo>
                    <a:pt x="112109" y="7992183"/>
                  </a:moveTo>
                  <a:lnTo>
                    <a:pt x="157410" y="7992183"/>
                  </a:lnTo>
                  <a:lnTo>
                    <a:pt x="157169" y="7978334"/>
                  </a:lnTo>
                  <a:lnTo>
                    <a:pt x="146179" y="7961807"/>
                  </a:lnTo>
                  <a:lnTo>
                    <a:pt x="112109" y="7992183"/>
                  </a:lnTo>
                  <a:close/>
                </a:path>
                <a:path w="9550400" h="7992745">
                  <a:moveTo>
                    <a:pt x="4965322" y="4548356"/>
                  </a:moveTo>
                  <a:lnTo>
                    <a:pt x="4986119" y="4539397"/>
                  </a:lnTo>
                  <a:lnTo>
                    <a:pt x="4993051" y="4519687"/>
                  </a:lnTo>
                  <a:lnTo>
                    <a:pt x="4986117" y="4499976"/>
                  </a:lnTo>
                  <a:lnTo>
                    <a:pt x="4965322" y="4491017"/>
                  </a:lnTo>
                  <a:lnTo>
                    <a:pt x="4944527" y="4499976"/>
                  </a:lnTo>
                  <a:lnTo>
                    <a:pt x="4937595" y="4519687"/>
                  </a:lnTo>
                  <a:lnTo>
                    <a:pt x="4944527" y="4539397"/>
                  </a:lnTo>
                  <a:lnTo>
                    <a:pt x="4965322" y="4548356"/>
                  </a:lnTo>
                  <a:close/>
                </a:path>
                <a:path w="9550400" h="7992745">
                  <a:moveTo>
                    <a:pt x="3167968" y="4162340"/>
                  </a:moveTo>
                  <a:lnTo>
                    <a:pt x="3188383" y="4153548"/>
                  </a:lnTo>
                  <a:lnTo>
                    <a:pt x="3195187" y="4134205"/>
                  </a:lnTo>
                  <a:lnTo>
                    <a:pt x="3188383" y="4114861"/>
                  </a:lnTo>
                  <a:lnTo>
                    <a:pt x="3167968" y="4106069"/>
                  </a:lnTo>
                  <a:lnTo>
                    <a:pt x="3147554" y="4114861"/>
                  </a:lnTo>
                  <a:lnTo>
                    <a:pt x="3140749" y="4134205"/>
                  </a:lnTo>
                  <a:lnTo>
                    <a:pt x="3147554" y="4153548"/>
                  </a:lnTo>
                  <a:lnTo>
                    <a:pt x="3167968" y="4162340"/>
                  </a:lnTo>
                  <a:close/>
                </a:path>
                <a:path w="9550400" h="7992745">
                  <a:moveTo>
                    <a:pt x="4827064" y="4677028"/>
                  </a:moveTo>
                  <a:lnTo>
                    <a:pt x="4847992" y="4668013"/>
                  </a:lnTo>
                  <a:lnTo>
                    <a:pt x="4854969" y="4648178"/>
                  </a:lnTo>
                  <a:lnTo>
                    <a:pt x="4847992" y="4628344"/>
                  </a:lnTo>
                  <a:lnTo>
                    <a:pt x="4827064" y="4619328"/>
                  </a:lnTo>
                  <a:lnTo>
                    <a:pt x="4806131" y="4628344"/>
                  </a:lnTo>
                  <a:lnTo>
                    <a:pt x="4799153" y="4648178"/>
                  </a:lnTo>
                  <a:lnTo>
                    <a:pt x="4806131" y="4668013"/>
                  </a:lnTo>
                  <a:lnTo>
                    <a:pt x="4827064" y="4677028"/>
                  </a:lnTo>
                  <a:close/>
                </a:path>
                <a:path w="9550400" h="7992745">
                  <a:moveTo>
                    <a:pt x="4827064" y="4548356"/>
                  </a:moveTo>
                  <a:lnTo>
                    <a:pt x="4847862" y="4539397"/>
                  </a:lnTo>
                  <a:lnTo>
                    <a:pt x="4854793" y="4519687"/>
                  </a:lnTo>
                  <a:lnTo>
                    <a:pt x="4847859" y="4499976"/>
                  </a:lnTo>
                  <a:lnTo>
                    <a:pt x="4827064" y="4491017"/>
                  </a:lnTo>
                  <a:lnTo>
                    <a:pt x="4806269" y="4499976"/>
                  </a:lnTo>
                  <a:lnTo>
                    <a:pt x="4799337" y="4519687"/>
                  </a:lnTo>
                  <a:lnTo>
                    <a:pt x="4806269" y="4539397"/>
                  </a:lnTo>
                  <a:lnTo>
                    <a:pt x="4827064" y="4548356"/>
                  </a:lnTo>
                  <a:close/>
                </a:path>
                <a:path w="9550400" h="7992745">
                  <a:moveTo>
                    <a:pt x="4965322" y="4419684"/>
                  </a:moveTo>
                  <a:lnTo>
                    <a:pt x="4985995" y="4410781"/>
                  </a:lnTo>
                  <a:lnTo>
                    <a:pt x="4992886" y="4391195"/>
                  </a:lnTo>
                  <a:lnTo>
                    <a:pt x="4985995" y="4371609"/>
                  </a:lnTo>
                  <a:lnTo>
                    <a:pt x="4965322" y="4362706"/>
                  </a:lnTo>
                  <a:lnTo>
                    <a:pt x="4944656" y="4371609"/>
                  </a:lnTo>
                  <a:lnTo>
                    <a:pt x="4937768" y="4391195"/>
                  </a:lnTo>
                  <a:lnTo>
                    <a:pt x="4944656" y="4410781"/>
                  </a:lnTo>
                  <a:lnTo>
                    <a:pt x="4965322" y="4419684"/>
                  </a:lnTo>
                  <a:close/>
                </a:path>
                <a:path w="9550400" h="7992745">
                  <a:moveTo>
                    <a:pt x="4827064" y="4419684"/>
                  </a:moveTo>
                  <a:lnTo>
                    <a:pt x="4847737" y="4410781"/>
                  </a:lnTo>
                  <a:lnTo>
                    <a:pt x="4854630" y="4391195"/>
                  </a:lnTo>
                  <a:lnTo>
                    <a:pt x="4847740" y="4371609"/>
                  </a:lnTo>
                  <a:lnTo>
                    <a:pt x="4827071" y="4362706"/>
                  </a:lnTo>
                  <a:lnTo>
                    <a:pt x="4824874" y="4362706"/>
                  </a:lnTo>
                  <a:lnTo>
                    <a:pt x="4822808" y="4362929"/>
                  </a:lnTo>
                  <a:lnTo>
                    <a:pt x="4820872" y="4363321"/>
                  </a:lnTo>
                  <a:lnTo>
                    <a:pt x="4799588" y="4392186"/>
                  </a:lnTo>
                  <a:lnTo>
                    <a:pt x="4801536" y="4402344"/>
                  </a:lnTo>
                  <a:lnTo>
                    <a:pt x="4806753" y="4411145"/>
                  </a:lnTo>
                  <a:lnTo>
                    <a:pt x="4815257" y="4417341"/>
                  </a:lnTo>
                  <a:lnTo>
                    <a:pt x="4827064" y="4419684"/>
                  </a:lnTo>
                  <a:close/>
                </a:path>
                <a:path w="9550400" h="7992745">
                  <a:moveTo>
                    <a:pt x="4965322" y="4291012"/>
                  </a:moveTo>
                  <a:lnTo>
                    <a:pt x="4985861" y="4282165"/>
                  </a:lnTo>
                  <a:lnTo>
                    <a:pt x="4992708" y="4262703"/>
                  </a:lnTo>
                  <a:lnTo>
                    <a:pt x="4985861" y="4243242"/>
                  </a:lnTo>
                  <a:lnTo>
                    <a:pt x="4965322" y="4234395"/>
                  </a:lnTo>
                  <a:lnTo>
                    <a:pt x="4944777" y="4243242"/>
                  </a:lnTo>
                  <a:lnTo>
                    <a:pt x="4937929" y="4262703"/>
                  </a:lnTo>
                  <a:lnTo>
                    <a:pt x="4944777" y="4282165"/>
                  </a:lnTo>
                  <a:lnTo>
                    <a:pt x="4965322" y="4291012"/>
                  </a:lnTo>
                  <a:close/>
                </a:path>
                <a:path w="9550400" h="7992745">
                  <a:moveTo>
                    <a:pt x="0" y="7992183"/>
                  </a:moveTo>
                  <a:lnTo>
                    <a:pt x="19963" y="7992183"/>
                  </a:lnTo>
                  <a:lnTo>
                    <a:pt x="20223" y="7985564"/>
                  </a:lnTo>
                  <a:lnTo>
                    <a:pt x="18090" y="7975986"/>
                  </a:lnTo>
                  <a:lnTo>
                    <a:pt x="0" y="7992183"/>
                  </a:lnTo>
                  <a:close/>
                </a:path>
                <a:path w="9550400" h="7992745">
                  <a:moveTo>
                    <a:pt x="3444484" y="4677028"/>
                  </a:moveTo>
                  <a:lnTo>
                    <a:pt x="3465413" y="4668010"/>
                  </a:lnTo>
                  <a:lnTo>
                    <a:pt x="3472389" y="4648171"/>
                  </a:lnTo>
                  <a:lnTo>
                    <a:pt x="3465413" y="4628331"/>
                  </a:lnTo>
                  <a:lnTo>
                    <a:pt x="3444484" y="4619313"/>
                  </a:lnTo>
                  <a:lnTo>
                    <a:pt x="3423551" y="4628331"/>
                  </a:lnTo>
                  <a:lnTo>
                    <a:pt x="3416573" y="4648171"/>
                  </a:lnTo>
                  <a:lnTo>
                    <a:pt x="3423551" y="4668010"/>
                  </a:lnTo>
                  <a:lnTo>
                    <a:pt x="3444484" y="4677028"/>
                  </a:lnTo>
                  <a:close/>
                </a:path>
                <a:path w="9550400" h="7992745">
                  <a:moveTo>
                    <a:pt x="3444484" y="4291012"/>
                  </a:moveTo>
                  <a:lnTo>
                    <a:pt x="3465024" y="4282165"/>
                  </a:lnTo>
                  <a:lnTo>
                    <a:pt x="3471870" y="4262703"/>
                  </a:lnTo>
                  <a:lnTo>
                    <a:pt x="3465024" y="4243242"/>
                  </a:lnTo>
                  <a:lnTo>
                    <a:pt x="3444484" y="4234395"/>
                  </a:lnTo>
                  <a:lnTo>
                    <a:pt x="3423940" y="4243242"/>
                  </a:lnTo>
                  <a:lnTo>
                    <a:pt x="3417092" y="4262703"/>
                  </a:lnTo>
                  <a:lnTo>
                    <a:pt x="3423940" y="4282165"/>
                  </a:lnTo>
                  <a:lnTo>
                    <a:pt x="3444484" y="4291012"/>
                  </a:lnTo>
                  <a:close/>
                </a:path>
                <a:path w="9550400" h="7992745">
                  <a:moveTo>
                    <a:pt x="1379155" y="6863309"/>
                  </a:moveTo>
                  <a:lnTo>
                    <a:pt x="1385931" y="6860654"/>
                  </a:lnTo>
                  <a:lnTo>
                    <a:pt x="1391474" y="6856672"/>
                  </a:lnTo>
                  <a:lnTo>
                    <a:pt x="1395788" y="6851617"/>
                  </a:lnTo>
                  <a:lnTo>
                    <a:pt x="1398873" y="6845743"/>
                  </a:lnTo>
                  <a:lnTo>
                    <a:pt x="1379155" y="6863309"/>
                  </a:lnTo>
                  <a:close/>
                </a:path>
                <a:path w="9550400" h="7992745">
                  <a:moveTo>
                    <a:pt x="3444484" y="4934372"/>
                  </a:moveTo>
                  <a:lnTo>
                    <a:pt x="3465671" y="4925245"/>
                  </a:lnTo>
                  <a:lnTo>
                    <a:pt x="3472732" y="4905165"/>
                  </a:lnTo>
                  <a:lnTo>
                    <a:pt x="3465669" y="4885085"/>
                  </a:lnTo>
                  <a:lnTo>
                    <a:pt x="3444484" y="4875958"/>
                  </a:lnTo>
                  <a:lnTo>
                    <a:pt x="3423300" y="4885085"/>
                  </a:lnTo>
                  <a:lnTo>
                    <a:pt x="3416239" y="4905165"/>
                  </a:lnTo>
                  <a:lnTo>
                    <a:pt x="3423300" y="4925245"/>
                  </a:lnTo>
                  <a:lnTo>
                    <a:pt x="3444484" y="4934372"/>
                  </a:lnTo>
                  <a:close/>
                </a:path>
                <a:path w="9550400" h="7992745">
                  <a:moveTo>
                    <a:pt x="3444484" y="4805700"/>
                  </a:moveTo>
                  <a:lnTo>
                    <a:pt x="3465547" y="4796628"/>
                  </a:lnTo>
                  <a:lnTo>
                    <a:pt x="3472568" y="4776670"/>
                  </a:lnTo>
                  <a:lnTo>
                    <a:pt x="3465547" y="4756712"/>
                  </a:lnTo>
                  <a:lnTo>
                    <a:pt x="3444484" y="4747640"/>
                  </a:lnTo>
                  <a:lnTo>
                    <a:pt x="3423430" y="4756712"/>
                  </a:lnTo>
                  <a:lnTo>
                    <a:pt x="3416412" y="4776670"/>
                  </a:lnTo>
                  <a:lnTo>
                    <a:pt x="3423430" y="4796628"/>
                  </a:lnTo>
                  <a:lnTo>
                    <a:pt x="3444484" y="4805700"/>
                  </a:lnTo>
                  <a:close/>
                </a:path>
                <a:path w="9550400" h="7992745">
                  <a:moveTo>
                    <a:pt x="3444484" y="4548356"/>
                  </a:moveTo>
                  <a:lnTo>
                    <a:pt x="3465282" y="4539397"/>
                  </a:lnTo>
                  <a:lnTo>
                    <a:pt x="3472213" y="4519687"/>
                  </a:lnTo>
                  <a:lnTo>
                    <a:pt x="3465280" y="4499976"/>
                  </a:lnTo>
                  <a:lnTo>
                    <a:pt x="3444484" y="4491017"/>
                  </a:lnTo>
                  <a:lnTo>
                    <a:pt x="3423689" y="4499976"/>
                  </a:lnTo>
                  <a:lnTo>
                    <a:pt x="3416758" y="4519687"/>
                  </a:lnTo>
                  <a:lnTo>
                    <a:pt x="3423689" y="4539397"/>
                  </a:lnTo>
                  <a:lnTo>
                    <a:pt x="3444484" y="4548356"/>
                  </a:lnTo>
                  <a:close/>
                </a:path>
                <a:path w="9550400" h="7992745">
                  <a:moveTo>
                    <a:pt x="3029710" y="4419684"/>
                  </a:moveTo>
                  <a:lnTo>
                    <a:pt x="3050380" y="4410781"/>
                  </a:lnTo>
                  <a:lnTo>
                    <a:pt x="3057269" y="4391195"/>
                  </a:lnTo>
                  <a:lnTo>
                    <a:pt x="3050379" y="4371609"/>
                  </a:lnTo>
                  <a:lnTo>
                    <a:pt x="3029710" y="4362706"/>
                  </a:lnTo>
                  <a:lnTo>
                    <a:pt x="3009045" y="4371609"/>
                  </a:lnTo>
                  <a:lnTo>
                    <a:pt x="3002156" y="4391195"/>
                  </a:lnTo>
                  <a:lnTo>
                    <a:pt x="3009045" y="4410782"/>
                  </a:lnTo>
                  <a:lnTo>
                    <a:pt x="3029710" y="4419684"/>
                  </a:lnTo>
                  <a:close/>
                </a:path>
                <a:path w="9550400" h="7992745">
                  <a:moveTo>
                    <a:pt x="3167968" y="4419684"/>
                  </a:moveTo>
                  <a:lnTo>
                    <a:pt x="3188642" y="4410781"/>
                  </a:lnTo>
                  <a:lnTo>
                    <a:pt x="3195533" y="4391195"/>
                  </a:lnTo>
                  <a:lnTo>
                    <a:pt x="3188641" y="4371609"/>
                  </a:lnTo>
                  <a:lnTo>
                    <a:pt x="3167968" y="4362706"/>
                  </a:lnTo>
                  <a:lnTo>
                    <a:pt x="3147303" y="4371609"/>
                  </a:lnTo>
                  <a:lnTo>
                    <a:pt x="3140414" y="4391195"/>
                  </a:lnTo>
                  <a:lnTo>
                    <a:pt x="3147303" y="4410781"/>
                  </a:lnTo>
                  <a:lnTo>
                    <a:pt x="3167968" y="4419684"/>
                  </a:lnTo>
                  <a:close/>
                </a:path>
                <a:path w="9550400" h="7992745">
                  <a:moveTo>
                    <a:pt x="3444484" y="4419684"/>
                  </a:moveTo>
                  <a:lnTo>
                    <a:pt x="3465158" y="4410781"/>
                  </a:lnTo>
                  <a:lnTo>
                    <a:pt x="3472049" y="4391195"/>
                  </a:lnTo>
                  <a:lnTo>
                    <a:pt x="3465157" y="4371609"/>
                  </a:lnTo>
                  <a:lnTo>
                    <a:pt x="3444484" y="4362706"/>
                  </a:lnTo>
                  <a:lnTo>
                    <a:pt x="3423819" y="4371609"/>
                  </a:lnTo>
                  <a:lnTo>
                    <a:pt x="3416930" y="4391195"/>
                  </a:lnTo>
                  <a:lnTo>
                    <a:pt x="3423819" y="4410781"/>
                  </a:lnTo>
                  <a:lnTo>
                    <a:pt x="3444484" y="4419684"/>
                  </a:lnTo>
                  <a:close/>
                </a:path>
                <a:path w="9550400" h="7992745">
                  <a:moveTo>
                    <a:pt x="3029710" y="4291012"/>
                  </a:moveTo>
                  <a:lnTo>
                    <a:pt x="3050250" y="4282165"/>
                  </a:lnTo>
                  <a:lnTo>
                    <a:pt x="3057096" y="4262703"/>
                  </a:lnTo>
                  <a:lnTo>
                    <a:pt x="3050250" y="4243242"/>
                  </a:lnTo>
                  <a:lnTo>
                    <a:pt x="3029710" y="4234395"/>
                  </a:lnTo>
                  <a:lnTo>
                    <a:pt x="3009166" y="4243242"/>
                  </a:lnTo>
                  <a:lnTo>
                    <a:pt x="3002318" y="4262703"/>
                  </a:lnTo>
                  <a:lnTo>
                    <a:pt x="3009166" y="4282165"/>
                  </a:lnTo>
                  <a:lnTo>
                    <a:pt x="3029710" y="4291012"/>
                  </a:lnTo>
                  <a:close/>
                </a:path>
                <a:path w="9550400" h="7992745">
                  <a:moveTo>
                    <a:pt x="3029710" y="4162340"/>
                  </a:moveTo>
                  <a:lnTo>
                    <a:pt x="3050125" y="4153548"/>
                  </a:lnTo>
                  <a:lnTo>
                    <a:pt x="3056929" y="4134205"/>
                  </a:lnTo>
                  <a:lnTo>
                    <a:pt x="3050125" y="4114861"/>
                  </a:lnTo>
                  <a:lnTo>
                    <a:pt x="3029710" y="4106069"/>
                  </a:lnTo>
                  <a:lnTo>
                    <a:pt x="3009296" y="4114861"/>
                  </a:lnTo>
                  <a:lnTo>
                    <a:pt x="3002491" y="4134205"/>
                  </a:lnTo>
                  <a:lnTo>
                    <a:pt x="3009296" y="4153548"/>
                  </a:lnTo>
                  <a:lnTo>
                    <a:pt x="3029710" y="4162340"/>
                  </a:lnTo>
                  <a:close/>
                </a:path>
                <a:path w="9550400" h="7992745">
                  <a:moveTo>
                    <a:pt x="3444484" y="5063044"/>
                  </a:moveTo>
                  <a:lnTo>
                    <a:pt x="3465801" y="5053860"/>
                  </a:lnTo>
                  <a:lnTo>
                    <a:pt x="3472907" y="5033656"/>
                  </a:lnTo>
                  <a:lnTo>
                    <a:pt x="3465801" y="5013456"/>
                  </a:lnTo>
                  <a:lnTo>
                    <a:pt x="3444484" y="5004284"/>
                  </a:lnTo>
                  <a:lnTo>
                    <a:pt x="3423162" y="5013466"/>
                  </a:lnTo>
                  <a:lnTo>
                    <a:pt x="3416055" y="5033664"/>
                  </a:lnTo>
                  <a:lnTo>
                    <a:pt x="3423162" y="5053863"/>
                  </a:lnTo>
                  <a:lnTo>
                    <a:pt x="3444484" y="5063044"/>
                  </a:lnTo>
                  <a:close/>
                </a:path>
                <a:path w="9550400" h="7992745">
                  <a:moveTo>
                    <a:pt x="2200162" y="6735758"/>
                  </a:moveTo>
                  <a:lnTo>
                    <a:pt x="2216845" y="6731288"/>
                  </a:lnTo>
                  <a:lnTo>
                    <a:pt x="2227021" y="6720047"/>
                  </a:lnTo>
                  <a:lnTo>
                    <a:pt x="2230713" y="6705285"/>
                  </a:lnTo>
                  <a:lnTo>
                    <a:pt x="2227944" y="6690256"/>
                  </a:lnTo>
                  <a:lnTo>
                    <a:pt x="2172242" y="6690540"/>
                  </a:lnTo>
                  <a:lnTo>
                    <a:pt x="2169609" y="6705519"/>
                  </a:lnTo>
                  <a:lnTo>
                    <a:pt x="2173373" y="6720183"/>
                  </a:lnTo>
                  <a:lnTo>
                    <a:pt x="2183551" y="6731331"/>
                  </a:lnTo>
                  <a:lnTo>
                    <a:pt x="2200162" y="6735758"/>
                  </a:lnTo>
                  <a:close/>
                </a:path>
                <a:path w="9550400" h="7992745">
                  <a:moveTo>
                    <a:pt x="2338420" y="6735758"/>
                  </a:moveTo>
                  <a:lnTo>
                    <a:pt x="2355285" y="6731173"/>
                  </a:lnTo>
                  <a:lnTo>
                    <a:pt x="2365464" y="6719677"/>
                  </a:lnTo>
                  <a:lnTo>
                    <a:pt x="2368983" y="6704660"/>
                  </a:lnTo>
                  <a:lnTo>
                    <a:pt x="2365864" y="6689511"/>
                  </a:lnTo>
                  <a:lnTo>
                    <a:pt x="2310838" y="6689795"/>
                  </a:lnTo>
                  <a:lnTo>
                    <a:pt x="2307856" y="6704893"/>
                  </a:lnTo>
                  <a:lnTo>
                    <a:pt x="2311446" y="6719813"/>
                  </a:lnTo>
                  <a:lnTo>
                    <a:pt x="2321627" y="6731215"/>
                  </a:lnTo>
                  <a:lnTo>
                    <a:pt x="2338420" y="6735758"/>
                  </a:lnTo>
                  <a:close/>
                </a:path>
                <a:path w="9550400" h="7992745">
                  <a:moveTo>
                    <a:pt x="2049023" y="7633974"/>
                  </a:moveTo>
                  <a:lnTo>
                    <a:pt x="2093112" y="7596691"/>
                  </a:lnTo>
                  <a:lnTo>
                    <a:pt x="2089730" y="7586743"/>
                  </a:lnTo>
                  <a:lnTo>
                    <a:pt x="2083410" y="7578412"/>
                  </a:lnTo>
                  <a:lnTo>
                    <a:pt x="2074139" y="7572688"/>
                  </a:lnTo>
                  <a:lnTo>
                    <a:pt x="2061904" y="7570560"/>
                  </a:lnTo>
                  <a:lnTo>
                    <a:pt x="2039940" y="7578804"/>
                  </a:lnTo>
                  <a:lnTo>
                    <a:pt x="2030482" y="7597828"/>
                  </a:lnTo>
                  <a:lnTo>
                    <a:pt x="2033515" y="7619072"/>
                  </a:lnTo>
                  <a:lnTo>
                    <a:pt x="2049023" y="7633974"/>
                  </a:lnTo>
                  <a:close/>
                </a:path>
                <a:path w="9550400" h="7992745">
                  <a:moveTo>
                    <a:pt x="1758567" y="7879628"/>
                  </a:moveTo>
                  <a:lnTo>
                    <a:pt x="1808939" y="7837037"/>
                  </a:lnTo>
                  <a:lnTo>
                    <a:pt x="1804458" y="7833007"/>
                  </a:lnTo>
                  <a:lnTo>
                    <a:pt x="1799048" y="7829902"/>
                  </a:lnTo>
                  <a:lnTo>
                    <a:pt x="1792695" y="7827904"/>
                  </a:lnTo>
                  <a:lnTo>
                    <a:pt x="1785388" y="7827197"/>
                  </a:lnTo>
                  <a:lnTo>
                    <a:pt x="1766726" y="7832641"/>
                  </a:lnTo>
                  <a:lnTo>
                    <a:pt x="1756049" y="7846082"/>
                  </a:lnTo>
                  <a:lnTo>
                    <a:pt x="1753337" y="7863189"/>
                  </a:lnTo>
                  <a:lnTo>
                    <a:pt x="1758567" y="7879628"/>
                  </a:lnTo>
                  <a:close/>
                </a:path>
                <a:path w="9550400" h="7992745">
                  <a:moveTo>
                    <a:pt x="1902715" y="7757723"/>
                  </a:moveTo>
                  <a:lnTo>
                    <a:pt x="1951989" y="7716031"/>
                  </a:lnTo>
                  <a:lnTo>
                    <a:pt x="1947551" y="7709234"/>
                  </a:lnTo>
                  <a:lnTo>
                    <a:pt x="1941363" y="7703798"/>
                  </a:lnTo>
                  <a:lnTo>
                    <a:pt x="1933403" y="7700193"/>
                  </a:lnTo>
                  <a:lnTo>
                    <a:pt x="1923646" y="7698887"/>
                  </a:lnTo>
                  <a:lnTo>
                    <a:pt x="1903282" y="7705656"/>
                  </a:lnTo>
                  <a:lnTo>
                    <a:pt x="1893018" y="7721841"/>
                  </a:lnTo>
                  <a:lnTo>
                    <a:pt x="1892836" y="7741258"/>
                  </a:lnTo>
                  <a:lnTo>
                    <a:pt x="1902715" y="7757723"/>
                  </a:lnTo>
                  <a:close/>
                </a:path>
                <a:path w="9550400" h="7992745">
                  <a:moveTo>
                    <a:pt x="3306226" y="5449053"/>
                  </a:moveTo>
                  <a:lnTo>
                    <a:pt x="3309897" y="5449053"/>
                  </a:lnTo>
                  <a:lnTo>
                    <a:pt x="3313108" y="5448369"/>
                  </a:lnTo>
                  <a:lnTo>
                    <a:pt x="3316073" y="5447386"/>
                  </a:lnTo>
                  <a:lnTo>
                    <a:pt x="3332334" y="5405863"/>
                  </a:lnTo>
                  <a:lnTo>
                    <a:pt x="3328410" y="5399298"/>
                  </a:lnTo>
                  <a:lnTo>
                    <a:pt x="3322765" y="5394014"/>
                  </a:lnTo>
                  <a:lnTo>
                    <a:pt x="3315378" y="5390491"/>
                  </a:lnTo>
                  <a:lnTo>
                    <a:pt x="3306226" y="5389210"/>
                  </a:lnTo>
                  <a:lnTo>
                    <a:pt x="3284524" y="5398561"/>
                  </a:lnTo>
                  <a:lnTo>
                    <a:pt x="3277290" y="5419131"/>
                  </a:lnTo>
                  <a:lnTo>
                    <a:pt x="3284524" y="5439702"/>
                  </a:lnTo>
                  <a:lnTo>
                    <a:pt x="3306226" y="5449053"/>
                  </a:lnTo>
                  <a:close/>
                </a:path>
                <a:path w="9550400" h="7992745">
                  <a:moveTo>
                    <a:pt x="2338413" y="7379134"/>
                  </a:moveTo>
                  <a:lnTo>
                    <a:pt x="2346055" y="7379134"/>
                  </a:lnTo>
                  <a:lnTo>
                    <a:pt x="2352238" y="7376946"/>
                  </a:lnTo>
                  <a:lnTo>
                    <a:pt x="2357101" y="7373435"/>
                  </a:lnTo>
                  <a:lnTo>
                    <a:pt x="2359067" y="7371768"/>
                  </a:lnTo>
                  <a:lnTo>
                    <a:pt x="2368747" y="7355561"/>
                  </a:lnTo>
                  <a:lnTo>
                    <a:pt x="2368546" y="7336479"/>
                  </a:lnTo>
                  <a:lnTo>
                    <a:pt x="2358444" y="7320583"/>
                  </a:lnTo>
                  <a:lnTo>
                    <a:pt x="2338420" y="7313938"/>
                  </a:lnTo>
                  <a:lnTo>
                    <a:pt x="2314774" y="7324125"/>
                  </a:lnTo>
                  <a:lnTo>
                    <a:pt x="2306891" y="7346536"/>
                  </a:lnTo>
                  <a:lnTo>
                    <a:pt x="2314771" y="7368947"/>
                  </a:lnTo>
                  <a:lnTo>
                    <a:pt x="2338413" y="7379134"/>
                  </a:lnTo>
                  <a:close/>
                </a:path>
                <a:path w="9550400" h="7992745">
                  <a:moveTo>
                    <a:pt x="3420988" y="5179534"/>
                  </a:moveTo>
                  <a:lnTo>
                    <a:pt x="3439169" y="5133118"/>
                  </a:lnTo>
                  <a:lnTo>
                    <a:pt x="3425297" y="5139651"/>
                  </a:lnTo>
                  <a:lnTo>
                    <a:pt x="3417646" y="5151666"/>
                  </a:lnTo>
                  <a:lnTo>
                    <a:pt x="3416211" y="5166011"/>
                  </a:lnTo>
                  <a:lnTo>
                    <a:pt x="3420988" y="5179534"/>
                  </a:lnTo>
                  <a:close/>
                </a:path>
                <a:path w="9550400" h="7992745">
                  <a:moveTo>
                    <a:pt x="3138466" y="6712684"/>
                  </a:moveTo>
                  <a:lnTo>
                    <a:pt x="3182301" y="6675631"/>
                  </a:lnTo>
                  <a:lnTo>
                    <a:pt x="3178261" y="6673588"/>
                  </a:lnTo>
                  <a:lnTo>
                    <a:pt x="3173529" y="6672344"/>
                  </a:lnTo>
                  <a:lnTo>
                    <a:pt x="3167968" y="6672344"/>
                  </a:lnTo>
                  <a:lnTo>
                    <a:pt x="3152517" y="6676099"/>
                  </a:lnTo>
                  <a:lnTo>
                    <a:pt x="3142464" y="6685720"/>
                  </a:lnTo>
                  <a:lnTo>
                    <a:pt x="3137788" y="6698737"/>
                  </a:lnTo>
                  <a:lnTo>
                    <a:pt x="3138466" y="6712684"/>
                  </a:lnTo>
                  <a:close/>
                </a:path>
                <a:path w="9550400" h="7992745">
                  <a:moveTo>
                    <a:pt x="2864637" y="6944220"/>
                  </a:moveTo>
                  <a:lnTo>
                    <a:pt x="2880345" y="6930932"/>
                  </a:lnTo>
                  <a:lnTo>
                    <a:pt x="2873202" y="6933452"/>
                  </a:lnTo>
                  <a:lnTo>
                    <a:pt x="2867909" y="6938222"/>
                  </a:lnTo>
                  <a:lnTo>
                    <a:pt x="2864637" y="6944220"/>
                  </a:lnTo>
                  <a:close/>
                </a:path>
                <a:path w="9550400" h="7992745">
                  <a:moveTo>
                    <a:pt x="2999032" y="6830603"/>
                  </a:moveTo>
                  <a:lnTo>
                    <a:pt x="3033927" y="6801093"/>
                  </a:lnTo>
                  <a:lnTo>
                    <a:pt x="3032537" y="6800924"/>
                  </a:lnTo>
                  <a:lnTo>
                    <a:pt x="3031200" y="6800670"/>
                  </a:lnTo>
                  <a:lnTo>
                    <a:pt x="3029710" y="6800670"/>
                  </a:lnTo>
                  <a:lnTo>
                    <a:pt x="3016712" y="6803199"/>
                  </a:lnTo>
                  <a:lnTo>
                    <a:pt x="3007279" y="6809908"/>
                  </a:lnTo>
                  <a:lnTo>
                    <a:pt x="3001393" y="6819481"/>
                  </a:lnTo>
                  <a:lnTo>
                    <a:pt x="2999032" y="6830603"/>
                  </a:lnTo>
                  <a:close/>
                </a:path>
                <a:path w="9550400" h="7992745">
                  <a:moveTo>
                    <a:pt x="5647932" y="2489610"/>
                  </a:moveTo>
                  <a:lnTo>
                    <a:pt x="5656611" y="2489610"/>
                  </a:lnTo>
                  <a:lnTo>
                    <a:pt x="5671689" y="2484947"/>
                  </a:lnTo>
                  <a:lnTo>
                    <a:pt x="5679887" y="2473585"/>
                  </a:lnTo>
                  <a:lnTo>
                    <a:pt x="5681218" y="2459471"/>
                  </a:lnTo>
                  <a:lnTo>
                    <a:pt x="5675690" y="2446551"/>
                  </a:lnTo>
                  <a:lnTo>
                    <a:pt x="5637416" y="2480870"/>
                  </a:lnTo>
                  <a:lnTo>
                    <a:pt x="5641572" y="2486062"/>
                  </a:lnTo>
                  <a:lnTo>
                    <a:pt x="5647932" y="2489610"/>
                  </a:lnTo>
                  <a:close/>
                </a:path>
                <a:path w="9550400" h="7992745">
                  <a:moveTo>
                    <a:pt x="5262169" y="2865649"/>
                  </a:moveTo>
                  <a:lnTo>
                    <a:pt x="5265420" y="2859500"/>
                  </a:lnTo>
                  <a:lnTo>
                    <a:pt x="5267044" y="2852694"/>
                  </a:lnTo>
                  <a:lnTo>
                    <a:pt x="5267036" y="2845668"/>
                  </a:lnTo>
                  <a:lnTo>
                    <a:pt x="5265387" y="2838858"/>
                  </a:lnTo>
                  <a:lnTo>
                    <a:pt x="5260041" y="2844373"/>
                  </a:lnTo>
                  <a:lnTo>
                    <a:pt x="5257207" y="2847338"/>
                  </a:lnTo>
                  <a:lnTo>
                    <a:pt x="5262169" y="2865649"/>
                  </a:lnTo>
                  <a:close/>
                </a:path>
                <a:path w="9550400" h="7992745">
                  <a:moveTo>
                    <a:pt x="5400496" y="3251950"/>
                  </a:moveTo>
                  <a:lnTo>
                    <a:pt x="5405119" y="3242143"/>
                  </a:lnTo>
                  <a:lnTo>
                    <a:pt x="5405845" y="3231224"/>
                  </a:lnTo>
                  <a:lnTo>
                    <a:pt x="5402664" y="3220833"/>
                  </a:lnTo>
                  <a:lnTo>
                    <a:pt x="5395565" y="3212607"/>
                  </a:lnTo>
                  <a:lnTo>
                    <a:pt x="5396857" y="3222434"/>
                  </a:lnTo>
                  <a:lnTo>
                    <a:pt x="5398108" y="3232267"/>
                  </a:lnTo>
                  <a:lnTo>
                    <a:pt x="5399325" y="3242143"/>
                  </a:lnTo>
                  <a:lnTo>
                    <a:pt x="5400496" y="3251950"/>
                  </a:lnTo>
                  <a:close/>
                </a:path>
                <a:path w="9550400" h="7992745">
                  <a:moveTo>
                    <a:pt x="5518353" y="4033668"/>
                  </a:moveTo>
                  <a:lnTo>
                    <a:pt x="5538630" y="4024932"/>
                  </a:lnTo>
                  <a:lnTo>
                    <a:pt x="5545389" y="4005713"/>
                  </a:lnTo>
                  <a:lnTo>
                    <a:pt x="5538630" y="3986494"/>
                  </a:lnTo>
                  <a:lnTo>
                    <a:pt x="5518353" y="3977758"/>
                  </a:lnTo>
                  <a:lnTo>
                    <a:pt x="5498077" y="3986494"/>
                  </a:lnTo>
                  <a:lnTo>
                    <a:pt x="5491318" y="4005713"/>
                  </a:lnTo>
                  <a:lnTo>
                    <a:pt x="5498077" y="4024932"/>
                  </a:lnTo>
                  <a:lnTo>
                    <a:pt x="5518353" y="4033668"/>
                  </a:lnTo>
                  <a:close/>
                </a:path>
                <a:path w="9550400" h="7992745">
                  <a:moveTo>
                    <a:pt x="5380095" y="2875627"/>
                  </a:moveTo>
                  <a:lnTo>
                    <a:pt x="5399210" y="2867393"/>
                  </a:lnTo>
                  <a:lnTo>
                    <a:pt x="5405581" y="2849277"/>
                  </a:lnTo>
                  <a:lnTo>
                    <a:pt x="5399210" y="2831162"/>
                  </a:lnTo>
                  <a:lnTo>
                    <a:pt x="5380095" y="2822928"/>
                  </a:lnTo>
                  <a:lnTo>
                    <a:pt x="5360977" y="2831162"/>
                  </a:lnTo>
                  <a:lnTo>
                    <a:pt x="5354604" y="2849277"/>
                  </a:lnTo>
                  <a:lnTo>
                    <a:pt x="5360977" y="2867393"/>
                  </a:lnTo>
                  <a:lnTo>
                    <a:pt x="5380095" y="2875627"/>
                  </a:lnTo>
                  <a:close/>
                </a:path>
                <a:path w="9550400" h="7992745">
                  <a:moveTo>
                    <a:pt x="5372752" y="2746955"/>
                  </a:moveTo>
                  <a:lnTo>
                    <a:pt x="5380095" y="2746955"/>
                  </a:lnTo>
                  <a:lnTo>
                    <a:pt x="5395175" y="2742378"/>
                  </a:lnTo>
                  <a:lnTo>
                    <a:pt x="5403509" y="2731180"/>
                  </a:lnTo>
                  <a:lnTo>
                    <a:pt x="5405111" y="2717156"/>
                  </a:lnTo>
                  <a:lnTo>
                    <a:pt x="5399997" y="2704102"/>
                  </a:lnTo>
                  <a:lnTo>
                    <a:pt x="5362967" y="2740518"/>
                  </a:lnTo>
                  <a:lnTo>
                    <a:pt x="5367114" y="2744397"/>
                  </a:lnTo>
                  <a:lnTo>
                    <a:pt x="5372752" y="2746955"/>
                  </a:lnTo>
                  <a:close/>
                </a:path>
                <a:path w="9550400" h="7992745">
                  <a:moveTo>
                    <a:pt x="5377722" y="4033668"/>
                  </a:moveTo>
                  <a:lnTo>
                    <a:pt x="5380087" y="4033645"/>
                  </a:lnTo>
                  <a:lnTo>
                    <a:pt x="5386770" y="4033645"/>
                  </a:lnTo>
                  <a:lnTo>
                    <a:pt x="5392200" y="4031709"/>
                  </a:lnTo>
                  <a:lnTo>
                    <a:pt x="5396417" y="4028591"/>
                  </a:lnTo>
                  <a:lnTo>
                    <a:pt x="5395757" y="3995234"/>
                  </a:lnTo>
                  <a:lnTo>
                    <a:pt x="5395565" y="3986706"/>
                  </a:lnTo>
                  <a:lnTo>
                    <a:pt x="5395434" y="3982221"/>
                  </a:lnTo>
                  <a:lnTo>
                    <a:pt x="5391363" y="3979494"/>
                  </a:lnTo>
                  <a:lnTo>
                    <a:pt x="5386301" y="3977750"/>
                  </a:lnTo>
                  <a:lnTo>
                    <a:pt x="5377253" y="3977750"/>
                  </a:lnTo>
                  <a:lnTo>
                    <a:pt x="5374711" y="3978204"/>
                  </a:lnTo>
                  <a:lnTo>
                    <a:pt x="5372307" y="3978849"/>
                  </a:lnTo>
                  <a:lnTo>
                    <a:pt x="5372410" y="3982221"/>
                  </a:lnTo>
                  <a:lnTo>
                    <a:pt x="5372784" y="3998866"/>
                  </a:lnTo>
                  <a:lnTo>
                    <a:pt x="5373474" y="4032946"/>
                  </a:lnTo>
                  <a:lnTo>
                    <a:pt x="5375533" y="4033399"/>
                  </a:lnTo>
                  <a:lnTo>
                    <a:pt x="5377722" y="4033668"/>
                  </a:lnTo>
                  <a:close/>
                </a:path>
                <a:path w="9550400" h="7992745">
                  <a:moveTo>
                    <a:pt x="5383698" y="3132610"/>
                  </a:moveTo>
                  <a:lnTo>
                    <a:pt x="5400746" y="3122764"/>
                  </a:lnTo>
                  <a:lnTo>
                    <a:pt x="5405840" y="3104696"/>
                  </a:lnTo>
                  <a:lnTo>
                    <a:pt x="5398960" y="3087319"/>
                  </a:lnTo>
                  <a:lnTo>
                    <a:pt x="5380087" y="3079542"/>
                  </a:lnTo>
                  <a:lnTo>
                    <a:pt x="5378044" y="3079542"/>
                  </a:lnTo>
                  <a:lnTo>
                    <a:pt x="5376155" y="3079765"/>
                  </a:lnTo>
                  <a:lnTo>
                    <a:pt x="5374365" y="3080110"/>
                  </a:lnTo>
                  <a:lnTo>
                    <a:pt x="5376820" y="3093208"/>
                  </a:lnTo>
                  <a:lnTo>
                    <a:pt x="5379196" y="3106323"/>
                  </a:lnTo>
                  <a:lnTo>
                    <a:pt x="5381489" y="3119457"/>
                  </a:lnTo>
                  <a:lnTo>
                    <a:pt x="5383698" y="3132610"/>
                  </a:lnTo>
                  <a:close/>
                </a:path>
                <a:path w="9550400" h="7992745">
                  <a:moveTo>
                    <a:pt x="5374119" y="3776324"/>
                  </a:moveTo>
                  <a:lnTo>
                    <a:pt x="5383213" y="3776324"/>
                  </a:lnTo>
                  <a:lnTo>
                    <a:pt x="5385956" y="3775779"/>
                  </a:lnTo>
                  <a:lnTo>
                    <a:pt x="5388529" y="3775003"/>
                  </a:lnTo>
                  <a:lnTo>
                    <a:pt x="5387356" y="3748361"/>
                  </a:lnTo>
                  <a:lnTo>
                    <a:pt x="5386102" y="3721720"/>
                  </a:lnTo>
                  <a:lnTo>
                    <a:pt x="5384220" y="3721343"/>
                  </a:lnTo>
                  <a:lnTo>
                    <a:pt x="5382230" y="3721128"/>
                  </a:lnTo>
                  <a:lnTo>
                    <a:pt x="5373044" y="3721128"/>
                  </a:lnTo>
                  <a:lnTo>
                    <a:pt x="5367460" y="3723333"/>
                  </a:lnTo>
                  <a:lnTo>
                    <a:pt x="5363205" y="3726797"/>
                  </a:lnTo>
                  <a:lnTo>
                    <a:pt x="5364263" y="3749440"/>
                  </a:lnTo>
                  <a:lnTo>
                    <a:pt x="5365263" y="3772084"/>
                  </a:lnTo>
                  <a:lnTo>
                    <a:pt x="5369242" y="3774672"/>
                  </a:lnTo>
                  <a:lnTo>
                    <a:pt x="5374119" y="3776324"/>
                  </a:lnTo>
                  <a:close/>
                </a:path>
                <a:path w="9550400" h="7992745">
                  <a:moveTo>
                    <a:pt x="5509413" y="2618283"/>
                  </a:moveTo>
                  <a:lnTo>
                    <a:pt x="5518353" y="2618283"/>
                  </a:lnTo>
                  <a:lnTo>
                    <a:pt x="5533880" y="2613327"/>
                  </a:lnTo>
                  <a:lnTo>
                    <a:pt x="5542057" y="2601351"/>
                  </a:lnTo>
                  <a:lnTo>
                    <a:pt x="5542894" y="2586692"/>
                  </a:lnTo>
                  <a:lnTo>
                    <a:pt x="5536403" y="2573687"/>
                  </a:lnTo>
                  <a:lnTo>
                    <a:pt x="5498751" y="2609104"/>
                  </a:lnTo>
                  <a:lnTo>
                    <a:pt x="5502922" y="2614527"/>
                  </a:lnTo>
                  <a:lnTo>
                    <a:pt x="5509413" y="2618283"/>
                  </a:lnTo>
                  <a:close/>
                </a:path>
                <a:path w="9550400" h="7992745">
                  <a:moveTo>
                    <a:pt x="4980745" y="4157823"/>
                  </a:moveTo>
                  <a:lnTo>
                    <a:pt x="4984938" y="4155020"/>
                  </a:lnTo>
                  <a:lnTo>
                    <a:pt x="4987988" y="4151072"/>
                  </a:lnTo>
                  <a:lnTo>
                    <a:pt x="4989916" y="4146571"/>
                  </a:lnTo>
                  <a:lnTo>
                    <a:pt x="4980745" y="4157823"/>
                  </a:lnTo>
                  <a:close/>
                </a:path>
                <a:path w="9550400" h="7992745">
                  <a:moveTo>
                    <a:pt x="5376355" y="3904996"/>
                  </a:moveTo>
                  <a:lnTo>
                    <a:pt x="5385203" y="3904996"/>
                  </a:lnTo>
                  <a:lnTo>
                    <a:pt x="5389512" y="3903767"/>
                  </a:lnTo>
                  <a:lnTo>
                    <a:pt x="5393176" y="3901831"/>
                  </a:lnTo>
                  <a:lnTo>
                    <a:pt x="5392769" y="3889306"/>
                  </a:lnTo>
                  <a:lnTo>
                    <a:pt x="5391456" y="3851712"/>
                  </a:lnTo>
                  <a:lnTo>
                    <a:pt x="5388183" y="3850283"/>
                  </a:lnTo>
                  <a:lnTo>
                    <a:pt x="5384412" y="3849454"/>
                  </a:lnTo>
                  <a:lnTo>
                    <a:pt x="5375632" y="3849454"/>
                  </a:lnTo>
                  <a:lnTo>
                    <a:pt x="5371738" y="3850330"/>
                  </a:lnTo>
                  <a:lnTo>
                    <a:pt x="5368382" y="3851828"/>
                  </a:lnTo>
                  <a:lnTo>
                    <a:pt x="5369290" y="3877513"/>
                  </a:lnTo>
                  <a:lnTo>
                    <a:pt x="5370141" y="3903198"/>
                  </a:lnTo>
                  <a:lnTo>
                    <a:pt x="5373098" y="3904274"/>
                  </a:lnTo>
                  <a:lnTo>
                    <a:pt x="5376355" y="3904996"/>
                  </a:lnTo>
                  <a:close/>
                </a:path>
                <a:path w="9550400" h="7992745">
                  <a:moveTo>
                    <a:pt x="5380095" y="3004299"/>
                  </a:moveTo>
                  <a:lnTo>
                    <a:pt x="5399339" y="2996008"/>
                  </a:lnTo>
                  <a:lnTo>
                    <a:pt x="5405754" y="2977769"/>
                  </a:lnTo>
                  <a:lnTo>
                    <a:pt x="5399339" y="2959529"/>
                  </a:lnTo>
                  <a:lnTo>
                    <a:pt x="5380095" y="2951239"/>
                  </a:lnTo>
                  <a:lnTo>
                    <a:pt x="5360856" y="2959529"/>
                  </a:lnTo>
                  <a:lnTo>
                    <a:pt x="5354443" y="2977769"/>
                  </a:lnTo>
                  <a:lnTo>
                    <a:pt x="5360856" y="2996008"/>
                  </a:lnTo>
                  <a:lnTo>
                    <a:pt x="5380095" y="3004299"/>
                  </a:lnTo>
                  <a:close/>
                </a:path>
                <a:path w="9550400" h="7992745">
                  <a:moveTo>
                    <a:pt x="5933127" y="3904996"/>
                  </a:moveTo>
                  <a:lnTo>
                    <a:pt x="5953274" y="3896316"/>
                  </a:lnTo>
                  <a:lnTo>
                    <a:pt x="5959989" y="3877222"/>
                  </a:lnTo>
                  <a:lnTo>
                    <a:pt x="5953274" y="3858129"/>
                  </a:lnTo>
                  <a:lnTo>
                    <a:pt x="5933127" y="3849454"/>
                  </a:lnTo>
                  <a:lnTo>
                    <a:pt x="5912976" y="3858133"/>
                  </a:lnTo>
                  <a:lnTo>
                    <a:pt x="5906259" y="3877225"/>
                  </a:lnTo>
                  <a:lnTo>
                    <a:pt x="5912976" y="3896317"/>
                  </a:lnTo>
                  <a:lnTo>
                    <a:pt x="5933127" y="3904996"/>
                  </a:lnTo>
                  <a:close/>
                </a:path>
                <a:path w="9550400" h="7992745">
                  <a:moveTo>
                    <a:pt x="5518353" y="4162340"/>
                  </a:moveTo>
                  <a:lnTo>
                    <a:pt x="5538768" y="4153548"/>
                  </a:lnTo>
                  <a:lnTo>
                    <a:pt x="5545573" y="4134205"/>
                  </a:lnTo>
                  <a:lnTo>
                    <a:pt x="5538768" y="4114861"/>
                  </a:lnTo>
                  <a:lnTo>
                    <a:pt x="5518353" y="4106069"/>
                  </a:lnTo>
                  <a:lnTo>
                    <a:pt x="5497939" y="4114861"/>
                  </a:lnTo>
                  <a:lnTo>
                    <a:pt x="5491134" y="4134205"/>
                  </a:lnTo>
                  <a:lnTo>
                    <a:pt x="5497939" y="4153548"/>
                  </a:lnTo>
                  <a:lnTo>
                    <a:pt x="5518353" y="4162340"/>
                  </a:lnTo>
                  <a:close/>
                </a:path>
                <a:path w="9550400" h="7992745">
                  <a:moveTo>
                    <a:pt x="5933127" y="3776323"/>
                  </a:moveTo>
                  <a:lnTo>
                    <a:pt x="5953153" y="3767699"/>
                  </a:lnTo>
                  <a:lnTo>
                    <a:pt x="5959828" y="3748726"/>
                  </a:lnTo>
                  <a:lnTo>
                    <a:pt x="5953153" y="3729752"/>
                  </a:lnTo>
                  <a:lnTo>
                    <a:pt x="5933127" y="3721128"/>
                  </a:lnTo>
                  <a:lnTo>
                    <a:pt x="5913106" y="3729752"/>
                  </a:lnTo>
                  <a:lnTo>
                    <a:pt x="5906432" y="3748726"/>
                  </a:lnTo>
                  <a:lnTo>
                    <a:pt x="5913106" y="3767699"/>
                  </a:lnTo>
                  <a:lnTo>
                    <a:pt x="5933127" y="3776323"/>
                  </a:lnTo>
                  <a:close/>
                </a:path>
                <a:path w="9550400" h="7992745">
                  <a:moveTo>
                    <a:pt x="6624417" y="3004299"/>
                  </a:moveTo>
                  <a:lnTo>
                    <a:pt x="6643661" y="2996008"/>
                  </a:lnTo>
                  <a:lnTo>
                    <a:pt x="6650075" y="2977769"/>
                  </a:lnTo>
                  <a:lnTo>
                    <a:pt x="6643661" y="2959529"/>
                  </a:lnTo>
                  <a:lnTo>
                    <a:pt x="6624417" y="2951239"/>
                  </a:lnTo>
                  <a:lnTo>
                    <a:pt x="6605178" y="2959529"/>
                  </a:lnTo>
                  <a:lnTo>
                    <a:pt x="6598764" y="2977769"/>
                  </a:lnTo>
                  <a:lnTo>
                    <a:pt x="6605178" y="2996008"/>
                  </a:lnTo>
                  <a:lnTo>
                    <a:pt x="6624417" y="3004299"/>
                  </a:lnTo>
                  <a:close/>
                </a:path>
                <a:path w="9550400" h="7992745">
                  <a:moveTo>
                    <a:pt x="6624417" y="2875627"/>
                  </a:moveTo>
                  <a:lnTo>
                    <a:pt x="6643531" y="2867393"/>
                  </a:lnTo>
                  <a:lnTo>
                    <a:pt x="6649903" y="2849277"/>
                  </a:lnTo>
                  <a:lnTo>
                    <a:pt x="6643531" y="2831162"/>
                  </a:lnTo>
                  <a:lnTo>
                    <a:pt x="6624417" y="2822928"/>
                  </a:lnTo>
                  <a:lnTo>
                    <a:pt x="6605299" y="2831162"/>
                  </a:lnTo>
                  <a:lnTo>
                    <a:pt x="6598926" y="2849277"/>
                  </a:lnTo>
                  <a:lnTo>
                    <a:pt x="6605299" y="2867393"/>
                  </a:lnTo>
                  <a:lnTo>
                    <a:pt x="6624417" y="2875627"/>
                  </a:lnTo>
                  <a:close/>
                </a:path>
                <a:path w="9550400" h="7992745">
                  <a:moveTo>
                    <a:pt x="5933127" y="4033668"/>
                  </a:moveTo>
                  <a:lnTo>
                    <a:pt x="5953407" y="4024932"/>
                  </a:lnTo>
                  <a:lnTo>
                    <a:pt x="5960165" y="4005713"/>
                  </a:lnTo>
                  <a:lnTo>
                    <a:pt x="5953405" y="3986494"/>
                  </a:lnTo>
                  <a:lnTo>
                    <a:pt x="5933127" y="3977758"/>
                  </a:lnTo>
                  <a:lnTo>
                    <a:pt x="5912851" y="3986494"/>
                  </a:lnTo>
                  <a:lnTo>
                    <a:pt x="5906092" y="4005713"/>
                  </a:lnTo>
                  <a:lnTo>
                    <a:pt x="5912851" y="4024932"/>
                  </a:lnTo>
                  <a:lnTo>
                    <a:pt x="5933127" y="4033668"/>
                  </a:lnTo>
                  <a:close/>
                </a:path>
                <a:path w="9550400" h="7992745">
                  <a:moveTo>
                    <a:pt x="5518353" y="3776323"/>
                  </a:moveTo>
                  <a:lnTo>
                    <a:pt x="5538379" y="3767699"/>
                  </a:lnTo>
                  <a:lnTo>
                    <a:pt x="5545055" y="3748726"/>
                  </a:lnTo>
                  <a:lnTo>
                    <a:pt x="5538379" y="3729752"/>
                  </a:lnTo>
                  <a:lnTo>
                    <a:pt x="5518353" y="3721128"/>
                  </a:lnTo>
                  <a:lnTo>
                    <a:pt x="5498336" y="3729752"/>
                  </a:lnTo>
                  <a:lnTo>
                    <a:pt x="5491664" y="3748726"/>
                  </a:lnTo>
                  <a:lnTo>
                    <a:pt x="5498336" y="3767699"/>
                  </a:lnTo>
                  <a:lnTo>
                    <a:pt x="5518353" y="3776323"/>
                  </a:lnTo>
                  <a:close/>
                </a:path>
                <a:path w="9550400" h="7992745">
                  <a:moveTo>
                    <a:pt x="5518353" y="3904988"/>
                  </a:moveTo>
                  <a:lnTo>
                    <a:pt x="5538500" y="3896310"/>
                  </a:lnTo>
                  <a:lnTo>
                    <a:pt x="5545216" y="3877217"/>
                  </a:lnTo>
                  <a:lnTo>
                    <a:pt x="5538500" y="3858125"/>
                  </a:lnTo>
                  <a:lnTo>
                    <a:pt x="5518353" y="3849447"/>
                  </a:lnTo>
                  <a:lnTo>
                    <a:pt x="5498202" y="3858126"/>
                  </a:lnTo>
                  <a:lnTo>
                    <a:pt x="5491485" y="3877220"/>
                  </a:lnTo>
                  <a:lnTo>
                    <a:pt x="5498202" y="3896313"/>
                  </a:lnTo>
                  <a:lnTo>
                    <a:pt x="5518353" y="3904988"/>
                  </a:lnTo>
                  <a:close/>
                </a:path>
                <a:path w="9550400" h="7992745">
                  <a:moveTo>
                    <a:pt x="5933127" y="3390307"/>
                  </a:moveTo>
                  <a:lnTo>
                    <a:pt x="5952764" y="3381850"/>
                  </a:lnTo>
                  <a:lnTo>
                    <a:pt x="5959310" y="3363244"/>
                  </a:lnTo>
                  <a:lnTo>
                    <a:pt x="5952764" y="3344640"/>
                  </a:lnTo>
                  <a:lnTo>
                    <a:pt x="5933127" y="3336187"/>
                  </a:lnTo>
                  <a:lnTo>
                    <a:pt x="5913495" y="3344643"/>
                  </a:lnTo>
                  <a:lnTo>
                    <a:pt x="5906950" y="3363247"/>
                  </a:lnTo>
                  <a:lnTo>
                    <a:pt x="5913495" y="3381851"/>
                  </a:lnTo>
                  <a:lnTo>
                    <a:pt x="5933127" y="3390307"/>
                  </a:lnTo>
                  <a:close/>
                </a:path>
                <a:path w="9550400" h="7992745">
                  <a:moveTo>
                    <a:pt x="5933127" y="3518980"/>
                  </a:moveTo>
                  <a:lnTo>
                    <a:pt x="5952888" y="3510467"/>
                  </a:lnTo>
                  <a:lnTo>
                    <a:pt x="5959474" y="3491739"/>
                  </a:lnTo>
                  <a:lnTo>
                    <a:pt x="5952886" y="3473011"/>
                  </a:lnTo>
                  <a:lnTo>
                    <a:pt x="5933127" y="3464498"/>
                  </a:lnTo>
                  <a:lnTo>
                    <a:pt x="5913369" y="3473011"/>
                  </a:lnTo>
                  <a:lnTo>
                    <a:pt x="5906783" y="3491739"/>
                  </a:lnTo>
                  <a:lnTo>
                    <a:pt x="5913369" y="3510467"/>
                  </a:lnTo>
                  <a:lnTo>
                    <a:pt x="5933127" y="3518980"/>
                  </a:lnTo>
                  <a:close/>
                </a:path>
                <a:path w="9550400" h="7992745">
                  <a:moveTo>
                    <a:pt x="5933127" y="3647652"/>
                  </a:moveTo>
                  <a:lnTo>
                    <a:pt x="5953019" y="3639083"/>
                  </a:lnTo>
                  <a:lnTo>
                    <a:pt x="5959650" y="3620230"/>
                  </a:lnTo>
                  <a:lnTo>
                    <a:pt x="5953019" y="3601378"/>
                  </a:lnTo>
                  <a:lnTo>
                    <a:pt x="5933127" y="3592809"/>
                  </a:lnTo>
                  <a:lnTo>
                    <a:pt x="5913235" y="3601378"/>
                  </a:lnTo>
                  <a:lnTo>
                    <a:pt x="5906605" y="3620230"/>
                  </a:lnTo>
                  <a:lnTo>
                    <a:pt x="5913235" y="3639083"/>
                  </a:lnTo>
                  <a:lnTo>
                    <a:pt x="5933127" y="3647652"/>
                  </a:lnTo>
                  <a:close/>
                </a:path>
                <a:path w="9550400" h="7992745">
                  <a:moveTo>
                    <a:pt x="5369949" y="3647651"/>
                  </a:moveTo>
                  <a:lnTo>
                    <a:pt x="5380840" y="3647651"/>
                  </a:lnTo>
                  <a:lnTo>
                    <a:pt x="5381470" y="3647497"/>
                  </a:lnTo>
                  <a:lnTo>
                    <a:pt x="5382177" y="3647452"/>
                  </a:lnTo>
                  <a:lnTo>
                    <a:pt x="5380094" y="3609900"/>
                  </a:lnTo>
                  <a:lnTo>
                    <a:pt x="5379043" y="3592917"/>
                  </a:lnTo>
                  <a:lnTo>
                    <a:pt x="5371496" y="3594133"/>
                  </a:lnTo>
                  <a:lnTo>
                    <a:pt x="5365281" y="3597030"/>
                  </a:lnTo>
                  <a:lnTo>
                    <a:pt x="5360393" y="3601292"/>
                  </a:lnTo>
                  <a:lnTo>
                    <a:pt x="5356830" y="3606604"/>
                  </a:lnTo>
                  <a:lnTo>
                    <a:pt x="5357265" y="3614162"/>
                  </a:lnTo>
                  <a:lnTo>
                    <a:pt x="5358489" y="3636622"/>
                  </a:lnTo>
                  <a:lnTo>
                    <a:pt x="5362813" y="3643066"/>
                  </a:lnTo>
                  <a:lnTo>
                    <a:pt x="5369949" y="3647651"/>
                  </a:lnTo>
                  <a:close/>
                </a:path>
                <a:path w="9550400" h="7992745">
                  <a:moveTo>
                    <a:pt x="5127844" y="3760562"/>
                  </a:moveTo>
                  <a:lnTo>
                    <a:pt x="5129280" y="3757129"/>
                  </a:lnTo>
                  <a:lnTo>
                    <a:pt x="5130079" y="3753442"/>
                  </a:lnTo>
                  <a:lnTo>
                    <a:pt x="5130202" y="3749686"/>
                  </a:lnTo>
                  <a:lnTo>
                    <a:pt x="5128189" y="3751399"/>
                  </a:lnTo>
                  <a:lnTo>
                    <a:pt x="5127245" y="3752236"/>
                  </a:lnTo>
                  <a:lnTo>
                    <a:pt x="5127844" y="3760562"/>
                  </a:lnTo>
                  <a:close/>
                </a:path>
                <a:path w="9550400" h="7992745">
                  <a:moveTo>
                    <a:pt x="5091551" y="4417257"/>
                  </a:moveTo>
                  <a:lnTo>
                    <a:pt x="5091353" y="4378303"/>
                  </a:lnTo>
                  <a:lnTo>
                    <a:pt x="5091251" y="4365318"/>
                  </a:lnTo>
                  <a:lnTo>
                    <a:pt x="5079805" y="4376143"/>
                  </a:lnTo>
                  <a:lnTo>
                    <a:pt x="5076037" y="4391371"/>
                  </a:lnTo>
                  <a:lnTo>
                    <a:pt x="5079951" y="4406557"/>
                  </a:lnTo>
                  <a:lnTo>
                    <a:pt x="5091551" y="4417257"/>
                  </a:lnTo>
                  <a:close/>
                </a:path>
                <a:path w="9550400" h="7992745">
                  <a:moveTo>
                    <a:pt x="5088071" y="4157777"/>
                  </a:moveTo>
                  <a:lnTo>
                    <a:pt x="5087497" y="4134583"/>
                  </a:lnTo>
                  <a:lnTo>
                    <a:pt x="5086865" y="4111376"/>
                  </a:lnTo>
                  <a:lnTo>
                    <a:pt x="5078876" y="4121837"/>
                  </a:lnTo>
                  <a:lnTo>
                    <a:pt x="5076422" y="4134865"/>
                  </a:lnTo>
                  <a:lnTo>
                    <a:pt x="5079491" y="4147749"/>
                  </a:lnTo>
                  <a:lnTo>
                    <a:pt x="5088071" y="4157777"/>
                  </a:lnTo>
                  <a:close/>
                </a:path>
                <a:path w="9550400" h="7992745">
                  <a:moveTo>
                    <a:pt x="5083978" y="4025564"/>
                  </a:moveTo>
                  <a:lnTo>
                    <a:pt x="5082488" y="3987651"/>
                  </a:lnTo>
                  <a:lnTo>
                    <a:pt x="5077920" y="3996733"/>
                  </a:lnTo>
                  <a:lnTo>
                    <a:pt x="5076642" y="4006901"/>
                  </a:lnTo>
                  <a:lnTo>
                    <a:pt x="5078659" y="4016923"/>
                  </a:lnTo>
                  <a:lnTo>
                    <a:pt x="5083978" y="4025564"/>
                  </a:lnTo>
                  <a:close/>
                </a:path>
                <a:path w="9550400" h="7992745">
                  <a:moveTo>
                    <a:pt x="5090529" y="4287940"/>
                  </a:moveTo>
                  <a:lnTo>
                    <a:pt x="5089746" y="4237921"/>
                  </a:lnTo>
                  <a:lnTo>
                    <a:pt x="5079553" y="4248702"/>
                  </a:lnTo>
                  <a:lnTo>
                    <a:pt x="5076283" y="4263155"/>
                  </a:lnTo>
                  <a:lnTo>
                    <a:pt x="5079940" y="4277495"/>
                  </a:lnTo>
                  <a:lnTo>
                    <a:pt x="5090529" y="4287940"/>
                  </a:lnTo>
                  <a:close/>
                </a:path>
                <a:path w="9550400" h="7992745">
                  <a:moveTo>
                    <a:pt x="4543773" y="4805700"/>
                  </a:moveTo>
                  <a:lnTo>
                    <a:pt x="4550548" y="4805700"/>
                  </a:lnTo>
                  <a:lnTo>
                    <a:pt x="4571611" y="4796628"/>
                  </a:lnTo>
                  <a:lnTo>
                    <a:pt x="4578633" y="4776670"/>
                  </a:lnTo>
                  <a:lnTo>
                    <a:pt x="4571617" y="4756712"/>
                  </a:lnTo>
                  <a:lnTo>
                    <a:pt x="4550564" y="4747640"/>
                  </a:lnTo>
                  <a:lnTo>
                    <a:pt x="4549488" y="4747640"/>
                  </a:lnTo>
                  <a:lnTo>
                    <a:pt x="4548566" y="4747831"/>
                  </a:lnTo>
                  <a:lnTo>
                    <a:pt x="4547568" y="4747924"/>
                  </a:lnTo>
                  <a:lnTo>
                    <a:pt x="4530593" y="4762057"/>
                  </a:lnTo>
                  <a:lnTo>
                    <a:pt x="4530801" y="4769727"/>
                  </a:lnTo>
                  <a:lnTo>
                    <a:pt x="4531191" y="4776961"/>
                  </a:lnTo>
                  <a:lnTo>
                    <a:pt x="4538266" y="4803765"/>
                  </a:lnTo>
                  <a:lnTo>
                    <a:pt x="4543773" y="4805700"/>
                  </a:lnTo>
                  <a:close/>
                </a:path>
                <a:path w="9550400" h="7992745">
                  <a:moveTo>
                    <a:pt x="4689412" y="4548295"/>
                  </a:moveTo>
                  <a:lnTo>
                    <a:pt x="4703363" y="4544559"/>
                  </a:lnTo>
                  <a:lnTo>
                    <a:pt x="4712303" y="4535504"/>
                  </a:lnTo>
                  <a:lnTo>
                    <a:pt x="4716241" y="4523445"/>
                  </a:lnTo>
                  <a:lnTo>
                    <a:pt x="4715182" y="4510696"/>
                  </a:lnTo>
                  <a:lnTo>
                    <a:pt x="4702257" y="4529466"/>
                  </a:lnTo>
                  <a:lnTo>
                    <a:pt x="4689412" y="4548295"/>
                  </a:lnTo>
                  <a:close/>
                </a:path>
                <a:path w="9550400" h="7992745">
                  <a:moveTo>
                    <a:pt x="4799196" y="4779270"/>
                  </a:moveTo>
                  <a:lnTo>
                    <a:pt x="4843493" y="4752594"/>
                  </a:lnTo>
                  <a:lnTo>
                    <a:pt x="4839192" y="4749544"/>
                  </a:lnTo>
                  <a:lnTo>
                    <a:pt x="4833746" y="4747640"/>
                  </a:lnTo>
                  <a:lnTo>
                    <a:pt x="4827064" y="4747640"/>
                  </a:lnTo>
                  <a:lnTo>
                    <a:pt x="4814177" y="4750425"/>
                  </a:lnTo>
                  <a:lnTo>
                    <a:pt x="4805252" y="4757703"/>
                  </a:lnTo>
                  <a:lnTo>
                    <a:pt x="4800266" y="4767857"/>
                  </a:lnTo>
                  <a:lnTo>
                    <a:pt x="4799196" y="4779270"/>
                  </a:lnTo>
                  <a:close/>
                </a:path>
                <a:path w="9550400" h="7992745">
                  <a:moveTo>
                    <a:pt x="4965306" y="4677028"/>
                  </a:moveTo>
                  <a:lnTo>
                    <a:pt x="4966389" y="4677028"/>
                  </a:lnTo>
                  <a:lnTo>
                    <a:pt x="4967326" y="4676836"/>
                  </a:lnTo>
                  <a:lnTo>
                    <a:pt x="4968340" y="4676729"/>
                  </a:lnTo>
                  <a:lnTo>
                    <a:pt x="4988925" y="4664170"/>
                  </a:lnTo>
                  <a:lnTo>
                    <a:pt x="4993131" y="4649986"/>
                  </a:lnTo>
                  <a:lnTo>
                    <a:pt x="4990604" y="4635369"/>
                  </a:lnTo>
                  <a:lnTo>
                    <a:pt x="4981336" y="4623942"/>
                  </a:lnTo>
                  <a:lnTo>
                    <a:pt x="4965322" y="4619328"/>
                  </a:lnTo>
                  <a:lnTo>
                    <a:pt x="4944393" y="4628344"/>
                  </a:lnTo>
                  <a:lnTo>
                    <a:pt x="4937415" y="4648178"/>
                  </a:lnTo>
                  <a:lnTo>
                    <a:pt x="4944386" y="4668013"/>
                  </a:lnTo>
                  <a:lnTo>
                    <a:pt x="4965306" y="4677028"/>
                  </a:lnTo>
                  <a:close/>
                </a:path>
                <a:path w="9550400" h="7992745">
                  <a:moveTo>
                    <a:pt x="4688806" y="4677028"/>
                  </a:moveTo>
                  <a:lnTo>
                    <a:pt x="4709734" y="4668013"/>
                  </a:lnTo>
                  <a:lnTo>
                    <a:pt x="4716711" y="4648178"/>
                  </a:lnTo>
                  <a:lnTo>
                    <a:pt x="4709734" y="4628344"/>
                  </a:lnTo>
                  <a:lnTo>
                    <a:pt x="4688806" y="4619328"/>
                  </a:lnTo>
                  <a:lnTo>
                    <a:pt x="4667873" y="4628344"/>
                  </a:lnTo>
                  <a:lnTo>
                    <a:pt x="4660895" y="4648178"/>
                  </a:lnTo>
                  <a:lnTo>
                    <a:pt x="4667873" y="4668013"/>
                  </a:lnTo>
                  <a:lnTo>
                    <a:pt x="4688806" y="4677028"/>
                  </a:lnTo>
                  <a:close/>
                </a:path>
                <a:path w="9550400" h="7992745">
                  <a:moveTo>
                    <a:pt x="4688806" y="4805700"/>
                  </a:moveTo>
                  <a:lnTo>
                    <a:pt x="4709868" y="4796628"/>
                  </a:lnTo>
                  <a:lnTo>
                    <a:pt x="4716889" y="4776670"/>
                  </a:lnTo>
                  <a:lnTo>
                    <a:pt x="4709868" y="4756712"/>
                  </a:lnTo>
                  <a:lnTo>
                    <a:pt x="4688806" y="4747640"/>
                  </a:lnTo>
                  <a:lnTo>
                    <a:pt x="4667751" y="4756712"/>
                  </a:lnTo>
                  <a:lnTo>
                    <a:pt x="4660733" y="4776670"/>
                  </a:lnTo>
                  <a:lnTo>
                    <a:pt x="4667751" y="4796628"/>
                  </a:lnTo>
                  <a:lnTo>
                    <a:pt x="4688806" y="4805700"/>
                  </a:lnTo>
                  <a:close/>
                </a:path>
                <a:path w="9550400" h="7992745">
                  <a:moveTo>
                    <a:pt x="5091636" y="4545960"/>
                  </a:moveTo>
                  <a:lnTo>
                    <a:pt x="5091736" y="4519614"/>
                  </a:lnTo>
                  <a:lnTo>
                    <a:pt x="5091804" y="4493360"/>
                  </a:lnTo>
                  <a:lnTo>
                    <a:pt x="5079877" y="4504156"/>
                  </a:lnTo>
                  <a:lnTo>
                    <a:pt x="5075872" y="4519614"/>
                  </a:lnTo>
                  <a:lnTo>
                    <a:pt x="5079791" y="4535095"/>
                  </a:lnTo>
                  <a:lnTo>
                    <a:pt x="5091636" y="4545960"/>
                  </a:lnTo>
                  <a:close/>
                </a:path>
                <a:path w="9550400" h="7992745">
                  <a:moveTo>
                    <a:pt x="8274019" y="688201"/>
                  </a:moveTo>
                  <a:lnTo>
                    <a:pt x="8283512" y="688201"/>
                  </a:lnTo>
                  <a:lnTo>
                    <a:pt x="8296642" y="684342"/>
                  </a:lnTo>
                  <a:lnTo>
                    <a:pt x="8304102" y="674827"/>
                  </a:lnTo>
                  <a:lnTo>
                    <a:pt x="8305907" y="662751"/>
                  </a:lnTo>
                  <a:lnTo>
                    <a:pt x="8302069" y="651210"/>
                  </a:lnTo>
                  <a:lnTo>
                    <a:pt x="8264041" y="677179"/>
                  </a:lnTo>
                  <a:lnTo>
                    <a:pt x="8267543" y="683555"/>
                  </a:lnTo>
                  <a:lnTo>
                    <a:pt x="8274019" y="688201"/>
                  </a:lnTo>
                  <a:close/>
                </a:path>
                <a:path w="9550400" h="7992745">
                  <a:moveTo>
                    <a:pt x="6624417" y="1846250"/>
                  </a:moveTo>
                  <a:lnTo>
                    <a:pt x="6639094" y="1841660"/>
                  </a:lnTo>
                  <a:lnTo>
                    <a:pt x="6647004" y="1830510"/>
                  </a:lnTo>
                  <a:lnTo>
                    <a:pt x="6648147" y="1816730"/>
                  </a:lnTo>
                  <a:lnTo>
                    <a:pt x="6642521" y="1804251"/>
                  </a:lnTo>
                  <a:lnTo>
                    <a:pt x="6601674" y="1829875"/>
                  </a:lnTo>
                  <a:lnTo>
                    <a:pt x="6604707" y="1836244"/>
                  </a:lnTo>
                  <a:lnTo>
                    <a:pt x="6609503" y="1841450"/>
                  </a:lnTo>
                  <a:lnTo>
                    <a:pt x="6616070" y="1844962"/>
                  </a:lnTo>
                  <a:lnTo>
                    <a:pt x="6624417" y="1846250"/>
                  </a:lnTo>
                  <a:close/>
                </a:path>
                <a:path w="9550400" h="7992745">
                  <a:moveTo>
                    <a:pt x="7721525" y="1074218"/>
                  </a:moveTo>
                  <a:lnTo>
                    <a:pt x="7730480" y="1074218"/>
                  </a:lnTo>
                  <a:lnTo>
                    <a:pt x="7743727" y="1070395"/>
                  </a:lnTo>
                  <a:lnTo>
                    <a:pt x="7751386" y="1060932"/>
                  </a:lnTo>
                  <a:lnTo>
                    <a:pt x="7753466" y="1048832"/>
                  </a:lnTo>
                  <a:lnTo>
                    <a:pt x="7749975" y="1037103"/>
                  </a:lnTo>
                  <a:lnTo>
                    <a:pt x="7711516" y="1064386"/>
                  </a:lnTo>
                  <a:lnTo>
                    <a:pt x="7715265" y="1070124"/>
                  </a:lnTo>
                  <a:lnTo>
                    <a:pt x="7721525" y="1074218"/>
                  </a:lnTo>
                  <a:close/>
                </a:path>
                <a:path w="9550400" h="7992745">
                  <a:moveTo>
                    <a:pt x="7039191" y="1588906"/>
                  </a:moveTo>
                  <a:lnTo>
                    <a:pt x="7057013" y="1581229"/>
                  </a:lnTo>
                  <a:lnTo>
                    <a:pt x="7062953" y="1564338"/>
                  </a:lnTo>
                  <a:lnTo>
                    <a:pt x="7057010" y="1547448"/>
                  </a:lnTo>
                  <a:lnTo>
                    <a:pt x="7039183" y="1539771"/>
                  </a:lnTo>
                  <a:lnTo>
                    <a:pt x="7038638" y="1539771"/>
                  </a:lnTo>
                  <a:lnTo>
                    <a:pt x="7038161" y="1539893"/>
                  </a:lnTo>
                  <a:lnTo>
                    <a:pt x="7037639" y="1539924"/>
                  </a:lnTo>
                  <a:lnTo>
                    <a:pt x="7017607" y="1553773"/>
                  </a:lnTo>
                  <a:lnTo>
                    <a:pt x="7015522" y="1565390"/>
                  </a:lnTo>
                  <a:lnTo>
                    <a:pt x="7018413" y="1576786"/>
                  </a:lnTo>
                  <a:lnTo>
                    <a:pt x="7026297" y="1585459"/>
                  </a:lnTo>
                  <a:lnTo>
                    <a:pt x="7039191" y="1588906"/>
                  </a:lnTo>
                  <a:close/>
                </a:path>
                <a:path w="9550400" h="7992745">
                  <a:moveTo>
                    <a:pt x="6624417" y="2360939"/>
                  </a:moveTo>
                  <a:lnTo>
                    <a:pt x="6627958" y="2360939"/>
                  </a:lnTo>
                  <a:lnTo>
                    <a:pt x="6631046" y="2360247"/>
                  </a:lnTo>
                  <a:lnTo>
                    <a:pt x="6633827" y="2359203"/>
                  </a:lnTo>
                  <a:lnTo>
                    <a:pt x="6643005" y="2352926"/>
                  </a:lnTo>
                  <a:lnTo>
                    <a:pt x="6648822" y="2340098"/>
                  </a:lnTo>
                  <a:lnTo>
                    <a:pt x="6647666" y="2325895"/>
                  </a:lnTo>
                  <a:lnTo>
                    <a:pt x="6639530" y="2314396"/>
                  </a:lnTo>
                  <a:lnTo>
                    <a:pt x="6624417" y="2309660"/>
                  </a:lnTo>
                  <a:lnTo>
                    <a:pt x="6605821" y="2317673"/>
                  </a:lnTo>
                  <a:lnTo>
                    <a:pt x="6599623" y="2335299"/>
                  </a:lnTo>
                  <a:lnTo>
                    <a:pt x="6605821" y="2352926"/>
                  </a:lnTo>
                  <a:lnTo>
                    <a:pt x="6624417" y="2360939"/>
                  </a:lnTo>
                  <a:close/>
                </a:path>
                <a:path w="9550400" h="7992745">
                  <a:moveTo>
                    <a:pt x="8698286" y="430857"/>
                  </a:moveTo>
                  <a:lnTo>
                    <a:pt x="8713308" y="425376"/>
                  </a:lnTo>
                  <a:lnTo>
                    <a:pt x="8720047" y="412615"/>
                  </a:lnTo>
                  <a:lnTo>
                    <a:pt x="8718513" y="398097"/>
                  </a:lnTo>
                  <a:lnTo>
                    <a:pt x="8708717" y="387344"/>
                  </a:lnTo>
                  <a:lnTo>
                    <a:pt x="8676157" y="407031"/>
                  </a:lnTo>
                  <a:lnTo>
                    <a:pt x="8677318" y="415718"/>
                  </a:lnTo>
                  <a:lnTo>
                    <a:pt x="8681386" y="423357"/>
                  </a:lnTo>
                  <a:lnTo>
                    <a:pt x="8688371" y="428789"/>
                  </a:lnTo>
                  <a:lnTo>
                    <a:pt x="8698286" y="430857"/>
                  </a:lnTo>
                  <a:close/>
                </a:path>
                <a:path w="9550400" h="7992745">
                  <a:moveTo>
                    <a:pt x="5077203" y="3882698"/>
                  </a:moveTo>
                  <a:lnTo>
                    <a:pt x="5076965" y="3878112"/>
                  </a:lnTo>
                  <a:lnTo>
                    <a:pt x="5076819" y="3875815"/>
                  </a:lnTo>
                  <a:lnTo>
                    <a:pt x="5076811" y="3880432"/>
                  </a:lnTo>
                  <a:lnTo>
                    <a:pt x="5077203" y="3882698"/>
                  </a:lnTo>
                  <a:close/>
                </a:path>
                <a:path w="9550400" h="7992745">
                  <a:moveTo>
                    <a:pt x="8836544" y="559529"/>
                  </a:moveTo>
                  <a:lnTo>
                    <a:pt x="8853330" y="552301"/>
                  </a:lnTo>
                  <a:lnTo>
                    <a:pt x="8858925" y="536398"/>
                  </a:lnTo>
                  <a:lnTo>
                    <a:pt x="8853330" y="520495"/>
                  </a:lnTo>
                  <a:lnTo>
                    <a:pt x="8836544" y="513267"/>
                  </a:lnTo>
                  <a:lnTo>
                    <a:pt x="8819768" y="520495"/>
                  </a:lnTo>
                  <a:lnTo>
                    <a:pt x="8814175" y="536398"/>
                  </a:lnTo>
                  <a:lnTo>
                    <a:pt x="8819768" y="552301"/>
                  </a:lnTo>
                  <a:lnTo>
                    <a:pt x="8836544" y="559529"/>
                  </a:lnTo>
                  <a:close/>
                </a:path>
                <a:path w="9550400" h="7992745">
                  <a:moveTo>
                    <a:pt x="8836544" y="688201"/>
                  </a:moveTo>
                  <a:lnTo>
                    <a:pt x="8853455" y="680916"/>
                  </a:lnTo>
                  <a:lnTo>
                    <a:pt x="8859092" y="664890"/>
                  </a:lnTo>
                  <a:lnTo>
                    <a:pt x="8853455" y="648863"/>
                  </a:lnTo>
                  <a:lnTo>
                    <a:pt x="8836544" y="641578"/>
                  </a:lnTo>
                  <a:lnTo>
                    <a:pt x="8819634" y="648863"/>
                  </a:lnTo>
                  <a:lnTo>
                    <a:pt x="8813997" y="664890"/>
                  </a:lnTo>
                  <a:lnTo>
                    <a:pt x="8819634" y="680916"/>
                  </a:lnTo>
                  <a:lnTo>
                    <a:pt x="8836544" y="688201"/>
                  </a:lnTo>
                  <a:close/>
                </a:path>
                <a:path w="9550400" h="7992745">
                  <a:moveTo>
                    <a:pt x="8836544" y="816874"/>
                  </a:moveTo>
                  <a:lnTo>
                    <a:pt x="8853585" y="809532"/>
                  </a:lnTo>
                  <a:lnTo>
                    <a:pt x="8859265" y="793381"/>
                  </a:lnTo>
                  <a:lnTo>
                    <a:pt x="8853584" y="777230"/>
                  </a:lnTo>
                  <a:lnTo>
                    <a:pt x="8836544" y="769889"/>
                  </a:lnTo>
                  <a:lnTo>
                    <a:pt x="8819508" y="777230"/>
                  </a:lnTo>
                  <a:lnTo>
                    <a:pt x="8813830" y="793381"/>
                  </a:lnTo>
                  <a:lnTo>
                    <a:pt x="8819508" y="809532"/>
                  </a:lnTo>
                  <a:lnTo>
                    <a:pt x="8836544" y="816874"/>
                  </a:lnTo>
                  <a:close/>
                </a:path>
                <a:path w="9550400" h="7992745">
                  <a:moveTo>
                    <a:pt x="8836544" y="430857"/>
                  </a:moveTo>
                  <a:lnTo>
                    <a:pt x="8853196" y="423684"/>
                  </a:lnTo>
                  <a:lnTo>
                    <a:pt x="8858745" y="407903"/>
                  </a:lnTo>
                  <a:lnTo>
                    <a:pt x="8853188" y="392121"/>
                  </a:lnTo>
                  <a:lnTo>
                    <a:pt x="8836544" y="384948"/>
                  </a:lnTo>
                  <a:lnTo>
                    <a:pt x="8819892" y="392125"/>
                  </a:lnTo>
                  <a:lnTo>
                    <a:pt x="8814343" y="407906"/>
                  </a:lnTo>
                  <a:lnTo>
                    <a:pt x="8819895" y="423685"/>
                  </a:lnTo>
                  <a:lnTo>
                    <a:pt x="8836544" y="430857"/>
                  </a:lnTo>
                  <a:close/>
                </a:path>
                <a:path w="9550400" h="7992745">
                  <a:moveTo>
                    <a:pt x="402809" y="7893822"/>
                  </a:moveTo>
                  <a:lnTo>
                    <a:pt x="426978" y="7883412"/>
                  </a:lnTo>
                  <a:lnTo>
                    <a:pt x="435034" y="7860510"/>
                  </a:lnTo>
                  <a:lnTo>
                    <a:pt x="426978" y="7837607"/>
                  </a:lnTo>
                  <a:lnTo>
                    <a:pt x="402809" y="7827197"/>
                  </a:lnTo>
                  <a:lnTo>
                    <a:pt x="378640" y="7837607"/>
                  </a:lnTo>
                  <a:lnTo>
                    <a:pt x="370583" y="7860510"/>
                  </a:lnTo>
                  <a:lnTo>
                    <a:pt x="378640" y="7883412"/>
                  </a:lnTo>
                  <a:lnTo>
                    <a:pt x="402809" y="7893822"/>
                  </a:lnTo>
                  <a:close/>
                </a:path>
                <a:path w="9550400" h="7992745">
                  <a:moveTo>
                    <a:pt x="786309" y="7992183"/>
                  </a:moveTo>
                  <a:lnTo>
                    <a:pt x="848862" y="7992183"/>
                  </a:lnTo>
                  <a:lnTo>
                    <a:pt x="849981" y="7989001"/>
                  </a:lnTo>
                  <a:lnTo>
                    <a:pt x="841882" y="7965975"/>
                  </a:lnTo>
                  <a:lnTo>
                    <a:pt x="817583" y="7955508"/>
                  </a:lnTo>
                  <a:lnTo>
                    <a:pt x="793288" y="7965975"/>
                  </a:lnTo>
                  <a:lnTo>
                    <a:pt x="785190" y="7989001"/>
                  </a:lnTo>
                  <a:lnTo>
                    <a:pt x="786309" y="7992183"/>
                  </a:lnTo>
                  <a:close/>
                </a:path>
                <a:path w="9550400" h="7992745">
                  <a:moveTo>
                    <a:pt x="952292" y="7250462"/>
                  </a:moveTo>
                  <a:lnTo>
                    <a:pt x="955841" y="7250462"/>
                  </a:lnTo>
                  <a:lnTo>
                    <a:pt x="970786" y="7247083"/>
                  </a:lnTo>
                  <a:lnTo>
                    <a:pt x="980915" y="7238320"/>
                  </a:lnTo>
                  <a:lnTo>
                    <a:pt x="986240" y="7226230"/>
                  </a:lnTo>
                  <a:lnTo>
                    <a:pt x="986772" y="7212871"/>
                  </a:lnTo>
                  <a:lnTo>
                    <a:pt x="946239" y="7249010"/>
                  </a:lnTo>
                  <a:lnTo>
                    <a:pt x="949173" y="7249847"/>
                  </a:lnTo>
                  <a:lnTo>
                    <a:pt x="952292" y="7250462"/>
                  </a:lnTo>
                  <a:close/>
                </a:path>
                <a:path w="9550400" h="7992745">
                  <a:moveTo>
                    <a:pt x="817583" y="7893822"/>
                  </a:moveTo>
                  <a:lnTo>
                    <a:pt x="841752" y="7883412"/>
                  </a:lnTo>
                  <a:lnTo>
                    <a:pt x="849808" y="7860510"/>
                  </a:lnTo>
                  <a:lnTo>
                    <a:pt x="841752" y="7837607"/>
                  </a:lnTo>
                  <a:lnTo>
                    <a:pt x="817583" y="7827197"/>
                  </a:lnTo>
                  <a:lnTo>
                    <a:pt x="793414" y="7837607"/>
                  </a:lnTo>
                  <a:lnTo>
                    <a:pt x="785357" y="7860510"/>
                  </a:lnTo>
                  <a:lnTo>
                    <a:pt x="793414" y="7883412"/>
                  </a:lnTo>
                  <a:lnTo>
                    <a:pt x="817583" y="7893822"/>
                  </a:lnTo>
                  <a:close/>
                </a:path>
                <a:path w="9550400" h="7992745">
                  <a:moveTo>
                    <a:pt x="817583" y="7765150"/>
                  </a:moveTo>
                  <a:lnTo>
                    <a:pt x="841618" y="7754797"/>
                  </a:lnTo>
                  <a:lnTo>
                    <a:pt x="849630" y="7732019"/>
                  </a:lnTo>
                  <a:lnTo>
                    <a:pt x="841618" y="7709240"/>
                  </a:lnTo>
                  <a:lnTo>
                    <a:pt x="817583" y="7698887"/>
                  </a:lnTo>
                  <a:lnTo>
                    <a:pt x="793543" y="7709240"/>
                  </a:lnTo>
                  <a:lnTo>
                    <a:pt x="785530" y="7732019"/>
                  </a:lnTo>
                  <a:lnTo>
                    <a:pt x="793543" y="7754797"/>
                  </a:lnTo>
                  <a:lnTo>
                    <a:pt x="817583" y="7765150"/>
                  </a:lnTo>
                  <a:close/>
                </a:path>
                <a:path w="9550400" h="7992745">
                  <a:moveTo>
                    <a:pt x="817583" y="7636479"/>
                  </a:moveTo>
                  <a:lnTo>
                    <a:pt x="841493" y="7626179"/>
                  </a:lnTo>
                  <a:lnTo>
                    <a:pt x="849463" y="7603519"/>
                  </a:lnTo>
                  <a:lnTo>
                    <a:pt x="841493" y="7580860"/>
                  </a:lnTo>
                  <a:lnTo>
                    <a:pt x="817583" y="7570560"/>
                  </a:lnTo>
                  <a:lnTo>
                    <a:pt x="793677" y="7580860"/>
                  </a:lnTo>
                  <a:lnTo>
                    <a:pt x="785709" y="7603519"/>
                  </a:lnTo>
                  <a:lnTo>
                    <a:pt x="793677" y="7626179"/>
                  </a:lnTo>
                  <a:lnTo>
                    <a:pt x="817583" y="7636479"/>
                  </a:lnTo>
                  <a:close/>
                </a:path>
                <a:path w="9550400" h="7992745">
                  <a:moveTo>
                    <a:pt x="955841" y="7765150"/>
                  </a:moveTo>
                  <a:lnTo>
                    <a:pt x="979876" y="7754797"/>
                  </a:lnTo>
                  <a:lnTo>
                    <a:pt x="987888" y="7732019"/>
                  </a:lnTo>
                  <a:lnTo>
                    <a:pt x="979876" y="7709240"/>
                  </a:lnTo>
                  <a:lnTo>
                    <a:pt x="955841" y="7698887"/>
                  </a:lnTo>
                  <a:lnTo>
                    <a:pt x="931801" y="7709240"/>
                  </a:lnTo>
                  <a:lnTo>
                    <a:pt x="923788" y="7732019"/>
                  </a:lnTo>
                  <a:lnTo>
                    <a:pt x="931801" y="7754797"/>
                  </a:lnTo>
                  <a:lnTo>
                    <a:pt x="955841" y="7765150"/>
                  </a:lnTo>
                  <a:close/>
                </a:path>
                <a:path w="9550400" h="7992745">
                  <a:moveTo>
                    <a:pt x="955841" y="7893822"/>
                  </a:moveTo>
                  <a:lnTo>
                    <a:pt x="980010" y="7883412"/>
                  </a:lnTo>
                  <a:lnTo>
                    <a:pt x="988066" y="7860510"/>
                  </a:lnTo>
                  <a:lnTo>
                    <a:pt x="980010" y="7837607"/>
                  </a:lnTo>
                  <a:lnTo>
                    <a:pt x="955841" y="7827197"/>
                  </a:lnTo>
                  <a:lnTo>
                    <a:pt x="931672" y="7837607"/>
                  </a:lnTo>
                  <a:lnTo>
                    <a:pt x="923615" y="7860510"/>
                  </a:lnTo>
                  <a:lnTo>
                    <a:pt x="931672" y="7883412"/>
                  </a:lnTo>
                  <a:lnTo>
                    <a:pt x="955841" y="7893822"/>
                  </a:lnTo>
                  <a:close/>
                </a:path>
                <a:path w="9550400" h="7992745">
                  <a:moveTo>
                    <a:pt x="955841" y="7379134"/>
                  </a:moveTo>
                  <a:lnTo>
                    <a:pt x="979496" y="7368947"/>
                  </a:lnTo>
                  <a:lnTo>
                    <a:pt x="987381" y="7346536"/>
                  </a:lnTo>
                  <a:lnTo>
                    <a:pt x="979496" y="7324125"/>
                  </a:lnTo>
                  <a:lnTo>
                    <a:pt x="955841" y="7313938"/>
                  </a:lnTo>
                  <a:lnTo>
                    <a:pt x="932194" y="7324125"/>
                  </a:lnTo>
                  <a:lnTo>
                    <a:pt x="924312" y="7346536"/>
                  </a:lnTo>
                  <a:lnTo>
                    <a:pt x="932194" y="7368947"/>
                  </a:lnTo>
                  <a:lnTo>
                    <a:pt x="955841" y="7379134"/>
                  </a:lnTo>
                  <a:close/>
                </a:path>
                <a:path w="9550400" h="7992745">
                  <a:moveTo>
                    <a:pt x="955841" y="7507806"/>
                  </a:moveTo>
                  <a:lnTo>
                    <a:pt x="979621" y="7497563"/>
                  </a:lnTo>
                  <a:lnTo>
                    <a:pt x="987548" y="7475027"/>
                  </a:lnTo>
                  <a:lnTo>
                    <a:pt x="979621" y="7452492"/>
                  </a:lnTo>
                  <a:lnTo>
                    <a:pt x="955841" y="7442248"/>
                  </a:lnTo>
                  <a:lnTo>
                    <a:pt x="932056" y="7452492"/>
                  </a:lnTo>
                  <a:lnTo>
                    <a:pt x="924128" y="7475027"/>
                  </a:lnTo>
                  <a:lnTo>
                    <a:pt x="932056" y="7497563"/>
                  </a:lnTo>
                  <a:lnTo>
                    <a:pt x="955841" y="7507806"/>
                  </a:lnTo>
                  <a:close/>
                </a:path>
                <a:path w="9550400" h="7992745">
                  <a:moveTo>
                    <a:pt x="955841" y="7636479"/>
                  </a:moveTo>
                  <a:lnTo>
                    <a:pt x="979751" y="7626179"/>
                  </a:lnTo>
                  <a:lnTo>
                    <a:pt x="987721" y="7603519"/>
                  </a:lnTo>
                  <a:lnTo>
                    <a:pt x="979751" y="7580860"/>
                  </a:lnTo>
                  <a:lnTo>
                    <a:pt x="955841" y="7570560"/>
                  </a:lnTo>
                  <a:lnTo>
                    <a:pt x="931935" y="7580860"/>
                  </a:lnTo>
                  <a:lnTo>
                    <a:pt x="923967" y="7603519"/>
                  </a:lnTo>
                  <a:lnTo>
                    <a:pt x="931935" y="7626179"/>
                  </a:lnTo>
                  <a:lnTo>
                    <a:pt x="955841" y="7636479"/>
                  </a:lnTo>
                  <a:close/>
                </a:path>
                <a:path w="9550400" h="7992745">
                  <a:moveTo>
                    <a:pt x="679325" y="7765150"/>
                  </a:moveTo>
                  <a:lnTo>
                    <a:pt x="703360" y="7754797"/>
                  </a:lnTo>
                  <a:lnTo>
                    <a:pt x="711372" y="7732019"/>
                  </a:lnTo>
                  <a:lnTo>
                    <a:pt x="703360" y="7709240"/>
                  </a:lnTo>
                  <a:lnTo>
                    <a:pt x="679325" y="7698887"/>
                  </a:lnTo>
                  <a:lnTo>
                    <a:pt x="655285" y="7709240"/>
                  </a:lnTo>
                  <a:lnTo>
                    <a:pt x="647272" y="7732019"/>
                  </a:lnTo>
                  <a:lnTo>
                    <a:pt x="655285" y="7754797"/>
                  </a:lnTo>
                  <a:lnTo>
                    <a:pt x="679325" y="7765150"/>
                  </a:lnTo>
                  <a:close/>
                </a:path>
                <a:path w="9550400" h="7992745">
                  <a:moveTo>
                    <a:pt x="509793" y="7992183"/>
                  </a:moveTo>
                  <a:lnTo>
                    <a:pt x="572346" y="7992183"/>
                  </a:lnTo>
                  <a:lnTo>
                    <a:pt x="573465" y="7989001"/>
                  </a:lnTo>
                  <a:lnTo>
                    <a:pt x="565366" y="7965975"/>
                  </a:lnTo>
                  <a:lnTo>
                    <a:pt x="541067" y="7955508"/>
                  </a:lnTo>
                  <a:lnTo>
                    <a:pt x="516772" y="7965975"/>
                  </a:lnTo>
                  <a:lnTo>
                    <a:pt x="508674" y="7989001"/>
                  </a:lnTo>
                  <a:lnTo>
                    <a:pt x="509793" y="7992183"/>
                  </a:lnTo>
                  <a:close/>
                </a:path>
                <a:path w="9550400" h="7992745">
                  <a:moveTo>
                    <a:pt x="672135" y="7507806"/>
                  </a:moveTo>
                  <a:lnTo>
                    <a:pt x="679325" y="7507806"/>
                  </a:lnTo>
                  <a:lnTo>
                    <a:pt x="696491" y="7503230"/>
                  </a:lnTo>
                  <a:lnTo>
                    <a:pt x="707012" y="7491709"/>
                  </a:lnTo>
                  <a:lnTo>
                    <a:pt x="710909" y="7476558"/>
                  </a:lnTo>
                  <a:lnTo>
                    <a:pt x="708205" y="7461090"/>
                  </a:lnTo>
                  <a:lnTo>
                    <a:pt x="661544" y="7502659"/>
                  </a:lnTo>
                  <a:lnTo>
                    <a:pt x="666282" y="7505809"/>
                  </a:lnTo>
                  <a:lnTo>
                    <a:pt x="672135" y="7507806"/>
                  </a:lnTo>
                  <a:close/>
                </a:path>
                <a:path w="9550400" h="7992745">
                  <a:moveTo>
                    <a:pt x="679325" y="7893822"/>
                  </a:moveTo>
                  <a:lnTo>
                    <a:pt x="703494" y="7883412"/>
                  </a:lnTo>
                  <a:lnTo>
                    <a:pt x="711550" y="7860510"/>
                  </a:lnTo>
                  <a:lnTo>
                    <a:pt x="703494" y="7837607"/>
                  </a:lnTo>
                  <a:lnTo>
                    <a:pt x="679325" y="7827197"/>
                  </a:lnTo>
                  <a:lnTo>
                    <a:pt x="655156" y="7837607"/>
                  </a:lnTo>
                  <a:lnTo>
                    <a:pt x="647099" y="7860510"/>
                  </a:lnTo>
                  <a:lnTo>
                    <a:pt x="655156" y="7883412"/>
                  </a:lnTo>
                  <a:lnTo>
                    <a:pt x="679325" y="7893822"/>
                  </a:lnTo>
                  <a:close/>
                </a:path>
                <a:path w="9550400" h="7992745">
                  <a:moveTo>
                    <a:pt x="812198" y="7379134"/>
                  </a:moveTo>
                  <a:lnTo>
                    <a:pt x="817583" y="7379134"/>
                  </a:lnTo>
                  <a:lnTo>
                    <a:pt x="833678" y="7375160"/>
                  </a:lnTo>
                  <a:lnTo>
                    <a:pt x="844049" y="7365008"/>
                  </a:lnTo>
                  <a:lnTo>
                    <a:pt x="848718" y="7351335"/>
                  </a:lnTo>
                  <a:lnTo>
                    <a:pt x="847708" y="7336797"/>
                  </a:lnTo>
                  <a:lnTo>
                    <a:pt x="803518" y="7376162"/>
                  </a:lnTo>
                  <a:lnTo>
                    <a:pt x="807513" y="7378020"/>
                  </a:lnTo>
                  <a:lnTo>
                    <a:pt x="812198" y="7379134"/>
                  </a:lnTo>
                  <a:close/>
                </a:path>
                <a:path w="9550400" h="7992745">
                  <a:moveTo>
                    <a:pt x="648051" y="7992183"/>
                  </a:moveTo>
                  <a:lnTo>
                    <a:pt x="710604" y="7992183"/>
                  </a:lnTo>
                  <a:lnTo>
                    <a:pt x="711723" y="7989001"/>
                  </a:lnTo>
                  <a:lnTo>
                    <a:pt x="703624" y="7965975"/>
                  </a:lnTo>
                  <a:lnTo>
                    <a:pt x="679325" y="7955508"/>
                  </a:lnTo>
                  <a:lnTo>
                    <a:pt x="655030" y="7965975"/>
                  </a:lnTo>
                  <a:lnTo>
                    <a:pt x="646932" y="7989001"/>
                  </a:lnTo>
                  <a:lnTo>
                    <a:pt x="648051" y="7992183"/>
                  </a:lnTo>
                  <a:close/>
                </a:path>
                <a:path w="9550400" h="7992745">
                  <a:moveTo>
                    <a:pt x="817583" y="7507806"/>
                  </a:moveTo>
                  <a:lnTo>
                    <a:pt x="841363" y="7497563"/>
                  </a:lnTo>
                  <a:lnTo>
                    <a:pt x="849290" y="7475027"/>
                  </a:lnTo>
                  <a:lnTo>
                    <a:pt x="841363" y="7452492"/>
                  </a:lnTo>
                  <a:lnTo>
                    <a:pt x="817583" y="7442248"/>
                  </a:lnTo>
                  <a:lnTo>
                    <a:pt x="793798" y="7452492"/>
                  </a:lnTo>
                  <a:lnTo>
                    <a:pt x="785870" y="7475027"/>
                  </a:lnTo>
                  <a:lnTo>
                    <a:pt x="793798" y="7497563"/>
                  </a:lnTo>
                  <a:lnTo>
                    <a:pt x="817583" y="7507806"/>
                  </a:lnTo>
                  <a:close/>
                </a:path>
                <a:path w="9550400" h="7992745">
                  <a:moveTo>
                    <a:pt x="679325" y="7636479"/>
                  </a:moveTo>
                  <a:lnTo>
                    <a:pt x="703235" y="7626179"/>
                  </a:lnTo>
                  <a:lnTo>
                    <a:pt x="711205" y="7603519"/>
                  </a:lnTo>
                  <a:lnTo>
                    <a:pt x="703235" y="7580860"/>
                  </a:lnTo>
                  <a:lnTo>
                    <a:pt x="679325" y="7570560"/>
                  </a:lnTo>
                  <a:lnTo>
                    <a:pt x="655419" y="7580860"/>
                  </a:lnTo>
                  <a:lnTo>
                    <a:pt x="647451" y="7603519"/>
                  </a:lnTo>
                  <a:lnTo>
                    <a:pt x="655419" y="7626179"/>
                  </a:lnTo>
                  <a:lnTo>
                    <a:pt x="679325" y="7636479"/>
                  </a:lnTo>
                  <a:close/>
                </a:path>
                <a:path w="9550400" h="7992745">
                  <a:moveTo>
                    <a:pt x="1232357" y="7379134"/>
                  </a:moveTo>
                  <a:lnTo>
                    <a:pt x="1256012" y="7368947"/>
                  </a:lnTo>
                  <a:lnTo>
                    <a:pt x="1263897" y="7346536"/>
                  </a:lnTo>
                  <a:lnTo>
                    <a:pt x="1256012" y="7324125"/>
                  </a:lnTo>
                  <a:lnTo>
                    <a:pt x="1232357" y="7313938"/>
                  </a:lnTo>
                  <a:lnTo>
                    <a:pt x="1208710" y="7324125"/>
                  </a:lnTo>
                  <a:lnTo>
                    <a:pt x="1200828" y="7346536"/>
                  </a:lnTo>
                  <a:lnTo>
                    <a:pt x="1208710" y="7368947"/>
                  </a:lnTo>
                  <a:lnTo>
                    <a:pt x="1232357" y="7379134"/>
                  </a:lnTo>
                  <a:close/>
                </a:path>
                <a:path w="9550400" h="7992745">
                  <a:moveTo>
                    <a:pt x="1232357" y="7507806"/>
                  </a:moveTo>
                  <a:lnTo>
                    <a:pt x="1256137" y="7497563"/>
                  </a:lnTo>
                  <a:lnTo>
                    <a:pt x="1264064" y="7475027"/>
                  </a:lnTo>
                  <a:lnTo>
                    <a:pt x="1256137" y="7452492"/>
                  </a:lnTo>
                  <a:lnTo>
                    <a:pt x="1232357" y="7442248"/>
                  </a:lnTo>
                  <a:lnTo>
                    <a:pt x="1208572" y="7452492"/>
                  </a:lnTo>
                  <a:lnTo>
                    <a:pt x="1200644" y="7475027"/>
                  </a:lnTo>
                  <a:lnTo>
                    <a:pt x="1208572" y="7497563"/>
                  </a:lnTo>
                  <a:lnTo>
                    <a:pt x="1232357" y="7507806"/>
                  </a:lnTo>
                  <a:close/>
                </a:path>
                <a:path w="9550400" h="7992745">
                  <a:moveTo>
                    <a:pt x="1232357" y="7250439"/>
                  </a:moveTo>
                  <a:lnTo>
                    <a:pt x="1255873" y="7240308"/>
                  </a:lnTo>
                  <a:lnTo>
                    <a:pt x="1263712" y="7218021"/>
                  </a:lnTo>
                  <a:lnTo>
                    <a:pt x="1255873" y="7195734"/>
                  </a:lnTo>
                  <a:lnTo>
                    <a:pt x="1232357" y="7185603"/>
                  </a:lnTo>
                  <a:lnTo>
                    <a:pt x="1208840" y="7195737"/>
                  </a:lnTo>
                  <a:lnTo>
                    <a:pt x="1201001" y="7218030"/>
                  </a:lnTo>
                  <a:lnTo>
                    <a:pt x="1208840" y="7240318"/>
                  </a:lnTo>
                  <a:lnTo>
                    <a:pt x="1232357" y="7250439"/>
                  </a:lnTo>
                  <a:close/>
                </a:path>
                <a:path w="9550400" h="7992745">
                  <a:moveTo>
                    <a:pt x="1232357" y="7636479"/>
                  </a:moveTo>
                  <a:lnTo>
                    <a:pt x="1256267" y="7626179"/>
                  </a:lnTo>
                  <a:lnTo>
                    <a:pt x="1264237" y="7603519"/>
                  </a:lnTo>
                  <a:lnTo>
                    <a:pt x="1256267" y="7580860"/>
                  </a:lnTo>
                  <a:lnTo>
                    <a:pt x="1232357" y="7570560"/>
                  </a:lnTo>
                  <a:lnTo>
                    <a:pt x="1208451" y="7580860"/>
                  </a:lnTo>
                  <a:lnTo>
                    <a:pt x="1200483" y="7603519"/>
                  </a:lnTo>
                  <a:lnTo>
                    <a:pt x="1208451" y="7626179"/>
                  </a:lnTo>
                  <a:lnTo>
                    <a:pt x="1232357" y="7636479"/>
                  </a:lnTo>
                  <a:close/>
                </a:path>
                <a:path w="9550400" h="7992745">
                  <a:moveTo>
                    <a:pt x="1232357" y="7121782"/>
                  </a:moveTo>
                  <a:lnTo>
                    <a:pt x="1255744" y="7111706"/>
                  </a:lnTo>
                  <a:lnTo>
                    <a:pt x="1263539" y="7089538"/>
                  </a:lnTo>
                  <a:lnTo>
                    <a:pt x="1255744" y="7067369"/>
                  </a:lnTo>
                  <a:lnTo>
                    <a:pt x="1232357" y="7057293"/>
                  </a:lnTo>
                  <a:lnTo>
                    <a:pt x="1208970" y="7067369"/>
                  </a:lnTo>
                  <a:lnTo>
                    <a:pt x="1201174" y="7089538"/>
                  </a:lnTo>
                  <a:lnTo>
                    <a:pt x="1208970" y="7111706"/>
                  </a:lnTo>
                  <a:lnTo>
                    <a:pt x="1232357" y="7121782"/>
                  </a:lnTo>
                  <a:close/>
                </a:path>
                <a:path w="9550400" h="7992745">
                  <a:moveTo>
                    <a:pt x="1201083" y="7992183"/>
                  </a:moveTo>
                  <a:lnTo>
                    <a:pt x="1263636" y="7992183"/>
                  </a:lnTo>
                  <a:lnTo>
                    <a:pt x="1264755" y="7989001"/>
                  </a:lnTo>
                  <a:lnTo>
                    <a:pt x="1256656" y="7965975"/>
                  </a:lnTo>
                  <a:lnTo>
                    <a:pt x="1232357" y="7955508"/>
                  </a:lnTo>
                  <a:lnTo>
                    <a:pt x="1208062" y="7965975"/>
                  </a:lnTo>
                  <a:lnTo>
                    <a:pt x="1199964" y="7989001"/>
                  </a:lnTo>
                  <a:lnTo>
                    <a:pt x="1201083" y="7992183"/>
                  </a:lnTo>
                  <a:close/>
                </a:path>
                <a:path w="9550400" h="7992745">
                  <a:moveTo>
                    <a:pt x="924567" y="7992183"/>
                  </a:moveTo>
                  <a:lnTo>
                    <a:pt x="987120" y="7992183"/>
                  </a:lnTo>
                  <a:lnTo>
                    <a:pt x="988239" y="7989001"/>
                  </a:lnTo>
                  <a:lnTo>
                    <a:pt x="980140" y="7965975"/>
                  </a:lnTo>
                  <a:lnTo>
                    <a:pt x="955841" y="7955508"/>
                  </a:lnTo>
                  <a:lnTo>
                    <a:pt x="931546" y="7965975"/>
                  </a:lnTo>
                  <a:lnTo>
                    <a:pt x="923448" y="7989001"/>
                  </a:lnTo>
                  <a:lnTo>
                    <a:pt x="924567" y="7992183"/>
                  </a:lnTo>
                  <a:close/>
                </a:path>
                <a:path w="9550400" h="7992745">
                  <a:moveTo>
                    <a:pt x="1232357" y="7893822"/>
                  </a:moveTo>
                  <a:lnTo>
                    <a:pt x="1256526" y="7883412"/>
                  </a:lnTo>
                  <a:lnTo>
                    <a:pt x="1264582" y="7860510"/>
                  </a:lnTo>
                  <a:lnTo>
                    <a:pt x="1256526" y="7837607"/>
                  </a:lnTo>
                  <a:lnTo>
                    <a:pt x="1232357" y="7827197"/>
                  </a:lnTo>
                  <a:lnTo>
                    <a:pt x="1208187" y="7837607"/>
                  </a:lnTo>
                  <a:lnTo>
                    <a:pt x="1200131" y="7860510"/>
                  </a:lnTo>
                  <a:lnTo>
                    <a:pt x="1208187" y="7883412"/>
                  </a:lnTo>
                  <a:lnTo>
                    <a:pt x="1232357" y="7893822"/>
                  </a:lnTo>
                  <a:close/>
                </a:path>
                <a:path w="9550400" h="7992745">
                  <a:moveTo>
                    <a:pt x="1232357" y="7765150"/>
                  </a:moveTo>
                  <a:lnTo>
                    <a:pt x="1256392" y="7754797"/>
                  </a:lnTo>
                  <a:lnTo>
                    <a:pt x="1264404" y="7732019"/>
                  </a:lnTo>
                  <a:lnTo>
                    <a:pt x="1256392" y="7709240"/>
                  </a:lnTo>
                  <a:lnTo>
                    <a:pt x="1232357" y="7698887"/>
                  </a:lnTo>
                  <a:lnTo>
                    <a:pt x="1208317" y="7709240"/>
                  </a:lnTo>
                  <a:lnTo>
                    <a:pt x="1200304" y="7732019"/>
                  </a:lnTo>
                  <a:lnTo>
                    <a:pt x="1208317" y="7754797"/>
                  </a:lnTo>
                  <a:lnTo>
                    <a:pt x="1232357" y="7765150"/>
                  </a:lnTo>
                  <a:close/>
                </a:path>
                <a:path w="9550400" h="7992745">
                  <a:moveTo>
                    <a:pt x="1341519" y="6821601"/>
                  </a:moveTo>
                  <a:lnTo>
                    <a:pt x="1364163" y="6801300"/>
                  </a:lnTo>
                  <a:lnTo>
                    <a:pt x="1356020" y="6804014"/>
                  </a:lnTo>
                  <a:lnTo>
                    <a:pt x="1349531" y="6808576"/>
                  </a:lnTo>
                  <a:lnTo>
                    <a:pt x="1344697" y="6814575"/>
                  </a:lnTo>
                  <a:lnTo>
                    <a:pt x="1341519" y="6821601"/>
                  </a:lnTo>
                  <a:close/>
                </a:path>
                <a:path w="9550400" h="7992745">
                  <a:moveTo>
                    <a:pt x="1094099" y="7379134"/>
                  </a:moveTo>
                  <a:lnTo>
                    <a:pt x="1117754" y="7368947"/>
                  </a:lnTo>
                  <a:lnTo>
                    <a:pt x="1125639" y="7346536"/>
                  </a:lnTo>
                  <a:lnTo>
                    <a:pt x="1117754" y="7324125"/>
                  </a:lnTo>
                  <a:lnTo>
                    <a:pt x="1094099" y="7313938"/>
                  </a:lnTo>
                  <a:lnTo>
                    <a:pt x="1070452" y="7324125"/>
                  </a:lnTo>
                  <a:lnTo>
                    <a:pt x="1062570" y="7346536"/>
                  </a:lnTo>
                  <a:lnTo>
                    <a:pt x="1070452" y="7368947"/>
                  </a:lnTo>
                  <a:lnTo>
                    <a:pt x="1094099" y="7379134"/>
                  </a:lnTo>
                  <a:close/>
                </a:path>
                <a:path w="9550400" h="7992745">
                  <a:moveTo>
                    <a:pt x="1094099" y="7250439"/>
                  </a:moveTo>
                  <a:lnTo>
                    <a:pt x="1117615" y="7240308"/>
                  </a:lnTo>
                  <a:lnTo>
                    <a:pt x="1125454" y="7218021"/>
                  </a:lnTo>
                  <a:lnTo>
                    <a:pt x="1117615" y="7195734"/>
                  </a:lnTo>
                  <a:lnTo>
                    <a:pt x="1094099" y="7185603"/>
                  </a:lnTo>
                  <a:lnTo>
                    <a:pt x="1070582" y="7195737"/>
                  </a:lnTo>
                  <a:lnTo>
                    <a:pt x="1062743" y="7218030"/>
                  </a:lnTo>
                  <a:lnTo>
                    <a:pt x="1070582" y="7240318"/>
                  </a:lnTo>
                  <a:lnTo>
                    <a:pt x="1094099" y="7250439"/>
                  </a:lnTo>
                  <a:close/>
                </a:path>
                <a:path w="9550400" h="7992745">
                  <a:moveTo>
                    <a:pt x="1233577" y="6992979"/>
                  </a:moveTo>
                  <a:lnTo>
                    <a:pt x="1245179" y="6990565"/>
                  </a:lnTo>
                  <a:lnTo>
                    <a:pt x="1253941" y="6984790"/>
                  </a:lnTo>
                  <a:lnTo>
                    <a:pt x="1259852" y="6976581"/>
                  </a:lnTo>
                  <a:lnTo>
                    <a:pt x="1262903" y="6966864"/>
                  </a:lnTo>
                  <a:lnTo>
                    <a:pt x="1233577" y="6992979"/>
                  </a:lnTo>
                  <a:close/>
                </a:path>
                <a:path w="9550400" h="7992745">
                  <a:moveTo>
                    <a:pt x="1092470" y="7121790"/>
                  </a:moveTo>
                  <a:lnTo>
                    <a:pt x="1094099" y="7121790"/>
                  </a:lnTo>
                  <a:lnTo>
                    <a:pt x="1107759" y="7119008"/>
                  </a:lnTo>
                  <a:lnTo>
                    <a:pt x="1117506" y="7111679"/>
                  </a:lnTo>
                  <a:lnTo>
                    <a:pt x="1123342" y="7101327"/>
                  </a:lnTo>
                  <a:lnTo>
                    <a:pt x="1125268" y="7089476"/>
                  </a:lnTo>
                  <a:lnTo>
                    <a:pt x="1089513" y="7121322"/>
                  </a:lnTo>
                  <a:lnTo>
                    <a:pt x="1091026" y="7121521"/>
                  </a:lnTo>
                  <a:lnTo>
                    <a:pt x="1092470" y="7121790"/>
                  </a:lnTo>
                  <a:close/>
                </a:path>
                <a:path w="9550400" h="7992745">
                  <a:moveTo>
                    <a:pt x="1094099" y="7507806"/>
                  </a:moveTo>
                  <a:lnTo>
                    <a:pt x="1117879" y="7497563"/>
                  </a:lnTo>
                  <a:lnTo>
                    <a:pt x="1125806" y="7475027"/>
                  </a:lnTo>
                  <a:lnTo>
                    <a:pt x="1117879" y="7452492"/>
                  </a:lnTo>
                  <a:lnTo>
                    <a:pt x="1094099" y="7442248"/>
                  </a:lnTo>
                  <a:lnTo>
                    <a:pt x="1070314" y="7452492"/>
                  </a:lnTo>
                  <a:lnTo>
                    <a:pt x="1062386" y="7475027"/>
                  </a:lnTo>
                  <a:lnTo>
                    <a:pt x="1070314" y="7497563"/>
                  </a:lnTo>
                  <a:lnTo>
                    <a:pt x="1094099" y="7507806"/>
                  </a:lnTo>
                  <a:close/>
                </a:path>
                <a:path w="9550400" h="7992745">
                  <a:moveTo>
                    <a:pt x="1062825" y="7992183"/>
                  </a:moveTo>
                  <a:lnTo>
                    <a:pt x="1125378" y="7992183"/>
                  </a:lnTo>
                  <a:lnTo>
                    <a:pt x="1126497" y="7989001"/>
                  </a:lnTo>
                  <a:lnTo>
                    <a:pt x="1118398" y="7965975"/>
                  </a:lnTo>
                  <a:lnTo>
                    <a:pt x="1094099" y="7955508"/>
                  </a:lnTo>
                  <a:lnTo>
                    <a:pt x="1069804" y="7965975"/>
                  </a:lnTo>
                  <a:lnTo>
                    <a:pt x="1061706" y="7989001"/>
                  </a:lnTo>
                  <a:lnTo>
                    <a:pt x="1062825" y="7992183"/>
                  </a:lnTo>
                  <a:close/>
                </a:path>
                <a:path w="9550400" h="7992745">
                  <a:moveTo>
                    <a:pt x="1094099" y="7893822"/>
                  </a:moveTo>
                  <a:lnTo>
                    <a:pt x="1118268" y="7883412"/>
                  </a:lnTo>
                  <a:lnTo>
                    <a:pt x="1126324" y="7860510"/>
                  </a:lnTo>
                  <a:lnTo>
                    <a:pt x="1118268" y="7837607"/>
                  </a:lnTo>
                  <a:lnTo>
                    <a:pt x="1094099" y="7827197"/>
                  </a:lnTo>
                  <a:lnTo>
                    <a:pt x="1069929" y="7837607"/>
                  </a:lnTo>
                  <a:lnTo>
                    <a:pt x="1061873" y="7860510"/>
                  </a:lnTo>
                  <a:lnTo>
                    <a:pt x="1069929" y="7883412"/>
                  </a:lnTo>
                  <a:lnTo>
                    <a:pt x="1094099" y="7893822"/>
                  </a:lnTo>
                  <a:close/>
                </a:path>
                <a:path w="9550400" h="7992745">
                  <a:moveTo>
                    <a:pt x="1094099" y="7636479"/>
                  </a:moveTo>
                  <a:lnTo>
                    <a:pt x="1118009" y="7626179"/>
                  </a:lnTo>
                  <a:lnTo>
                    <a:pt x="1125979" y="7603519"/>
                  </a:lnTo>
                  <a:lnTo>
                    <a:pt x="1118009" y="7580860"/>
                  </a:lnTo>
                  <a:lnTo>
                    <a:pt x="1094099" y="7570560"/>
                  </a:lnTo>
                  <a:lnTo>
                    <a:pt x="1070193" y="7580860"/>
                  </a:lnTo>
                  <a:lnTo>
                    <a:pt x="1062225" y="7603519"/>
                  </a:lnTo>
                  <a:lnTo>
                    <a:pt x="1070193" y="7626179"/>
                  </a:lnTo>
                  <a:lnTo>
                    <a:pt x="1094099" y="7636479"/>
                  </a:lnTo>
                  <a:close/>
                </a:path>
                <a:path w="9550400" h="7992745">
                  <a:moveTo>
                    <a:pt x="1094099" y="7765150"/>
                  </a:moveTo>
                  <a:lnTo>
                    <a:pt x="1118134" y="7754797"/>
                  </a:lnTo>
                  <a:lnTo>
                    <a:pt x="1126146" y="7732019"/>
                  </a:lnTo>
                  <a:lnTo>
                    <a:pt x="1118134" y="7709240"/>
                  </a:lnTo>
                  <a:lnTo>
                    <a:pt x="1094099" y="7698887"/>
                  </a:lnTo>
                  <a:lnTo>
                    <a:pt x="1070059" y="7709240"/>
                  </a:lnTo>
                  <a:lnTo>
                    <a:pt x="1062046" y="7732019"/>
                  </a:lnTo>
                  <a:lnTo>
                    <a:pt x="1070059" y="7754797"/>
                  </a:lnTo>
                  <a:lnTo>
                    <a:pt x="1094099" y="7765150"/>
                  </a:lnTo>
                  <a:close/>
                </a:path>
                <a:path w="9550400" h="7992745">
                  <a:moveTo>
                    <a:pt x="2061904" y="4033668"/>
                  </a:moveTo>
                  <a:lnTo>
                    <a:pt x="2082184" y="4024932"/>
                  </a:lnTo>
                  <a:lnTo>
                    <a:pt x="2088942" y="4005713"/>
                  </a:lnTo>
                  <a:lnTo>
                    <a:pt x="2082182" y="3986494"/>
                  </a:lnTo>
                  <a:lnTo>
                    <a:pt x="2061904" y="3977758"/>
                  </a:lnTo>
                  <a:lnTo>
                    <a:pt x="2041628" y="3986494"/>
                  </a:lnTo>
                  <a:lnTo>
                    <a:pt x="2034869" y="4005713"/>
                  </a:lnTo>
                  <a:lnTo>
                    <a:pt x="2041628" y="4024932"/>
                  </a:lnTo>
                  <a:lnTo>
                    <a:pt x="2061904" y="4033668"/>
                  </a:lnTo>
                  <a:close/>
                </a:path>
                <a:path w="9550400" h="7992745">
                  <a:moveTo>
                    <a:pt x="2061904" y="4419684"/>
                  </a:moveTo>
                  <a:lnTo>
                    <a:pt x="2082573" y="4410781"/>
                  </a:lnTo>
                  <a:lnTo>
                    <a:pt x="2089461" y="4391195"/>
                  </a:lnTo>
                  <a:lnTo>
                    <a:pt x="2082571" y="4371609"/>
                  </a:lnTo>
                  <a:lnTo>
                    <a:pt x="2061904" y="4362706"/>
                  </a:lnTo>
                  <a:lnTo>
                    <a:pt x="2041239" y="4371609"/>
                  </a:lnTo>
                  <a:lnTo>
                    <a:pt x="2034351" y="4391195"/>
                  </a:lnTo>
                  <a:lnTo>
                    <a:pt x="2041239" y="4410781"/>
                  </a:lnTo>
                  <a:lnTo>
                    <a:pt x="2061904" y="4419684"/>
                  </a:lnTo>
                  <a:close/>
                </a:path>
                <a:path w="9550400" h="7992745">
                  <a:moveTo>
                    <a:pt x="2061904" y="4291012"/>
                  </a:moveTo>
                  <a:lnTo>
                    <a:pt x="2082444" y="4282165"/>
                  </a:lnTo>
                  <a:lnTo>
                    <a:pt x="2089291" y="4262703"/>
                  </a:lnTo>
                  <a:lnTo>
                    <a:pt x="2082444" y="4243242"/>
                  </a:lnTo>
                  <a:lnTo>
                    <a:pt x="2061904" y="4234395"/>
                  </a:lnTo>
                  <a:lnTo>
                    <a:pt x="2041360" y="4243242"/>
                  </a:lnTo>
                  <a:lnTo>
                    <a:pt x="2034512" y="4262703"/>
                  </a:lnTo>
                  <a:lnTo>
                    <a:pt x="2041360" y="4282165"/>
                  </a:lnTo>
                  <a:lnTo>
                    <a:pt x="2061904" y="4291012"/>
                  </a:lnTo>
                  <a:close/>
                </a:path>
                <a:path w="9550400" h="7992745">
                  <a:moveTo>
                    <a:pt x="2200162" y="4419684"/>
                  </a:moveTo>
                  <a:lnTo>
                    <a:pt x="2220831" y="4410781"/>
                  </a:lnTo>
                  <a:lnTo>
                    <a:pt x="2227719" y="4391195"/>
                  </a:lnTo>
                  <a:lnTo>
                    <a:pt x="2220828" y="4371609"/>
                  </a:lnTo>
                  <a:lnTo>
                    <a:pt x="2200162" y="4362706"/>
                  </a:lnTo>
                  <a:lnTo>
                    <a:pt x="2179497" y="4371609"/>
                  </a:lnTo>
                  <a:lnTo>
                    <a:pt x="2172609" y="4391195"/>
                  </a:lnTo>
                  <a:lnTo>
                    <a:pt x="2179497" y="4410781"/>
                  </a:lnTo>
                  <a:lnTo>
                    <a:pt x="2200162" y="4419684"/>
                  </a:lnTo>
                  <a:close/>
                </a:path>
                <a:path w="9550400" h="7992745">
                  <a:moveTo>
                    <a:pt x="2200162" y="4162340"/>
                  </a:moveTo>
                  <a:lnTo>
                    <a:pt x="2220577" y="4153548"/>
                  </a:lnTo>
                  <a:lnTo>
                    <a:pt x="2227382" y="4134205"/>
                  </a:lnTo>
                  <a:lnTo>
                    <a:pt x="2220577" y="4114861"/>
                  </a:lnTo>
                  <a:lnTo>
                    <a:pt x="2200162" y="4106069"/>
                  </a:lnTo>
                  <a:lnTo>
                    <a:pt x="2179748" y="4114861"/>
                  </a:lnTo>
                  <a:lnTo>
                    <a:pt x="2172943" y="4134205"/>
                  </a:lnTo>
                  <a:lnTo>
                    <a:pt x="2179748" y="4153548"/>
                  </a:lnTo>
                  <a:lnTo>
                    <a:pt x="2200162" y="4162340"/>
                  </a:lnTo>
                  <a:close/>
                </a:path>
                <a:path w="9550400" h="7992745">
                  <a:moveTo>
                    <a:pt x="1363071" y="4677028"/>
                  </a:moveTo>
                  <a:lnTo>
                    <a:pt x="1370615" y="4677028"/>
                  </a:lnTo>
                  <a:lnTo>
                    <a:pt x="1391543" y="4668010"/>
                  </a:lnTo>
                  <a:lnTo>
                    <a:pt x="1398520" y="4648170"/>
                  </a:lnTo>
                  <a:lnTo>
                    <a:pt x="1391543" y="4628331"/>
                  </a:lnTo>
                  <a:lnTo>
                    <a:pt x="1370615" y="4619313"/>
                  </a:lnTo>
                  <a:lnTo>
                    <a:pt x="1368310" y="4619313"/>
                  </a:lnTo>
                  <a:lnTo>
                    <a:pt x="1355496" y="4657923"/>
                  </a:lnTo>
                  <a:lnTo>
                    <a:pt x="1352649" y="4670783"/>
                  </a:lnTo>
                  <a:lnTo>
                    <a:pt x="1357134" y="4674585"/>
                  </a:lnTo>
                  <a:lnTo>
                    <a:pt x="1363071" y="4677028"/>
                  </a:lnTo>
                  <a:close/>
                </a:path>
                <a:path w="9550400" h="7992745">
                  <a:moveTo>
                    <a:pt x="2200162" y="4291012"/>
                  </a:moveTo>
                  <a:lnTo>
                    <a:pt x="2220702" y="4282165"/>
                  </a:lnTo>
                  <a:lnTo>
                    <a:pt x="2227549" y="4262703"/>
                  </a:lnTo>
                  <a:lnTo>
                    <a:pt x="2220702" y="4243242"/>
                  </a:lnTo>
                  <a:lnTo>
                    <a:pt x="2200162" y="4234395"/>
                  </a:lnTo>
                  <a:lnTo>
                    <a:pt x="2179618" y="4243242"/>
                  </a:lnTo>
                  <a:lnTo>
                    <a:pt x="2172770" y="4262703"/>
                  </a:lnTo>
                  <a:lnTo>
                    <a:pt x="2179618" y="4282165"/>
                  </a:lnTo>
                  <a:lnTo>
                    <a:pt x="2200162" y="4291012"/>
                  </a:lnTo>
                  <a:close/>
                </a:path>
                <a:path w="9550400" h="7992745">
                  <a:moveTo>
                    <a:pt x="3167968" y="4291012"/>
                  </a:moveTo>
                  <a:lnTo>
                    <a:pt x="3188508" y="4282165"/>
                  </a:lnTo>
                  <a:lnTo>
                    <a:pt x="3195354" y="4262703"/>
                  </a:lnTo>
                  <a:lnTo>
                    <a:pt x="3188508" y="4243242"/>
                  </a:lnTo>
                  <a:lnTo>
                    <a:pt x="3167968" y="4234395"/>
                  </a:lnTo>
                  <a:lnTo>
                    <a:pt x="3147424" y="4243242"/>
                  </a:lnTo>
                  <a:lnTo>
                    <a:pt x="3140576" y="4262703"/>
                  </a:lnTo>
                  <a:lnTo>
                    <a:pt x="3147424" y="4282165"/>
                  </a:lnTo>
                  <a:lnTo>
                    <a:pt x="3167968" y="4291012"/>
                  </a:lnTo>
                  <a:close/>
                </a:path>
                <a:path w="9550400" h="7992745">
                  <a:moveTo>
                    <a:pt x="1923646" y="4291012"/>
                  </a:moveTo>
                  <a:lnTo>
                    <a:pt x="1944186" y="4282165"/>
                  </a:lnTo>
                  <a:lnTo>
                    <a:pt x="1951033" y="4262703"/>
                  </a:lnTo>
                  <a:lnTo>
                    <a:pt x="1944186" y="4243242"/>
                  </a:lnTo>
                  <a:lnTo>
                    <a:pt x="1923646" y="4234395"/>
                  </a:lnTo>
                  <a:lnTo>
                    <a:pt x="1903102" y="4243242"/>
                  </a:lnTo>
                  <a:lnTo>
                    <a:pt x="1896254" y="4262703"/>
                  </a:lnTo>
                  <a:lnTo>
                    <a:pt x="1903102" y="4282165"/>
                  </a:lnTo>
                  <a:lnTo>
                    <a:pt x="1923646" y="4291012"/>
                  </a:lnTo>
                  <a:close/>
                </a:path>
                <a:path w="9550400" h="7992745">
                  <a:moveTo>
                    <a:pt x="541067" y="7893822"/>
                  </a:moveTo>
                  <a:lnTo>
                    <a:pt x="565236" y="7883412"/>
                  </a:lnTo>
                  <a:lnTo>
                    <a:pt x="573292" y="7860510"/>
                  </a:lnTo>
                  <a:lnTo>
                    <a:pt x="565236" y="7837607"/>
                  </a:lnTo>
                  <a:lnTo>
                    <a:pt x="541067" y="7827197"/>
                  </a:lnTo>
                  <a:lnTo>
                    <a:pt x="516898" y="7837607"/>
                  </a:lnTo>
                  <a:lnTo>
                    <a:pt x="508841" y="7860510"/>
                  </a:lnTo>
                  <a:lnTo>
                    <a:pt x="516898" y="7883412"/>
                  </a:lnTo>
                  <a:lnTo>
                    <a:pt x="541067" y="7893822"/>
                  </a:lnTo>
                  <a:close/>
                </a:path>
                <a:path w="9550400" h="7992745">
                  <a:moveTo>
                    <a:pt x="1381905" y="4546167"/>
                  </a:moveTo>
                  <a:lnTo>
                    <a:pt x="1392174" y="4538343"/>
                  </a:lnTo>
                  <a:lnTo>
                    <a:pt x="1397465" y="4526926"/>
                  </a:lnTo>
                  <a:lnTo>
                    <a:pt x="1397788" y="4514202"/>
                  </a:lnTo>
                  <a:lnTo>
                    <a:pt x="1393150" y="4502455"/>
                  </a:lnTo>
                  <a:lnTo>
                    <a:pt x="1390325" y="4513183"/>
                  </a:lnTo>
                  <a:lnTo>
                    <a:pt x="1387508" y="4524055"/>
                  </a:lnTo>
                  <a:lnTo>
                    <a:pt x="1384701" y="4535054"/>
                  </a:lnTo>
                  <a:lnTo>
                    <a:pt x="1381905" y="4546167"/>
                  </a:lnTo>
                  <a:close/>
                </a:path>
                <a:path w="9550400" h="7992745">
                  <a:moveTo>
                    <a:pt x="1923646" y="4419684"/>
                  </a:moveTo>
                  <a:lnTo>
                    <a:pt x="1944315" y="4410781"/>
                  </a:lnTo>
                  <a:lnTo>
                    <a:pt x="1951203" y="4391195"/>
                  </a:lnTo>
                  <a:lnTo>
                    <a:pt x="1944313" y="4371609"/>
                  </a:lnTo>
                  <a:lnTo>
                    <a:pt x="1923646" y="4362706"/>
                  </a:lnTo>
                  <a:lnTo>
                    <a:pt x="1902981" y="4371609"/>
                  </a:lnTo>
                  <a:lnTo>
                    <a:pt x="1896093" y="4391195"/>
                  </a:lnTo>
                  <a:lnTo>
                    <a:pt x="1902981" y="4410781"/>
                  </a:lnTo>
                  <a:lnTo>
                    <a:pt x="1923646" y="4419684"/>
                  </a:lnTo>
                  <a:close/>
                </a:path>
                <a:path w="9550400" h="7992745">
                  <a:moveTo>
                    <a:pt x="1923646" y="4162340"/>
                  </a:moveTo>
                  <a:lnTo>
                    <a:pt x="1944061" y="4153548"/>
                  </a:lnTo>
                  <a:lnTo>
                    <a:pt x="1950866" y="4134205"/>
                  </a:lnTo>
                  <a:lnTo>
                    <a:pt x="1944061" y="4114861"/>
                  </a:lnTo>
                  <a:lnTo>
                    <a:pt x="1923646" y="4106069"/>
                  </a:lnTo>
                  <a:lnTo>
                    <a:pt x="1903232" y="4114861"/>
                  </a:lnTo>
                  <a:lnTo>
                    <a:pt x="1896427" y="4134205"/>
                  </a:lnTo>
                  <a:lnTo>
                    <a:pt x="1903232" y="4153548"/>
                  </a:lnTo>
                  <a:lnTo>
                    <a:pt x="1923646" y="4162340"/>
                  </a:lnTo>
                  <a:close/>
                </a:path>
                <a:path w="9550400" h="7992745">
                  <a:moveTo>
                    <a:pt x="2200162" y="4033668"/>
                  </a:moveTo>
                  <a:lnTo>
                    <a:pt x="2220442" y="4024932"/>
                  </a:lnTo>
                  <a:lnTo>
                    <a:pt x="2227200" y="4005713"/>
                  </a:lnTo>
                  <a:lnTo>
                    <a:pt x="2220440" y="3986494"/>
                  </a:lnTo>
                  <a:lnTo>
                    <a:pt x="2200162" y="3977758"/>
                  </a:lnTo>
                  <a:lnTo>
                    <a:pt x="2179886" y="3986494"/>
                  </a:lnTo>
                  <a:lnTo>
                    <a:pt x="2173127" y="4005713"/>
                  </a:lnTo>
                  <a:lnTo>
                    <a:pt x="2179886" y="4024932"/>
                  </a:lnTo>
                  <a:lnTo>
                    <a:pt x="2200162" y="4033668"/>
                  </a:lnTo>
                  <a:close/>
                </a:path>
                <a:path w="9550400" h="7992745">
                  <a:moveTo>
                    <a:pt x="3306226" y="4291012"/>
                  </a:moveTo>
                  <a:lnTo>
                    <a:pt x="3326766" y="4282165"/>
                  </a:lnTo>
                  <a:lnTo>
                    <a:pt x="3333612" y="4262703"/>
                  </a:lnTo>
                  <a:lnTo>
                    <a:pt x="3326766" y="4243242"/>
                  </a:lnTo>
                  <a:lnTo>
                    <a:pt x="3306226" y="4234395"/>
                  </a:lnTo>
                  <a:lnTo>
                    <a:pt x="3285682" y="4243242"/>
                  </a:lnTo>
                  <a:lnTo>
                    <a:pt x="3278834" y="4262703"/>
                  </a:lnTo>
                  <a:lnTo>
                    <a:pt x="3285682" y="4282165"/>
                  </a:lnTo>
                  <a:lnTo>
                    <a:pt x="3306226" y="4291012"/>
                  </a:lnTo>
                  <a:close/>
                </a:path>
                <a:path w="9550400" h="7992745">
                  <a:moveTo>
                    <a:pt x="2891452" y="4419684"/>
                  </a:moveTo>
                  <a:lnTo>
                    <a:pt x="2912126" y="4410781"/>
                  </a:lnTo>
                  <a:lnTo>
                    <a:pt x="2919017" y="4391195"/>
                  </a:lnTo>
                  <a:lnTo>
                    <a:pt x="2912125" y="4371609"/>
                  </a:lnTo>
                  <a:lnTo>
                    <a:pt x="2891452" y="4362706"/>
                  </a:lnTo>
                  <a:lnTo>
                    <a:pt x="2870787" y="4371609"/>
                  </a:lnTo>
                  <a:lnTo>
                    <a:pt x="2863899" y="4391195"/>
                  </a:lnTo>
                  <a:lnTo>
                    <a:pt x="2870787" y="4410781"/>
                  </a:lnTo>
                  <a:lnTo>
                    <a:pt x="2891452" y="4419684"/>
                  </a:lnTo>
                  <a:close/>
                </a:path>
                <a:path w="9550400" h="7992745">
                  <a:moveTo>
                    <a:pt x="2891452" y="4291012"/>
                  </a:moveTo>
                  <a:lnTo>
                    <a:pt x="2911992" y="4282165"/>
                  </a:lnTo>
                  <a:lnTo>
                    <a:pt x="2918839" y="4262703"/>
                  </a:lnTo>
                  <a:lnTo>
                    <a:pt x="2911992" y="4243242"/>
                  </a:lnTo>
                  <a:lnTo>
                    <a:pt x="2891452" y="4234395"/>
                  </a:lnTo>
                  <a:lnTo>
                    <a:pt x="2870908" y="4243242"/>
                  </a:lnTo>
                  <a:lnTo>
                    <a:pt x="2864060" y="4262703"/>
                  </a:lnTo>
                  <a:lnTo>
                    <a:pt x="2870908" y="4282165"/>
                  </a:lnTo>
                  <a:lnTo>
                    <a:pt x="2891452" y="4291012"/>
                  </a:lnTo>
                  <a:close/>
                </a:path>
                <a:path w="9550400" h="7992745">
                  <a:moveTo>
                    <a:pt x="3306226" y="4419684"/>
                  </a:moveTo>
                  <a:lnTo>
                    <a:pt x="3326900" y="4410781"/>
                  </a:lnTo>
                  <a:lnTo>
                    <a:pt x="3333791" y="4391195"/>
                  </a:lnTo>
                  <a:lnTo>
                    <a:pt x="3326899" y="4371609"/>
                  </a:lnTo>
                  <a:lnTo>
                    <a:pt x="3306226" y="4362706"/>
                  </a:lnTo>
                  <a:lnTo>
                    <a:pt x="3285561" y="4371609"/>
                  </a:lnTo>
                  <a:lnTo>
                    <a:pt x="3278672" y="4391195"/>
                  </a:lnTo>
                  <a:lnTo>
                    <a:pt x="3285561" y="4410781"/>
                  </a:lnTo>
                  <a:lnTo>
                    <a:pt x="3306226" y="4419684"/>
                  </a:lnTo>
                  <a:close/>
                </a:path>
                <a:path w="9550400" h="7992745">
                  <a:moveTo>
                    <a:pt x="2338420" y="4419684"/>
                  </a:moveTo>
                  <a:lnTo>
                    <a:pt x="2359090" y="4410781"/>
                  </a:lnTo>
                  <a:lnTo>
                    <a:pt x="2365980" y="4391195"/>
                  </a:lnTo>
                  <a:lnTo>
                    <a:pt x="2359090" y="4371609"/>
                  </a:lnTo>
                  <a:lnTo>
                    <a:pt x="2338420" y="4362706"/>
                  </a:lnTo>
                  <a:lnTo>
                    <a:pt x="2317755" y="4371609"/>
                  </a:lnTo>
                  <a:lnTo>
                    <a:pt x="2310867" y="4391195"/>
                  </a:lnTo>
                  <a:lnTo>
                    <a:pt x="2317756" y="4410782"/>
                  </a:lnTo>
                  <a:lnTo>
                    <a:pt x="2338420" y="4419684"/>
                  </a:lnTo>
                  <a:close/>
                </a:path>
                <a:path w="9550400" h="7992745">
                  <a:moveTo>
                    <a:pt x="3306226" y="4162340"/>
                  </a:moveTo>
                  <a:lnTo>
                    <a:pt x="3326641" y="4153548"/>
                  </a:lnTo>
                  <a:lnTo>
                    <a:pt x="3333445" y="4134205"/>
                  </a:lnTo>
                  <a:lnTo>
                    <a:pt x="3326641" y="4114861"/>
                  </a:lnTo>
                  <a:lnTo>
                    <a:pt x="3306226" y="4106069"/>
                  </a:lnTo>
                  <a:lnTo>
                    <a:pt x="3285811" y="4114861"/>
                  </a:lnTo>
                  <a:lnTo>
                    <a:pt x="3279007" y="4134205"/>
                  </a:lnTo>
                  <a:lnTo>
                    <a:pt x="3285811" y="4153548"/>
                  </a:lnTo>
                  <a:lnTo>
                    <a:pt x="3306226" y="4162340"/>
                  </a:lnTo>
                  <a:close/>
                </a:path>
                <a:path w="9550400" h="7992745">
                  <a:moveTo>
                    <a:pt x="2338420" y="4033668"/>
                  </a:moveTo>
                  <a:lnTo>
                    <a:pt x="2358700" y="4024932"/>
                  </a:lnTo>
                  <a:lnTo>
                    <a:pt x="2365458" y="4005713"/>
                  </a:lnTo>
                  <a:lnTo>
                    <a:pt x="2358698" y="3986494"/>
                  </a:lnTo>
                  <a:lnTo>
                    <a:pt x="2338420" y="3977758"/>
                  </a:lnTo>
                  <a:lnTo>
                    <a:pt x="2318144" y="3986494"/>
                  </a:lnTo>
                  <a:lnTo>
                    <a:pt x="2311385" y="4005713"/>
                  </a:lnTo>
                  <a:lnTo>
                    <a:pt x="2318144" y="4024932"/>
                  </a:lnTo>
                  <a:lnTo>
                    <a:pt x="2338420" y="4033668"/>
                  </a:lnTo>
                  <a:close/>
                </a:path>
                <a:path w="9550400" h="7992745">
                  <a:moveTo>
                    <a:pt x="2338420" y="4162340"/>
                  </a:moveTo>
                  <a:lnTo>
                    <a:pt x="2358835" y="4153548"/>
                  </a:lnTo>
                  <a:lnTo>
                    <a:pt x="2365640" y="4134205"/>
                  </a:lnTo>
                  <a:lnTo>
                    <a:pt x="2358835" y="4114861"/>
                  </a:lnTo>
                  <a:lnTo>
                    <a:pt x="2338420" y="4106069"/>
                  </a:lnTo>
                  <a:lnTo>
                    <a:pt x="2318006" y="4114861"/>
                  </a:lnTo>
                  <a:lnTo>
                    <a:pt x="2311201" y="4134205"/>
                  </a:lnTo>
                  <a:lnTo>
                    <a:pt x="2318006" y="4153548"/>
                  </a:lnTo>
                  <a:lnTo>
                    <a:pt x="2338420" y="4162340"/>
                  </a:lnTo>
                  <a:close/>
                </a:path>
                <a:path w="9550400" h="7992745">
                  <a:moveTo>
                    <a:pt x="2891452" y="4162340"/>
                  </a:moveTo>
                  <a:lnTo>
                    <a:pt x="2911867" y="4153548"/>
                  </a:lnTo>
                  <a:lnTo>
                    <a:pt x="2918672" y="4134205"/>
                  </a:lnTo>
                  <a:lnTo>
                    <a:pt x="2911867" y="4114861"/>
                  </a:lnTo>
                  <a:lnTo>
                    <a:pt x="2891452" y="4106069"/>
                  </a:lnTo>
                  <a:lnTo>
                    <a:pt x="2871038" y="4114861"/>
                  </a:lnTo>
                  <a:lnTo>
                    <a:pt x="2864233" y="4134205"/>
                  </a:lnTo>
                  <a:lnTo>
                    <a:pt x="2871038" y="4153548"/>
                  </a:lnTo>
                  <a:lnTo>
                    <a:pt x="2891452" y="4162340"/>
                  </a:lnTo>
                  <a:close/>
                </a:path>
                <a:path w="9550400" h="7992745">
                  <a:moveTo>
                    <a:pt x="2338420" y="4291012"/>
                  </a:moveTo>
                  <a:lnTo>
                    <a:pt x="2358960" y="4282165"/>
                  </a:lnTo>
                  <a:lnTo>
                    <a:pt x="2365807" y="4262703"/>
                  </a:lnTo>
                  <a:lnTo>
                    <a:pt x="2358960" y="4243242"/>
                  </a:lnTo>
                  <a:lnTo>
                    <a:pt x="2338420" y="4234395"/>
                  </a:lnTo>
                  <a:lnTo>
                    <a:pt x="2317876" y="4243242"/>
                  </a:lnTo>
                  <a:lnTo>
                    <a:pt x="2311028" y="4262703"/>
                  </a:lnTo>
                  <a:lnTo>
                    <a:pt x="2317876" y="4282165"/>
                  </a:lnTo>
                  <a:lnTo>
                    <a:pt x="2338420" y="4291012"/>
                  </a:lnTo>
                  <a:close/>
                </a:path>
                <a:path w="9550400" h="7992745">
                  <a:moveTo>
                    <a:pt x="2891452" y="4033668"/>
                  </a:moveTo>
                  <a:lnTo>
                    <a:pt x="2911732" y="4024932"/>
                  </a:lnTo>
                  <a:lnTo>
                    <a:pt x="2918490" y="4005713"/>
                  </a:lnTo>
                  <a:lnTo>
                    <a:pt x="2911730" y="3986494"/>
                  </a:lnTo>
                  <a:lnTo>
                    <a:pt x="2891452" y="3977758"/>
                  </a:lnTo>
                  <a:lnTo>
                    <a:pt x="2871176" y="3986494"/>
                  </a:lnTo>
                  <a:lnTo>
                    <a:pt x="2864417" y="4005713"/>
                  </a:lnTo>
                  <a:lnTo>
                    <a:pt x="2871176" y="4024932"/>
                  </a:lnTo>
                  <a:lnTo>
                    <a:pt x="2891452" y="4033668"/>
                  </a:lnTo>
                  <a:close/>
                </a:path>
                <a:path w="9550400" h="7992745">
                  <a:moveTo>
                    <a:pt x="2061904" y="4162340"/>
                  </a:moveTo>
                  <a:lnTo>
                    <a:pt x="2082319" y="4153548"/>
                  </a:lnTo>
                  <a:lnTo>
                    <a:pt x="2089124" y="4134205"/>
                  </a:lnTo>
                  <a:lnTo>
                    <a:pt x="2082319" y="4114861"/>
                  </a:lnTo>
                  <a:lnTo>
                    <a:pt x="2061904" y="4106069"/>
                  </a:lnTo>
                  <a:lnTo>
                    <a:pt x="2041490" y="4114861"/>
                  </a:lnTo>
                  <a:lnTo>
                    <a:pt x="2034685" y="4134205"/>
                  </a:lnTo>
                  <a:lnTo>
                    <a:pt x="2041490" y="4153548"/>
                  </a:lnTo>
                  <a:lnTo>
                    <a:pt x="2061904" y="4162340"/>
                  </a:lnTo>
                  <a:close/>
                </a:path>
                <a:path w="9550400" h="7992745">
                  <a:moveTo>
                    <a:pt x="402809" y="7765150"/>
                  </a:moveTo>
                  <a:lnTo>
                    <a:pt x="421932" y="7759337"/>
                  </a:lnTo>
                  <a:lnTo>
                    <a:pt x="432479" y="7745118"/>
                  </a:lnTo>
                  <a:lnTo>
                    <a:pt x="434471" y="7727328"/>
                  </a:lnTo>
                  <a:lnTo>
                    <a:pt x="427926" y="7710799"/>
                  </a:lnTo>
                  <a:lnTo>
                    <a:pt x="378675" y="7754681"/>
                  </a:lnTo>
                  <a:lnTo>
                    <a:pt x="383197" y="7758961"/>
                  </a:lnTo>
                  <a:lnTo>
                    <a:pt x="388723" y="7762266"/>
                  </a:lnTo>
                  <a:lnTo>
                    <a:pt x="395258" y="7764396"/>
                  </a:lnTo>
                  <a:lnTo>
                    <a:pt x="402809" y="7765150"/>
                  </a:lnTo>
                  <a:close/>
                </a:path>
                <a:path w="9550400" h="7992745">
                  <a:moveTo>
                    <a:pt x="233277" y="7992183"/>
                  </a:moveTo>
                  <a:lnTo>
                    <a:pt x="295830" y="7992183"/>
                  </a:lnTo>
                  <a:lnTo>
                    <a:pt x="296949" y="7989001"/>
                  </a:lnTo>
                  <a:lnTo>
                    <a:pt x="288850" y="7965975"/>
                  </a:lnTo>
                  <a:lnTo>
                    <a:pt x="264551" y="7955508"/>
                  </a:lnTo>
                  <a:lnTo>
                    <a:pt x="240256" y="7965975"/>
                  </a:lnTo>
                  <a:lnTo>
                    <a:pt x="232158" y="7989001"/>
                  </a:lnTo>
                  <a:lnTo>
                    <a:pt x="233277" y="7992183"/>
                  </a:lnTo>
                  <a:close/>
                </a:path>
                <a:path w="9550400" h="7992745">
                  <a:moveTo>
                    <a:pt x="1478632" y="6698797"/>
                  </a:moveTo>
                  <a:lnTo>
                    <a:pt x="1508050" y="6672436"/>
                  </a:lnTo>
                  <a:lnTo>
                    <a:pt x="1496304" y="6674793"/>
                  </a:lnTo>
                  <a:lnTo>
                    <a:pt x="1487486" y="6680625"/>
                  </a:lnTo>
                  <a:lnTo>
                    <a:pt x="1481595" y="6688953"/>
                  </a:lnTo>
                  <a:lnTo>
                    <a:pt x="1478632" y="6698797"/>
                  </a:lnTo>
                  <a:close/>
                </a:path>
                <a:path w="9550400" h="7992745">
                  <a:moveTo>
                    <a:pt x="371535" y="7992183"/>
                  </a:moveTo>
                  <a:lnTo>
                    <a:pt x="434088" y="7992183"/>
                  </a:lnTo>
                  <a:lnTo>
                    <a:pt x="435207" y="7989001"/>
                  </a:lnTo>
                  <a:lnTo>
                    <a:pt x="427108" y="7965975"/>
                  </a:lnTo>
                  <a:lnTo>
                    <a:pt x="402809" y="7955508"/>
                  </a:lnTo>
                  <a:lnTo>
                    <a:pt x="378514" y="7965975"/>
                  </a:lnTo>
                  <a:lnTo>
                    <a:pt x="370416" y="7989001"/>
                  </a:lnTo>
                  <a:lnTo>
                    <a:pt x="371535" y="7992183"/>
                  </a:lnTo>
                  <a:close/>
                </a:path>
                <a:path w="9550400" h="7992745">
                  <a:moveTo>
                    <a:pt x="541067" y="7765150"/>
                  </a:moveTo>
                  <a:lnTo>
                    <a:pt x="565102" y="7754797"/>
                  </a:lnTo>
                  <a:lnTo>
                    <a:pt x="573114" y="7732019"/>
                  </a:lnTo>
                  <a:lnTo>
                    <a:pt x="565102" y="7709240"/>
                  </a:lnTo>
                  <a:lnTo>
                    <a:pt x="541067" y="7698887"/>
                  </a:lnTo>
                  <a:lnTo>
                    <a:pt x="517027" y="7709240"/>
                  </a:lnTo>
                  <a:lnTo>
                    <a:pt x="509014" y="7732019"/>
                  </a:lnTo>
                  <a:lnTo>
                    <a:pt x="517027" y="7754797"/>
                  </a:lnTo>
                  <a:lnTo>
                    <a:pt x="541067" y="7765150"/>
                  </a:lnTo>
                  <a:close/>
                </a:path>
                <a:path w="9550400" h="7992745">
                  <a:moveTo>
                    <a:pt x="6624417" y="3132971"/>
                  </a:moveTo>
                  <a:lnTo>
                    <a:pt x="6643789" y="3124624"/>
                  </a:lnTo>
                  <a:lnTo>
                    <a:pt x="6650245" y="3106260"/>
                  </a:lnTo>
                  <a:lnTo>
                    <a:pt x="6643787" y="3087897"/>
                  </a:lnTo>
                  <a:lnTo>
                    <a:pt x="6624417" y="3079550"/>
                  </a:lnTo>
                  <a:lnTo>
                    <a:pt x="6605048" y="3087897"/>
                  </a:lnTo>
                  <a:lnTo>
                    <a:pt x="6598592" y="3106260"/>
                  </a:lnTo>
                  <a:lnTo>
                    <a:pt x="6605048" y="3124624"/>
                  </a:lnTo>
                  <a:lnTo>
                    <a:pt x="6624417" y="3132971"/>
                  </a:lnTo>
                  <a:close/>
                </a:path>
                <a:path w="9550400" h="7992745">
                  <a:moveTo>
                    <a:pt x="532103" y="7636479"/>
                  </a:moveTo>
                  <a:lnTo>
                    <a:pt x="541067" y="7636479"/>
                  </a:lnTo>
                  <a:lnTo>
                    <a:pt x="559255" y="7631280"/>
                  </a:lnTo>
                  <a:lnTo>
                    <a:pt x="569866" y="7618385"/>
                  </a:lnTo>
                  <a:lnTo>
                    <a:pt x="572900" y="7601841"/>
                  </a:lnTo>
                  <a:lnTo>
                    <a:pt x="568357" y="7585699"/>
                  </a:lnTo>
                  <a:lnTo>
                    <a:pt x="519959" y="7628813"/>
                  </a:lnTo>
                  <a:lnTo>
                    <a:pt x="525144" y="7633437"/>
                  </a:lnTo>
                  <a:lnTo>
                    <a:pt x="532103" y="7636479"/>
                  </a:lnTo>
                  <a:close/>
                </a:path>
                <a:path w="9550400" h="7992745">
                  <a:moveTo>
                    <a:pt x="1232357" y="5706382"/>
                  </a:moveTo>
                  <a:lnTo>
                    <a:pt x="1254322" y="5696921"/>
                  </a:lnTo>
                  <a:lnTo>
                    <a:pt x="1261644" y="5676107"/>
                  </a:lnTo>
                  <a:lnTo>
                    <a:pt x="1254322" y="5655293"/>
                  </a:lnTo>
                  <a:lnTo>
                    <a:pt x="1232357" y="5645833"/>
                  </a:lnTo>
                  <a:lnTo>
                    <a:pt x="1210391" y="5655293"/>
                  </a:lnTo>
                  <a:lnTo>
                    <a:pt x="1203069" y="5676107"/>
                  </a:lnTo>
                  <a:lnTo>
                    <a:pt x="1210391" y="5696921"/>
                  </a:lnTo>
                  <a:lnTo>
                    <a:pt x="1232357" y="5706382"/>
                  </a:lnTo>
                  <a:close/>
                </a:path>
                <a:path w="9550400" h="7992745">
                  <a:moveTo>
                    <a:pt x="1249301" y="5830031"/>
                  </a:moveTo>
                  <a:lnTo>
                    <a:pt x="1260093" y="5815191"/>
                  </a:lnTo>
                  <a:lnTo>
                    <a:pt x="1260876" y="5796666"/>
                  </a:lnTo>
                  <a:lnTo>
                    <a:pt x="1251636" y="5780858"/>
                  </a:lnTo>
                  <a:lnTo>
                    <a:pt x="1232357" y="5774167"/>
                  </a:lnTo>
                  <a:lnTo>
                    <a:pt x="1213654" y="5780374"/>
                  </a:lnTo>
                  <a:lnTo>
                    <a:pt x="1204217" y="5795220"/>
                  </a:lnTo>
                  <a:lnTo>
                    <a:pt x="1204027" y="5813045"/>
                  </a:lnTo>
                  <a:lnTo>
                    <a:pt x="1213062" y="5828187"/>
                  </a:lnTo>
                  <a:lnTo>
                    <a:pt x="1249301" y="5830031"/>
                  </a:lnTo>
                  <a:close/>
                </a:path>
                <a:path w="9550400" h="7992745">
                  <a:moveTo>
                    <a:pt x="1260193" y="5168912"/>
                  </a:moveTo>
                  <a:lnTo>
                    <a:pt x="1260384" y="5167998"/>
                  </a:lnTo>
                  <a:lnTo>
                    <a:pt x="1260523" y="5167083"/>
                  </a:lnTo>
                  <a:lnTo>
                    <a:pt x="1260638" y="5166139"/>
                  </a:lnTo>
                  <a:lnTo>
                    <a:pt x="1260193" y="5168912"/>
                  </a:lnTo>
                  <a:close/>
                </a:path>
                <a:path w="9550400" h="7992745">
                  <a:moveTo>
                    <a:pt x="1232357" y="5577733"/>
                  </a:moveTo>
                  <a:lnTo>
                    <a:pt x="1254197" y="5568326"/>
                  </a:lnTo>
                  <a:lnTo>
                    <a:pt x="1261478" y="5547631"/>
                  </a:lnTo>
                  <a:lnTo>
                    <a:pt x="1254197" y="5526936"/>
                  </a:lnTo>
                  <a:lnTo>
                    <a:pt x="1232357" y="5517529"/>
                  </a:lnTo>
                  <a:lnTo>
                    <a:pt x="1224691" y="5518408"/>
                  </a:lnTo>
                  <a:lnTo>
                    <a:pt x="1218223" y="5520865"/>
                  </a:lnTo>
                  <a:lnTo>
                    <a:pt x="1212931" y="5524629"/>
                  </a:lnTo>
                  <a:lnTo>
                    <a:pt x="1208791" y="5529427"/>
                  </a:lnTo>
                  <a:lnTo>
                    <a:pt x="1205158" y="5558876"/>
                  </a:lnTo>
                  <a:lnTo>
                    <a:pt x="1208922" y="5566245"/>
                  </a:lnTo>
                  <a:lnTo>
                    <a:pt x="1214708" y="5572236"/>
                  </a:lnTo>
                  <a:lnTo>
                    <a:pt x="1222518" y="5576261"/>
                  </a:lnTo>
                  <a:lnTo>
                    <a:pt x="1232357" y="5577733"/>
                  </a:lnTo>
                  <a:close/>
                </a:path>
                <a:path w="9550400" h="7992745">
                  <a:moveTo>
                    <a:pt x="1237234" y="5319889"/>
                  </a:moveTo>
                  <a:lnTo>
                    <a:pt x="1253894" y="5310926"/>
                  </a:lnTo>
                  <a:lnTo>
                    <a:pt x="1260836" y="5294475"/>
                  </a:lnTo>
                  <a:lnTo>
                    <a:pt x="1258050" y="5276707"/>
                  </a:lnTo>
                  <a:lnTo>
                    <a:pt x="1245529" y="5263795"/>
                  </a:lnTo>
                  <a:lnTo>
                    <a:pt x="1241327" y="5292001"/>
                  </a:lnTo>
                  <a:lnTo>
                    <a:pt x="1237234" y="5319889"/>
                  </a:lnTo>
                  <a:close/>
                </a:path>
                <a:path w="9550400" h="7992745">
                  <a:moveTo>
                    <a:pt x="1227448" y="5449037"/>
                  </a:moveTo>
                  <a:lnTo>
                    <a:pt x="1232357" y="5449037"/>
                  </a:lnTo>
                  <a:lnTo>
                    <a:pt x="1254059" y="5439689"/>
                  </a:lnTo>
                  <a:lnTo>
                    <a:pt x="1261293" y="5419124"/>
                  </a:lnTo>
                  <a:lnTo>
                    <a:pt x="1254059" y="5398558"/>
                  </a:lnTo>
                  <a:lnTo>
                    <a:pt x="1232357" y="5389210"/>
                  </a:lnTo>
                  <a:lnTo>
                    <a:pt x="1230559" y="5389210"/>
                  </a:lnTo>
                  <a:lnTo>
                    <a:pt x="1228923" y="5389471"/>
                  </a:lnTo>
                  <a:lnTo>
                    <a:pt x="1227295" y="5389701"/>
                  </a:lnTo>
                  <a:lnTo>
                    <a:pt x="1223229" y="5419124"/>
                  </a:lnTo>
                  <a:lnTo>
                    <a:pt x="1219552" y="5446380"/>
                  </a:lnTo>
                  <a:lnTo>
                    <a:pt x="1223201" y="5448062"/>
                  </a:lnTo>
                  <a:lnTo>
                    <a:pt x="1227448" y="5449037"/>
                  </a:lnTo>
                  <a:close/>
                </a:path>
                <a:path w="9550400" h="7992745">
                  <a:moveTo>
                    <a:pt x="261064" y="7765150"/>
                  </a:moveTo>
                  <a:lnTo>
                    <a:pt x="264551" y="7765150"/>
                  </a:lnTo>
                  <a:lnTo>
                    <a:pt x="279781" y="7761717"/>
                  </a:lnTo>
                  <a:lnTo>
                    <a:pt x="290122" y="7752807"/>
                  </a:lnTo>
                  <a:lnTo>
                    <a:pt x="295584" y="7740504"/>
                  </a:lnTo>
                  <a:lnTo>
                    <a:pt x="296181" y="7726892"/>
                  </a:lnTo>
                  <a:lnTo>
                    <a:pt x="255049" y="7763752"/>
                  </a:lnTo>
                  <a:lnTo>
                    <a:pt x="257968" y="7764566"/>
                  </a:lnTo>
                  <a:lnTo>
                    <a:pt x="261064" y="7765150"/>
                  </a:lnTo>
                  <a:close/>
                </a:path>
                <a:path w="9550400" h="7992745">
                  <a:moveTo>
                    <a:pt x="401004" y="7636479"/>
                  </a:moveTo>
                  <a:lnTo>
                    <a:pt x="402809" y="7636479"/>
                  </a:lnTo>
                  <a:lnTo>
                    <a:pt x="416900" y="7633577"/>
                  </a:lnTo>
                  <a:lnTo>
                    <a:pt x="426896" y="7625942"/>
                  </a:lnTo>
                  <a:lnTo>
                    <a:pt x="432809" y="7615182"/>
                  </a:lnTo>
                  <a:lnTo>
                    <a:pt x="434647" y="7602904"/>
                  </a:lnTo>
                  <a:lnTo>
                    <a:pt x="397724" y="7635971"/>
                  </a:lnTo>
                  <a:lnTo>
                    <a:pt x="399383" y="7636194"/>
                  </a:lnTo>
                  <a:lnTo>
                    <a:pt x="401004" y="7636479"/>
                  </a:lnTo>
                  <a:close/>
                </a:path>
                <a:path w="9550400" h="7992745">
                  <a:moveTo>
                    <a:pt x="264551" y="7893822"/>
                  </a:moveTo>
                  <a:lnTo>
                    <a:pt x="284588" y="7887366"/>
                  </a:lnTo>
                  <a:lnTo>
                    <a:pt x="295030" y="7871804"/>
                  </a:lnTo>
                  <a:lnTo>
                    <a:pt x="295893" y="7852841"/>
                  </a:lnTo>
                  <a:lnTo>
                    <a:pt x="287194" y="7836184"/>
                  </a:lnTo>
                  <a:lnTo>
                    <a:pt x="238005" y="7880019"/>
                  </a:lnTo>
                  <a:lnTo>
                    <a:pt x="242590" y="7885569"/>
                  </a:lnTo>
                  <a:lnTo>
                    <a:pt x="248527" y="7889936"/>
                  </a:lnTo>
                  <a:lnTo>
                    <a:pt x="255840" y="7892796"/>
                  </a:lnTo>
                  <a:lnTo>
                    <a:pt x="264551" y="7893822"/>
                  </a:lnTo>
                  <a:close/>
                </a:path>
                <a:path w="9550400" h="7992745">
                  <a:moveTo>
                    <a:pt x="540975" y="7507806"/>
                  </a:moveTo>
                  <a:lnTo>
                    <a:pt x="553813" y="7505461"/>
                  </a:lnTo>
                  <a:lnTo>
                    <a:pt x="563275" y="7499195"/>
                  </a:lnTo>
                  <a:lnTo>
                    <a:pt x="569472" y="7490162"/>
                  </a:lnTo>
                  <a:lnTo>
                    <a:pt x="572428" y="7479517"/>
                  </a:lnTo>
                  <a:lnTo>
                    <a:pt x="540852" y="7507775"/>
                  </a:lnTo>
                  <a:close/>
                </a:path>
                <a:path w="9550400" h="7992745">
                  <a:moveTo>
                    <a:pt x="685139" y="7378550"/>
                  </a:moveTo>
                  <a:lnTo>
                    <a:pt x="693952" y="7375787"/>
                  </a:lnTo>
                  <a:lnTo>
                    <a:pt x="700912" y="7370946"/>
                  </a:lnTo>
                  <a:lnTo>
                    <a:pt x="706023" y="7364504"/>
                  </a:lnTo>
                  <a:lnTo>
                    <a:pt x="709288" y="7356936"/>
                  </a:lnTo>
                  <a:lnTo>
                    <a:pt x="685139" y="7378550"/>
                  </a:lnTo>
                  <a:close/>
                </a:path>
                <a:path w="9550400" h="7992745">
                  <a:moveTo>
                    <a:pt x="831270" y="7247689"/>
                  </a:moveTo>
                  <a:lnTo>
                    <a:pt x="836747" y="7245193"/>
                  </a:lnTo>
                  <a:lnTo>
                    <a:pt x="840886" y="7241206"/>
                  </a:lnTo>
                  <a:lnTo>
                    <a:pt x="843821" y="7236452"/>
                  </a:lnTo>
                  <a:lnTo>
                    <a:pt x="831270" y="7247689"/>
                  </a:lnTo>
                  <a:close/>
                </a:path>
              </a:pathLst>
            </a:custGeom>
            <a:solidFill>
              <a:srgbClr val="5C86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29273" y="1927817"/>
              <a:ext cx="8558724" cy="73152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926972" y="1935060"/>
              <a:ext cx="8348345" cy="7197725"/>
            </a:xfrm>
            <a:custGeom>
              <a:avLst/>
              <a:gdLst/>
              <a:ahLst/>
              <a:cxnLst/>
              <a:rect l="l" t="t" r="r" b="b"/>
              <a:pathLst>
                <a:path w="8348344" h="7197725">
                  <a:moveTo>
                    <a:pt x="4976667" y="4767979"/>
                  </a:moveTo>
                  <a:lnTo>
                    <a:pt x="5006585" y="4741188"/>
                  </a:lnTo>
                  <a:lnTo>
                    <a:pt x="5004603" y="4740696"/>
                  </a:lnTo>
                  <a:lnTo>
                    <a:pt x="5002499" y="4740366"/>
                  </a:lnTo>
                  <a:lnTo>
                    <a:pt x="5000179" y="4740366"/>
                  </a:lnTo>
                  <a:lnTo>
                    <a:pt x="4989066" y="4742818"/>
                  </a:lnTo>
                  <a:lnTo>
                    <a:pt x="4981453" y="4749212"/>
                  </a:lnTo>
                  <a:lnTo>
                    <a:pt x="4977325" y="4758086"/>
                  </a:lnTo>
                  <a:lnTo>
                    <a:pt x="4976667" y="4767979"/>
                  </a:lnTo>
                  <a:close/>
                </a:path>
                <a:path w="8348344" h="7197725">
                  <a:moveTo>
                    <a:pt x="5115540" y="4643593"/>
                  </a:moveTo>
                  <a:lnTo>
                    <a:pt x="5148830" y="4613768"/>
                  </a:lnTo>
                  <a:lnTo>
                    <a:pt x="5145850" y="4612454"/>
                  </a:lnTo>
                  <a:lnTo>
                    <a:pt x="5142393" y="4611671"/>
                  </a:lnTo>
                  <a:lnTo>
                    <a:pt x="5138437" y="4611671"/>
                  </a:lnTo>
                  <a:lnTo>
                    <a:pt x="5126277" y="4614659"/>
                  </a:lnTo>
                  <a:lnTo>
                    <a:pt x="5118416" y="4622300"/>
                  </a:lnTo>
                  <a:lnTo>
                    <a:pt x="5114843" y="4632607"/>
                  </a:lnTo>
                  <a:lnTo>
                    <a:pt x="5115540" y="4643593"/>
                  </a:lnTo>
                  <a:close/>
                </a:path>
                <a:path w="8348344" h="7197725">
                  <a:moveTo>
                    <a:pt x="4838487" y="4891742"/>
                  </a:moveTo>
                  <a:lnTo>
                    <a:pt x="4863657" y="4869191"/>
                  </a:lnTo>
                  <a:lnTo>
                    <a:pt x="4863058" y="4869168"/>
                  </a:lnTo>
                  <a:lnTo>
                    <a:pt x="4862536" y="4869030"/>
                  </a:lnTo>
                  <a:lnTo>
                    <a:pt x="4861921" y="4869030"/>
                  </a:lnTo>
                  <a:lnTo>
                    <a:pt x="4852026" y="4870946"/>
                  </a:lnTo>
                  <a:lnTo>
                    <a:pt x="4844832" y="4876031"/>
                  </a:lnTo>
                  <a:lnTo>
                    <a:pt x="4840324" y="4883294"/>
                  </a:lnTo>
                  <a:lnTo>
                    <a:pt x="4838487" y="4891742"/>
                  </a:lnTo>
                  <a:close/>
                </a:path>
                <a:path w="8348344" h="7197725">
                  <a:moveTo>
                    <a:pt x="4701327" y="5014577"/>
                  </a:moveTo>
                  <a:lnTo>
                    <a:pt x="4719753" y="4998094"/>
                  </a:lnTo>
                  <a:lnTo>
                    <a:pt x="4709714" y="4999530"/>
                  </a:lnTo>
                  <a:lnTo>
                    <a:pt x="4703578" y="5006405"/>
                  </a:lnTo>
                  <a:lnTo>
                    <a:pt x="4701327" y="5014577"/>
                  </a:lnTo>
                  <a:close/>
                </a:path>
                <a:path w="8348344" h="7197725">
                  <a:moveTo>
                    <a:pt x="4563745" y="5012342"/>
                  </a:moveTo>
                  <a:lnTo>
                    <a:pt x="4580182" y="4998209"/>
                  </a:lnTo>
                  <a:lnTo>
                    <a:pt x="4571787" y="4999861"/>
                  </a:lnTo>
                  <a:lnTo>
                    <a:pt x="4566326" y="5005506"/>
                  </a:lnTo>
                  <a:lnTo>
                    <a:pt x="4563745" y="5012342"/>
                  </a:lnTo>
                  <a:close/>
                </a:path>
                <a:path w="8348344" h="7197725">
                  <a:moveTo>
                    <a:pt x="4700213" y="4894938"/>
                  </a:moveTo>
                  <a:lnTo>
                    <a:pt x="4729570" y="4869691"/>
                  </a:lnTo>
                  <a:lnTo>
                    <a:pt x="4727726" y="4869268"/>
                  </a:lnTo>
                  <a:lnTo>
                    <a:pt x="4725776" y="4869030"/>
                  </a:lnTo>
                  <a:lnTo>
                    <a:pt x="4723663" y="4869030"/>
                  </a:lnTo>
                  <a:lnTo>
                    <a:pt x="4712993" y="4871296"/>
                  </a:lnTo>
                  <a:lnTo>
                    <a:pt x="4705538" y="4877231"/>
                  </a:lnTo>
                  <a:lnTo>
                    <a:pt x="4701283" y="4885543"/>
                  </a:lnTo>
                  <a:lnTo>
                    <a:pt x="4700213" y="4894938"/>
                  </a:lnTo>
                  <a:close/>
                </a:path>
                <a:path w="8348344" h="7197725">
                  <a:moveTo>
                    <a:pt x="7509077" y="1316807"/>
                  </a:moveTo>
                  <a:lnTo>
                    <a:pt x="7514538" y="1308542"/>
                  </a:lnTo>
                  <a:lnTo>
                    <a:pt x="7517029" y="1298890"/>
                  </a:lnTo>
                  <a:lnTo>
                    <a:pt x="7516539" y="1288890"/>
                  </a:lnTo>
                  <a:lnTo>
                    <a:pt x="7513056" y="1279585"/>
                  </a:lnTo>
                  <a:lnTo>
                    <a:pt x="7468177" y="1310193"/>
                  </a:lnTo>
                  <a:lnTo>
                    <a:pt x="7509077" y="1310193"/>
                  </a:lnTo>
                  <a:lnTo>
                    <a:pt x="7509077" y="1316807"/>
                  </a:lnTo>
                  <a:close/>
                </a:path>
                <a:path w="8348344" h="7197725">
                  <a:moveTo>
                    <a:pt x="7487571" y="1324872"/>
                  </a:moveTo>
                  <a:lnTo>
                    <a:pt x="7509077" y="1310193"/>
                  </a:lnTo>
                  <a:lnTo>
                    <a:pt x="7468177" y="1310193"/>
                  </a:lnTo>
                  <a:lnTo>
                    <a:pt x="7465058" y="1312321"/>
                  </a:lnTo>
                  <a:lnTo>
                    <a:pt x="7468926" y="1317215"/>
                  </a:lnTo>
                  <a:lnTo>
                    <a:pt x="7473967" y="1321105"/>
                  </a:lnTo>
                  <a:lnTo>
                    <a:pt x="7480181" y="1323741"/>
                  </a:lnTo>
                  <a:lnTo>
                    <a:pt x="7487571" y="1324872"/>
                  </a:lnTo>
                  <a:close/>
                </a:path>
                <a:path w="8348344" h="7197725">
                  <a:moveTo>
                    <a:pt x="3479357" y="5944316"/>
                  </a:moveTo>
                  <a:lnTo>
                    <a:pt x="3479879" y="5944316"/>
                  </a:lnTo>
                  <a:lnTo>
                    <a:pt x="3480333" y="5944193"/>
                  </a:lnTo>
                  <a:lnTo>
                    <a:pt x="3480840" y="5944162"/>
                  </a:lnTo>
                  <a:lnTo>
                    <a:pt x="3500879" y="5926911"/>
                  </a:lnTo>
                  <a:lnTo>
                    <a:pt x="3501122" y="5916977"/>
                  </a:lnTo>
                  <a:lnTo>
                    <a:pt x="3497622" y="5907788"/>
                  </a:lnTo>
                  <a:lnTo>
                    <a:pt x="3490367" y="5901034"/>
                  </a:lnTo>
                  <a:lnTo>
                    <a:pt x="3479342" y="5898406"/>
                  </a:lnTo>
                  <a:lnTo>
                    <a:pt x="3462690" y="5905577"/>
                  </a:lnTo>
                  <a:lnTo>
                    <a:pt x="3457142" y="5921352"/>
                  </a:lnTo>
                  <a:lnTo>
                    <a:pt x="3462697" y="5937133"/>
                  </a:lnTo>
                  <a:lnTo>
                    <a:pt x="3479357" y="5944316"/>
                  </a:lnTo>
                  <a:close/>
                </a:path>
                <a:path w="8348344" h="7197725">
                  <a:moveTo>
                    <a:pt x="5254866" y="4518792"/>
                  </a:moveTo>
                  <a:lnTo>
                    <a:pt x="5290368" y="4487000"/>
                  </a:lnTo>
                  <a:lnTo>
                    <a:pt x="5286742" y="4484558"/>
                  </a:lnTo>
                  <a:lnTo>
                    <a:pt x="5282225" y="4482998"/>
                  </a:lnTo>
                  <a:lnTo>
                    <a:pt x="5276695" y="4482998"/>
                  </a:lnTo>
                  <a:lnTo>
                    <a:pt x="5263579" y="4486517"/>
                  </a:lnTo>
                  <a:lnTo>
                    <a:pt x="5255581" y="4495365"/>
                  </a:lnTo>
                  <a:lnTo>
                    <a:pt x="5252683" y="4506977"/>
                  </a:lnTo>
                  <a:lnTo>
                    <a:pt x="5254866" y="4518792"/>
                  </a:lnTo>
                  <a:close/>
                </a:path>
                <a:path w="8348344" h="7197725">
                  <a:moveTo>
                    <a:pt x="7637073" y="1194948"/>
                  </a:moveTo>
                  <a:lnTo>
                    <a:pt x="7641981" y="1193273"/>
                  </a:lnTo>
                  <a:lnTo>
                    <a:pt x="7645976" y="1190485"/>
                  </a:lnTo>
                  <a:lnTo>
                    <a:pt x="7648933" y="1186860"/>
                  </a:lnTo>
                  <a:lnTo>
                    <a:pt x="7637073" y="1194948"/>
                  </a:lnTo>
                  <a:close/>
                </a:path>
                <a:path w="8348344" h="7197725">
                  <a:moveTo>
                    <a:pt x="8041854" y="1581617"/>
                  </a:moveTo>
                  <a:lnTo>
                    <a:pt x="8062913" y="1572546"/>
                  </a:lnTo>
                  <a:lnTo>
                    <a:pt x="8069932" y="1552590"/>
                  </a:lnTo>
                  <a:lnTo>
                    <a:pt x="8062913" y="1532635"/>
                  </a:lnTo>
                  <a:lnTo>
                    <a:pt x="8041854" y="1523564"/>
                  </a:lnTo>
                  <a:lnTo>
                    <a:pt x="8020796" y="1532635"/>
                  </a:lnTo>
                  <a:lnTo>
                    <a:pt x="8013776" y="1552590"/>
                  </a:lnTo>
                  <a:lnTo>
                    <a:pt x="8020796" y="1572546"/>
                  </a:lnTo>
                  <a:lnTo>
                    <a:pt x="8041854" y="1581617"/>
                  </a:lnTo>
                  <a:close/>
                </a:path>
                <a:path w="8348344" h="7197725">
                  <a:moveTo>
                    <a:pt x="8039366" y="1453306"/>
                  </a:moveTo>
                  <a:lnTo>
                    <a:pt x="8041854" y="1453306"/>
                  </a:lnTo>
                  <a:lnTo>
                    <a:pt x="8053952" y="1450906"/>
                  </a:lnTo>
                  <a:lnTo>
                    <a:pt x="8062672" y="1444558"/>
                  </a:lnTo>
                  <a:lnTo>
                    <a:pt x="8068024" y="1435538"/>
                  </a:lnTo>
                  <a:lnTo>
                    <a:pt x="8070020" y="1425124"/>
                  </a:lnTo>
                  <a:lnTo>
                    <a:pt x="8034911" y="1452545"/>
                  </a:lnTo>
                  <a:lnTo>
                    <a:pt x="8037069" y="1453022"/>
                  </a:lnTo>
                  <a:lnTo>
                    <a:pt x="8039366" y="1453306"/>
                  </a:lnTo>
                  <a:close/>
                </a:path>
                <a:path w="8348344" h="7197725">
                  <a:moveTo>
                    <a:pt x="3333149" y="6071229"/>
                  </a:moveTo>
                  <a:lnTo>
                    <a:pt x="3362775" y="6045728"/>
                  </a:lnTo>
                  <a:lnTo>
                    <a:pt x="3360543" y="6038657"/>
                  </a:lnTo>
                  <a:lnTo>
                    <a:pt x="3356186" y="6032708"/>
                  </a:lnTo>
                  <a:lnTo>
                    <a:pt x="3349701" y="6028607"/>
                  </a:lnTo>
                  <a:lnTo>
                    <a:pt x="3341084" y="6027079"/>
                  </a:lnTo>
                  <a:lnTo>
                    <a:pt x="3325745" y="6032928"/>
                  </a:lnTo>
                  <a:lnTo>
                    <a:pt x="3319319" y="6046357"/>
                  </a:lnTo>
                  <a:lnTo>
                    <a:pt x="3321791" y="6061184"/>
                  </a:lnTo>
                  <a:lnTo>
                    <a:pt x="3333149" y="6071229"/>
                  </a:lnTo>
                  <a:close/>
                </a:path>
                <a:path w="8348344" h="7197725">
                  <a:moveTo>
                    <a:pt x="8041854" y="1838247"/>
                  </a:moveTo>
                  <a:lnTo>
                    <a:pt x="8062653" y="1829287"/>
                  </a:lnTo>
                  <a:lnTo>
                    <a:pt x="8069586" y="1809577"/>
                  </a:lnTo>
                  <a:lnTo>
                    <a:pt x="8062653" y="1789867"/>
                  </a:lnTo>
                  <a:lnTo>
                    <a:pt x="8041854" y="1780908"/>
                  </a:lnTo>
                  <a:lnTo>
                    <a:pt x="8021055" y="1789867"/>
                  </a:lnTo>
                  <a:lnTo>
                    <a:pt x="8014122" y="1809577"/>
                  </a:lnTo>
                  <a:lnTo>
                    <a:pt x="8021055" y="1829287"/>
                  </a:lnTo>
                  <a:lnTo>
                    <a:pt x="8041854" y="1838247"/>
                  </a:lnTo>
                  <a:close/>
                </a:path>
                <a:path w="8348344" h="7197725">
                  <a:moveTo>
                    <a:pt x="5675370" y="4142192"/>
                  </a:moveTo>
                  <a:lnTo>
                    <a:pt x="5712630" y="4108818"/>
                  </a:lnTo>
                  <a:lnTo>
                    <a:pt x="5708782" y="4101975"/>
                  </a:lnTo>
                  <a:lnTo>
                    <a:pt x="5701731" y="4096997"/>
                  </a:lnTo>
                  <a:lnTo>
                    <a:pt x="5691415" y="4096997"/>
                  </a:lnTo>
                  <a:lnTo>
                    <a:pt x="5667159" y="4118627"/>
                  </a:lnTo>
                  <a:lnTo>
                    <a:pt x="5667035" y="4125148"/>
                  </a:lnTo>
                  <a:lnTo>
                    <a:pt x="5668366" y="4131493"/>
                  </a:lnTo>
                  <a:lnTo>
                    <a:pt x="5671146" y="4137296"/>
                  </a:lnTo>
                  <a:lnTo>
                    <a:pt x="5675370" y="4142192"/>
                  </a:lnTo>
                  <a:close/>
                </a:path>
                <a:path w="8348344" h="7197725">
                  <a:moveTo>
                    <a:pt x="8041854" y="1709936"/>
                  </a:moveTo>
                  <a:lnTo>
                    <a:pt x="8062783" y="1700920"/>
                  </a:lnTo>
                  <a:lnTo>
                    <a:pt x="8069759" y="1681086"/>
                  </a:lnTo>
                  <a:lnTo>
                    <a:pt x="8062783" y="1661252"/>
                  </a:lnTo>
                  <a:lnTo>
                    <a:pt x="8041854" y="1652236"/>
                  </a:lnTo>
                  <a:lnTo>
                    <a:pt x="8020925" y="1661252"/>
                  </a:lnTo>
                  <a:lnTo>
                    <a:pt x="8013949" y="1681086"/>
                  </a:lnTo>
                  <a:lnTo>
                    <a:pt x="8020925" y="1700920"/>
                  </a:lnTo>
                  <a:lnTo>
                    <a:pt x="8041854" y="1709936"/>
                  </a:lnTo>
                  <a:close/>
                </a:path>
                <a:path w="8348344" h="7197725">
                  <a:moveTo>
                    <a:pt x="5394614" y="4393630"/>
                  </a:moveTo>
                  <a:lnTo>
                    <a:pt x="5431490" y="4360594"/>
                  </a:lnTo>
                  <a:lnTo>
                    <a:pt x="5427504" y="4356830"/>
                  </a:lnTo>
                  <a:lnTo>
                    <a:pt x="5422058" y="4354326"/>
                  </a:lnTo>
                  <a:lnTo>
                    <a:pt x="5414953" y="4354326"/>
                  </a:lnTo>
                  <a:lnTo>
                    <a:pt x="5400947" y="4358391"/>
                  </a:lnTo>
                  <a:lnTo>
                    <a:pt x="5392896" y="4368442"/>
                  </a:lnTo>
                  <a:lnTo>
                    <a:pt x="5390789" y="4381261"/>
                  </a:lnTo>
                  <a:lnTo>
                    <a:pt x="5394614" y="4393630"/>
                  </a:lnTo>
                  <a:close/>
                </a:path>
                <a:path w="8348344" h="7197725">
                  <a:moveTo>
                    <a:pt x="8041854" y="1966558"/>
                  </a:moveTo>
                  <a:lnTo>
                    <a:pt x="8062524" y="1957655"/>
                  </a:lnTo>
                  <a:lnTo>
                    <a:pt x="8069414" y="1938069"/>
                  </a:lnTo>
                  <a:lnTo>
                    <a:pt x="8062524" y="1918483"/>
                  </a:lnTo>
                  <a:lnTo>
                    <a:pt x="8041854" y="1909580"/>
                  </a:lnTo>
                  <a:lnTo>
                    <a:pt x="8021185" y="1918483"/>
                  </a:lnTo>
                  <a:lnTo>
                    <a:pt x="8014295" y="1938069"/>
                  </a:lnTo>
                  <a:lnTo>
                    <a:pt x="8021185" y="1957655"/>
                  </a:lnTo>
                  <a:lnTo>
                    <a:pt x="8041854" y="1966558"/>
                  </a:lnTo>
                  <a:close/>
                </a:path>
                <a:path w="8348344" h="7197725">
                  <a:moveTo>
                    <a:pt x="5534746" y="4268130"/>
                  </a:moveTo>
                  <a:lnTo>
                    <a:pt x="5572245" y="4234549"/>
                  </a:lnTo>
                  <a:lnTo>
                    <a:pt x="5568181" y="4229303"/>
                  </a:lnTo>
                  <a:lnTo>
                    <a:pt x="5561883" y="4225662"/>
                  </a:lnTo>
                  <a:lnTo>
                    <a:pt x="5550876" y="4225662"/>
                  </a:lnTo>
                  <a:lnTo>
                    <a:pt x="5548756" y="4225985"/>
                  </a:lnTo>
                  <a:lnTo>
                    <a:pt x="5546767" y="4226460"/>
                  </a:lnTo>
                  <a:lnTo>
                    <a:pt x="5530629" y="4240916"/>
                  </a:lnTo>
                  <a:lnTo>
                    <a:pt x="5528974" y="4247922"/>
                  </a:lnTo>
                  <a:lnTo>
                    <a:pt x="5529104" y="4255143"/>
                  </a:lnTo>
                  <a:lnTo>
                    <a:pt x="5531026" y="4262054"/>
                  </a:lnTo>
                  <a:lnTo>
                    <a:pt x="5534746" y="4268130"/>
                  </a:lnTo>
                  <a:close/>
                </a:path>
                <a:path w="8348344" h="7197725">
                  <a:moveTo>
                    <a:pt x="3064568" y="5559375"/>
                  </a:moveTo>
                  <a:lnTo>
                    <a:pt x="3081604" y="5552034"/>
                  </a:lnTo>
                  <a:lnTo>
                    <a:pt x="3087282" y="5535883"/>
                  </a:lnTo>
                  <a:lnTo>
                    <a:pt x="3081604" y="5519732"/>
                  </a:lnTo>
                  <a:lnTo>
                    <a:pt x="3064568" y="5512390"/>
                  </a:lnTo>
                  <a:lnTo>
                    <a:pt x="3047527" y="5519732"/>
                  </a:lnTo>
                  <a:lnTo>
                    <a:pt x="3041847" y="5535883"/>
                  </a:lnTo>
                  <a:lnTo>
                    <a:pt x="3047527" y="5552034"/>
                  </a:lnTo>
                  <a:lnTo>
                    <a:pt x="3064568" y="5559375"/>
                  </a:lnTo>
                  <a:close/>
                </a:path>
                <a:path w="8348344" h="7197725">
                  <a:moveTo>
                    <a:pt x="3064568" y="6072642"/>
                  </a:moveTo>
                  <a:lnTo>
                    <a:pt x="3081090" y="6065523"/>
                  </a:lnTo>
                  <a:lnTo>
                    <a:pt x="3086597" y="6049861"/>
                  </a:lnTo>
                  <a:lnTo>
                    <a:pt x="3081090" y="6034198"/>
                  </a:lnTo>
                  <a:lnTo>
                    <a:pt x="3064568" y="6027079"/>
                  </a:lnTo>
                  <a:lnTo>
                    <a:pt x="3048046" y="6034198"/>
                  </a:lnTo>
                  <a:lnTo>
                    <a:pt x="3042539" y="6049861"/>
                  </a:lnTo>
                  <a:lnTo>
                    <a:pt x="3048046" y="6065523"/>
                  </a:lnTo>
                  <a:lnTo>
                    <a:pt x="3064568" y="6072642"/>
                  </a:lnTo>
                  <a:close/>
                </a:path>
                <a:path w="8348344" h="7197725">
                  <a:moveTo>
                    <a:pt x="3064568" y="5815982"/>
                  </a:moveTo>
                  <a:lnTo>
                    <a:pt x="3081345" y="5808756"/>
                  </a:lnTo>
                  <a:lnTo>
                    <a:pt x="3086937" y="5792858"/>
                  </a:lnTo>
                  <a:lnTo>
                    <a:pt x="3081345" y="5776961"/>
                  </a:lnTo>
                  <a:lnTo>
                    <a:pt x="3064568" y="5769735"/>
                  </a:lnTo>
                  <a:lnTo>
                    <a:pt x="3047787" y="5776961"/>
                  </a:lnTo>
                  <a:lnTo>
                    <a:pt x="3042193" y="5792858"/>
                  </a:lnTo>
                  <a:lnTo>
                    <a:pt x="3047787" y="5808756"/>
                  </a:lnTo>
                  <a:lnTo>
                    <a:pt x="3064568" y="5815982"/>
                  </a:lnTo>
                  <a:close/>
                </a:path>
                <a:path w="8348344" h="7197725">
                  <a:moveTo>
                    <a:pt x="3064568" y="5944316"/>
                  </a:moveTo>
                  <a:lnTo>
                    <a:pt x="3081223" y="5937133"/>
                  </a:lnTo>
                  <a:lnTo>
                    <a:pt x="3086767" y="5921352"/>
                  </a:lnTo>
                  <a:lnTo>
                    <a:pt x="3081212" y="5905577"/>
                  </a:lnTo>
                  <a:lnTo>
                    <a:pt x="3064568" y="5898406"/>
                  </a:lnTo>
                  <a:lnTo>
                    <a:pt x="3047915" y="5905580"/>
                  </a:lnTo>
                  <a:lnTo>
                    <a:pt x="3042369" y="5921361"/>
                  </a:lnTo>
                  <a:lnTo>
                    <a:pt x="3047916" y="5937133"/>
                  </a:lnTo>
                  <a:lnTo>
                    <a:pt x="3064568" y="5944316"/>
                  </a:lnTo>
                  <a:close/>
                </a:path>
                <a:path w="8348344" h="7197725">
                  <a:moveTo>
                    <a:pt x="3064568" y="5687686"/>
                  </a:moveTo>
                  <a:lnTo>
                    <a:pt x="3081478" y="5680401"/>
                  </a:lnTo>
                  <a:lnTo>
                    <a:pt x="3087115" y="5664374"/>
                  </a:lnTo>
                  <a:lnTo>
                    <a:pt x="3081478" y="5648348"/>
                  </a:lnTo>
                  <a:lnTo>
                    <a:pt x="3064568" y="5641063"/>
                  </a:lnTo>
                  <a:lnTo>
                    <a:pt x="3047657" y="5648348"/>
                  </a:lnTo>
                  <a:lnTo>
                    <a:pt x="3042020" y="5664374"/>
                  </a:lnTo>
                  <a:lnTo>
                    <a:pt x="3047657" y="5680401"/>
                  </a:lnTo>
                  <a:lnTo>
                    <a:pt x="3064568" y="5687686"/>
                  </a:lnTo>
                  <a:close/>
                </a:path>
                <a:path w="8348344" h="7197725">
                  <a:moveTo>
                    <a:pt x="3064568" y="2993077"/>
                  </a:moveTo>
                  <a:lnTo>
                    <a:pt x="3084196" y="2984621"/>
                  </a:lnTo>
                  <a:lnTo>
                    <a:pt x="3090739" y="2966017"/>
                  </a:lnTo>
                  <a:lnTo>
                    <a:pt x="3084196" y="2947413"/>
                  </a:lnTo>
                  <a:lnTo>
                    <a:pt x="3064568" y="2938957"/>
                  </a:lnTo>
                  <a:lnTo>
                    <a:pt x="3044931" y="2947413"/>
                  </a:lnTo>
                  <a:lnTo>
                    <a:pt x="3038385" y="2966017"/>
                  </a:lnTo>
                  <a:lnTo>
                    <a:pt x="3044931" y="2984621"/>
                  </a:lnTo>
                  <a:lnTo>
                    <a:pt x="3064568" y="2993077"/>
                  </a:lnTo>
                  <a:close/>
                </a:path>
                <a:path w="8348344" h="7197725">
                  <a:moveTo>
                    <a:pt x="3064568" y="5431064"/>
                  </a:moveTo>
                  <a:lnTo>
                    <a:pt x="3081738" y="5423666"/>
                  </a:lnTo>
                  <a:lnTo>
                    <a:pt x="3087461" y="5407391"/>
                  </a:lnTo>
                  <a:lnTo>
                    <a:pt x="3081738" y="5391116"/>
                  </a:lnTo>
                  <a:lnTo>
                    <a:pt x="3064568" y="5383718"/>
                  </a:lnTo>
                  <a:lnTo>
                    <a:pt x="3047398" y="5391116"/>
                  </a:lnTo>
                  <a:lnTo>
                    <a:pt x="3041675" y="5407391"/>
                  </a:lnTo>
                  <a:lnTo>
                    <a:pt x="3047398" y="5423666"/>
                  </a:lnTo>
                  <a:lnTo>
                    <a:pt x="3064568" y="5431064"/>
                  </a:lnTo>
                  <a:close/>
                </a:path>
                <a:path w="8348344" h="7197725">
                  <a:moveTo>
                    <a:pt x="3064568" y="3121388"/>
                  </a:moveTo>
                  <a:lnTo>
                    <a:pt x="3084075" y="3112987"/>
                  </a:lnTo>
                  <a:lnTo>
                    <a:pt x="3090576" y="3094505"/>
                  </a:lnTo>
                  <a:lnTo>
                    <a:pt x="3084067" y="3076022"/>
                  </a:lnTo>
                  <a:lnTo>
                    <a:pt x="3064568" y="3067621"/>
                  </a:lnTo>
                  <a:lnTo>
                    <a:pt x="3045059" y="3076025"/>
                  </a:lnTo>
                  <a:lnTo>
                    <a:pt x="3038559" y="3094507"/>
                  </a:lnTo>
                  <a:lnTo>
                    <a:pt x="3045063" y="3112988"/>
                  </a:lnTo>
                  <a:lnTo>
                    <a:pt x="3064568" y="3121388"/>
                  </a:lnTo>
                  <a:close/>
                </a:path>
                <a:path w="8348344" h="7197725">
                  <a:moveTo>
                    <a:pt x="3202826" y="5944316"/>
                  </a:moveTo>
                  <a:lnTo>
                    <a:pt x="3219481" y="5937133"/>
                  </a:lnTo>
                  <a:lnTo>
                    <a:pt x="3225025" y="5921352"/>
                  </a:lnTo>
                  <a:lnTo>
                    <a:pt x="3219470" y="5905577"/>
                  </a:lnTo>
                  <a:lnTo>
                    <a:pt x="3202826" y="5898406"/>
                  </a:lnTo>
                  <a:lnTo>
                    <a:pt x="3186173" y="5905580"/>
                  </a:lnTo>
                  <a:lnTo>
                    <a:pt x="3180627" y="5921361"/>
                  </a:lnTo>
                  <a:lnTo>
                    <a:pt x="3186174" y="5937133"/>
                  </a:lnTo>
                  <a:lnTo>
                    <a:pt x="3202826" y="5944316"/>
                  </a:lnTo>
                  <a:close/>
                </a:path>
                <a:path w="8348344" h="7197725">
                  <a:moveTo>
                    <a:pt x="3202826" y="5815982"/>
                  </a:moveTo>
                  <a:lnTo>
                    <a:pt x="3219603" y="5808756"/>
                  </a:lnTo>
                  <a:lnTo>
                    <a:pt x="3225195" y="5792858"/>
                  </a:lnTo>
                  <a:lnTo>
                    <a:pt x="3219603" y="5776961"/>
                  </a:lnTo>
                  <a:lnTo>
                    <a:pt x="3202826" y="5769735"/>
                  </a:lnTo>
                  <a:lnTo>
                    <a:pt x="3186045" y="5776961"/>
                  </a:lnTo>
                  <a:lnTo>
                    <a:pt x="3180451" y="5792858"/>
                  </a:lnTo>
                  <a:lnTo>
                    <a:pt x="3186045" y="5808756"/>
                  </a:lnTo>
                  <a:lnTo>
                    <a:pt x="3202826" y="5815982"/>
                  </a:lnTo>
                  <a:close/>
                </a:path>
                <a:path w="8348344" h="7197725">
                  <a:moveTo>
                    <a:pt x="3202826" y="5687686"/>
                  </a:moveTo>
                  <a:lnTo>
                    <a:pt x="3219736" y="5680401"/>
                  </a:lnTo>
                  <a:lnTo>
                    <a:pt x="3225373" y="5664374"/>
                  </a:lnTo>
                  <a:lnTo>
                    <a:pt x="3219736" y="5648348"/>
                  </a:lnTo>
                  <a:lnTo>
                    <a:pt x="3202826" y="5641063"/>
                  </a:lnTo>
                  <a:lnTo>
                    <a:pt x="3185915" y="5648348"/>
                  </a:lnTo>
                  <a:lnTo>
                    <a:pt x="3180278" y="5664374"/>
                  </a:lnTo>
                  <a:lnTo>
                    <a:pt x="3185915" y="5680401"/>
                  </a:lnTo>
                  <a:lnTo>
                    <a:pt x="3202826" y="5687686"/>
                  </a:lnTo>
                  <a:close/>
                </a:path>
                <a:path w="8348344" h="7197725">
                  <a:moveTo>
                    <a:pt x="3202826" y="6072642"/>
                  </a:moveTo>
                  <a:lnTo>
                    <a:pt x="3219348" y="6065523"/>
                  </a:lnTo>
                  <a:lnTo>
                    <a:pt x="3224855" y="6049861"/>
                  </a:lnTo>
                  <a:lnTo>
                    <a:pt x="3219348" y="6034198"/>
                  </a:lnTo>
                  <a:lnTo>
                    <a:pt x="3202826" y="6027079"/>
                  </a:lnTo>
                  <a:lnTo>
                    <a:pt x="3186304" y="6034198"/>
                  </a:lnTo>
                  <a:lnTo>
                    <a:pt x="3180797" y="6049861"/>
                  </a:lnTo>
                  <a:lnTo>
                    <a:pt x="3186304" y="6065523"/>
                  </a:lnTo>
                  <a:lnTo>
                    <a:pt x="3202826" y="6072642"/>
                  </a:lnTo>
                  <a:close/>
                </a:path>
                <a:path w="8348344" h="7197725">
                  <a:moveTo>
                    <a:pt x="3202826" y="5559375"/>
                  </a:moveTo>
                  <a:lnTo>
                    <a:pt x="3219862" y="5552034"/>
                  </a:lnTo>
                  <a:lnTo>
                    <a:pt x="3225540" y="5535883"/>
                  </a:lnTo>
                  <a:lnTo>
                    <a:pt x="3219862" y="5519732"/>
                  </a:lnTo>
                  <a:lnTo>
                    <a:pt x="3202826" y="5512390"/>
                  </a:lnTo>
                  <a:lnTo>
                    <a:pt x="3185785" y="5519732"/>
                  </a:lnTo>
                  <a:lnTo>
                    <a:pt x="3180105" y="5535883"/>
                  </a:lnTo>
                  <a:lnTo>
                    <a:pt x="3185785" y="5552034"/>
                  </a:lnTo>
                  <a:lnTo>
                    <a:pt x="3202826" y="5559375"/>
                  </a:lnTo>
                  <a:close/>
                </a:path>
                <a:path w="8348344" h="7197725">
                  <a:moveTo>
                    <a:pt x="3202826" y="5431064"/>
                  </a:moveTo>
                  <a:lnTo>
                    <a:pt x="3219996" y="5423666"/>
                  </a:lnTo>
                  <a:lnTo>
                    <a:pt x="3225719" y="5407391"/>
                  </a:lnTo>
                  <a:lnTo>
                    <a:pt x="3219996" y="5391116"/>
                  </a:lnTo>
                  <a:lnTo>
                    <a:pt x="3202826" y="5383718"/>
                  </a:lnTo>
                  <a:lnTo>
                    <a:pt x="3185656" y="5391116"/>
                  </a:lnTo>
                  <a:lnTo>
                    <a:pt x="3179933" y="5407391"/>
                  </a:lnTo>
                  <a:lnTo>
                    <a:pt x="3185656" y="5423666"/>
                  </a:lnTo>
                  <a:lnTo>
                    <a:pt x="3202826" y="5431064"/>
                  </a:lnTo>
                  <a:close/>
                </a:path>
                <a:path w="8348344" h="7197725">
                  <a:moveTo>
                    <a:pt x="3064568" y="6200938"/>
                  </a:moveTo>
                  <a:lnTo>
                    <a:pt x="3080957" y="6193872"/>
                  </a:lnTo>
                  <a:lnTo>
                    <a:pt x="3086418" y="6178334"/>
                  </a:lnTo>
                  <a:lnTo>
                    <a:pt x="3080953" y="6162797"/>
                  </a:lnTo>
                  <a:lnTo>
                    <a:pt x="3064568" y="6155735"/>
                  </a:lnTo>
                  <a:lnTo>
                    <a:pt x="3048171" y="6162798"/>
                  </a:lnTo>
                  <a:lnTo>
                    <a:pt x="3042707" y="6178337"/>
                  </a:lnTo>
                  <a:lnTo>
                    <a:pt x="3048178" y="6193875"/>
                  </a:lnTo>
                  <a:lnTo>
                    <a:pt x="3064568" y="6200938"/>
                  </a:lnTo>
                  <a:close/>
                </a:path>
                <a:path w="8348344" h="7197725">
                  <a:moveTo>
                    <a:pt x="3188439" y="6195761"/>
                  </a:moveTo>
                  <a:lnTo>
                    <a:pt x="3221921" y="6166942"/>
                  </a:lnTo>
                  <a:lnTo>
                    <a:pt x="3218618" y="6160521"/>
                  </a:lnTo>
                  <a:lnTo>
                    <a:pt x="3212273" y="6155735"/>
                  </a:lnTo>
                  <a:lnTo>
                    <a:pt x="3202826" y="6155735"/>
                  </a:lnTo>
                  <a:lnTo>
                    <a:pt x="3188967" y="6160326"/>
                  </a:lnTo>
                  <a:lnTo>
                    <a:pt x="3181959" y="6171312"/>
                  </a:lnTo>
                  <a:lnTo>
                    <a:pt x="3181788" y="6184517"/>
                  </a:lnTo>
                  <a:lnTo>
                    <a:pt x="3188439" y="6195761"/>
                  </a:lnTo>
                  <a:close/>
                </a:path>
                <a:path w="8348344" h="7197725">
                  <a:moveTo>
                    <a:pt x="3202826" y="5302753"/>
                  </a:moveTo>
                  <a:lnTo>
                    <a:pt x="3220125" y="5295299"/>
                  </a:lnTo>
                  <a:lnTo>
                    <a:pt x="3225892" y="5278900"/>
                  </a:lnTo>
                  <a:lnTo>
                    <a:pt x="3220125" y="5262501"/>
                  </a:lnTo>
                  <a:lnTo>
                    <a:pt x="3202826" y="5255047"/>
                  </a:lnTo>
                  <a:lnTo>
                    <a:pt x="3185526" y="5262501"/>
                  </a:lnTo>
                  <a:lnTo>
                    <a:pt x="3179760" y="5278900"/>
                  </a:lnTo>
                  <a:lnTo>
                    <a:pt x="3185526" y="5295299"/>
                  </a:lnTo>
                  <a:lnTo>
                    <a:pt x="3202826" y="5302753"/>
                  </a:lnTo>
                  <a:close/>
                </a:path>
                <a:path w="8348344" h="7197725">
                  <a:moveTo>
                    <a:pt x="6382759" y="3249714"/>
                  </a:moveTo>
                  <a:lnTo>
                    <a:pt x="6402132" y="3241367"/>
                  </a:lnTo>
                  <a:lnTo>
                    <a:pt x="6408590" y="3223004"/>
                  </a:lnTo>
                  <a:lnTo>
                    <a:pt x="6402132" y="3204640"/>
                  </a:lnTo>
                  <a:lnTo>
                    <a:pt x="6382759" y="3196293"/>
                  </a:lnTo>
                  <a:lnTo>
                    <a:pt x="6363385" y="3204640"/>
                  </a:lnTo>
                  <a:lnTo>
                    <a:pt x="6356928" y="3223004"/>
                  </a:lnTo>
                  <a:lnTo>
                    <a:pt x="6363385" y="3241367"/>
                  </a:lnTo>
                  <a:lnTo>
                    <a:pt x="6382759" y="3249714"/>
                  </a:lnTo>
                  <a:close/>
                </a:path>
                <a:path w="8348344" h="7197725">
                  <a:moveTo>
                    <a:pt x="6919975" y="2988169"/>
                  </a:moveTo>
                  <a:lnTo>
                    <a:pt x="6959502" y="2954234"/>
                  </a:lnTo>
                  <a:lnTo>
                    <a:pt x="6955967" y="2948215"/>
                  </a:lnTo>
                  <a:lnTo>
                    <a:pt x="6950849" y="2943367"/>
                  </a:lnTo>
                  <a:lnTo>
                    <a:pt x="6944129" y="2940133"/>
                  </a:lnTo>
                  <a:lnTo>
                    <a:pt x="6935790" y="2938957"/>
                  </a:lnTo>
                  <a:lnTo>
                    <a:pt x="6918813" y="2944772"/>
                  </a:lnTo>
                  <a:lnTo>
                    <a:pt x="6910520" y="2958565"/>
                  </a:lnTo>
                  <a:lnTo>
                    <a:pt x="6910908" y="2974857"/>
                  </a:lnTo>
                  <a:lnTo>
                    <a:pt x="6919975" y="2988169"/>
                  </a:lnTo>
                  <a:close/>
                </a:path>
                <a:path w="8348344" h="7197725">
                  <a:moveTo>
                    <a:pt x="6932081" y="2993077"/>
                  </a:moveTo>
                  <a:lnTo>
                    <a:pt x="6935790" y="2993077"/>
                  </a:lnTo>
                  <a:lnTo>
                    <a:pt x="6948749" y="2990002"/>
                  </a:lnTo>
                  <a:lnTo>
                    <a:pt x="6957298" y="2982091"/>
                  </a:lnTo>
                  <a:lnTo>
                    <a:pt x="6961453" y="2971314"/>
                  </a:lnTo>
                  <a:lnTo>
                    <a:pt x="6961230" y="2959641"/>
                  </a:lnTo>
                  <a:lnTo>
                    <a:pt x="6925920" y="2991264"/>
                  </a:lnTo>
                  <a:lnTo>
                    <a:pt x="6928847" y="2992355"/>
                  </a:lnTo>
                  <a:lnTo>
                    <a:pt x="6932081" y="2993077"/>
                  </a:lnTo>
                  <a:close/>
                </a:path>
                <a:path w="8348344" h="7197725">
                  <a:moveTo>
                    <a:pt x="6357918" y="2206911"/>
                  </a:moveTo>
                  <a:lnTo>
                    <a:pt x="6357918" y="2183208"/>
                  </a:lnTo>
                  <a:lnTo>
                    <a:pt x="6354877" y="2190681"/>
                  </a:lnTo>
                  <a:lnTo>
                    <a:pt x="6354877" y="2199438"/>
                  </a:lnTo>
                  <a:lnTo>
                    <a:pt x="6357918" y="2206911"/>
                  </a:lnTo>
                  <a:close/>
                </a:path>
                <a:path w="8348344" h="7197725">
                  <a:moveTo>
                    <a:pt x="6534051" y="2220107"/>
                  </a:moveTo>
                  <a:lnTo>
                    <a:pt x="6544628" y="2209533"/>
                  </a:lnTo>
                  <a:lnTo>
                    <a:pt x="6548154" y="2195057"/>
                  </a:lnTo>
                  <a:lnTo>
                    <a:pt x="6544628" y="2180582"/>
                  </a:lnTo>
                  <a:lnTo>
                    <a:pt x="6534051" y="2170012"/>
                  </a:lnTo>
                  <a:lnTo>
                    <a:pt x="6534051" y="2220107"/>
                  </a:lnTo>
                  <a:close/>
                </a:path>
                <a:path w="8348344" h="7197725">
                  <a:moveTo>
                    <a:pt x="6516062" y="2351506"/>
                  </a:moveTo>
                  <a:lnTo>
                    <a:pt x="6521017" y="2351506"/>
                  </a:lnTo>
                  <a:lnTo>
                    <a:pt x="6539240" y="2344894"/>
                  </a:lnTo>
                  <a:lnTo>
                    <a:pt x="6547478" y="2329474"/>
                  </a:lnTo>
                  <a:lnTo>
                    <a:pt x="6545743" y="2311873"/>
                  </a:lnTo>
                  <a:lnTo>
                    <a:pt x="6534051" y="2298715"/>
                  </a:lnTo>
                  <a:lnTo>
                    <a:pt x="6534051" y="2329308"/>
                  </a:lnTo>
                  <a:lnTo>
                    <a:pt x="6508266" y="2348557"/>
                  </a:lnTo>
                  <a:lnTo>
                    <a:pt x="6511861" y="2350377"/>
                  </a:lnTo>
                  <a:lnTo>
                    <a:pt x="6516062" y="2351506"/>
                  </a:lnTo>
                  <a:close/>
                </a:path>
                <a:path w="8348344" h="7197725">
                  <a:moveTo>
                    <a:pt x="6357918" y="2334969"/>
                  </a:moveTo>
                  <a:lnTo>
                    <a:pt x="6357918" y="2312126"/>
                  </a:lnTo>
                  <a:lnTo>
                    <a:pt x="6355084" y="2319354"/>
                  </a:lnTo>
                  <a:lnTo>
                    <a:pt x="6355084" y="2327741"/>
                  </a:lnTo>
                  <a:lnTo>
                    <a:pt x="6357918" y="2334969"/>
                  </a:lnTo>
                  <a:close/>
                </a:path>
                <a:path w="8348344" h="7197725">
                  <a:moveTo>
                    <a:pt x="7066636" y="2223195"/>
                  </a:moveTo>
                  <a:lnTo>
                    <a:pt x="7074048" y="2223195"/>
                  </a:lnTo>
                  <a:lnTo>
                    <a:pt x="7088641" y="2219356"/>
                  </a:lnTo>
                  <a:lnTo>
                    <a:pt x="7097674" y="2209666"/>
                  </a:lnTo>
                  <a:lnTo>
                    <a:pt x="7101159" y="2196867"/>
                  </a:lnTo>
                  <a:lnTo>
                    <a:pt x="7099104" y="2183699"/>
                  </a:lnTo>
                  <a:lnTo>
                    <a:pt x="7056436" y="2217035"/>
                  </a:lnTo>
                  <a:lnTo>
                    <a:pt x="7060814" y="2220776"/>
                  </a:lnTo>
                  <a:lnTo>
                    <a:pt x="7066636" y="2223195"/>
                  </a:lnTo>
                  <a:close/>
                </a:path>
                <a:path w="8348344" h="7197725">
                  <a:moveTo>
                    <a:pt x="6534051" y="2091819"/>
                  </a:moveTo>
                  <a:lnTo>
                    <a:pt x="6544758" y="2081175"/>
                  </a:lnTo>
                  <a:lnTo>
                    <a:pt x="6548327" y="2066564"/>
                  </a:lnTo>
                  <a:lnTo>
                    <a:pt x="6544758" y="2051954"/>
                  </a:lnTo>
                  <a:lnTo>
                    <a:pt x="6534051" y="2041309"/>
                  </a:lnTo>
                  <a:lnTo>
                    <a:pt x="6534051" y="2091819"/>
                  </a:lnTo>
                  <a:close/>
                </a:path>
                <a:path w="8348344" h="7197725">
                  <a:moveTo>
                    <a:pt x="7065361" y="2863337"/>
                  </a:moveTo>
                  <a:lnTo>
                    <a:pt x="7100072" y="2833527"/>
                  </a:lnTo>
                  <a:lnTo>
                    <a:pt x="7097583" y="2824763"/>
                  </a:lnTo>
                  <a:lnTo>
                    <a:pt x="7092423" y="2817343"/>
                  </a:lnTo>
                  <a:lnTo>
                    <a:pt x="7084582" y="2812205"/>
                  </a:lnTo>
                  <a:lnTo>
                    <a:pt x="7074048" y="2810285"/>
                  </a:lnTo>
                  <a:lnTo>
                    <a:pt x="7055568" y="2817414"/>
                  </a:lnTo>
                  <a:lnTo>
                    <a:pt x="7047972" y="2833717"/>
                  </a:lnTo>
                  <a:lnTo>
                    <a:pt x="7051243" y="2851568"/>
                  </a:lnTo>
                  <a:lnTo>
                    <a:pt x="7065361" y="2863337"/>
                  </a:lnTo>
                  <a:close/>
                </a:path>
                <a:path w="8348344" h="7197725">
                  <a:moveTo>
                    <a:pt x="7071836" y="2864758"/>
                  </a:moveTo>
                  <a:lnTo>
                    <a:pt x="7074048" y="2864758"/>
                  </a:lnTo>
                  <a:lnTo>
                    <a:pt x="7086133" y="2862151"/>
                  </a:lnTo>
                  <a:lnTo>
                    <a:pt x="7094508" y="2855338"/>
                  </a:lnTo>
                  <a:lnTo>
                    <a:pt x="7099191" y="2845831"/>
                  </a:lnTo>
                  <a:lnTo>
                    <a:pt x="7100202" y="2835140"/>
                  </a:lnTo>
                  <a:lnTo>
                    <a:pt x="7067835" y="2864136"/>
                  </a:lnTo>
                  <a:lnTo>
                    <a:pt x="7069770" y="2864535"/>
                  </a:lnTo>
                  <a:lnTo>
                    <a:pt x="7071836" y="2864758"/>
                  </a:lnTo>
                  <a:close/>
                </a:path>
                <a:path w="8348344" h="7197725">
                  <a:moveTo>
                    <a:pt x="6910205" y="2077156"/>
                  </a:moveTo>
                  <a:lnTo>
                    <a:pt x="6953725" y="2044650"/>
                  </a:lnTo>
                  <a:lnTo>
                    <a:pt x="6949294" y="2040779"/>
                  </a:lnTo>
                  <a:lnTo>
                    <a:pt x="6943379" y="2038252"/>
                  </a:lnTo>
                  <a:lnTo>
                    <a:pt x="6935790" y="2038252"/>
                  </a:lnTo>
                  <a:lnTo>
                    <a:pt x="6921305" y="2041994"/>
                  </a:lnTo>
                  <a:lnTo>
                    <a:pt x="6912214" y="2051474"/>
                  </a:lnTo>
                  <a:lnTo>
                    <a:pt x="6908515" y="2064068"/>
                  </a:lnTo>
                  <a:lnTo>
                    <a:pt x="6910205" y="2077156"/>
                  </a:lnTo>
                  <a:close/>
                </a:path>
                <a:path w="8348344" h="7197725">
                  <a:moveTo>
                    <a:pt x="6373004" y="2478073"/>
                  </a:moveTo>
                  <a:lnTo>
                    <a:pt x="6409527" y="2450806"/>
                  </a:lnTo>
                  <a:lnTo>
                    <a:pt x="6409220" y="2442703"/>
                  </a:lnTo>
                  <a:lnTo>
                    <a:pt x="6405886" y="2434768"/>
                  </a:lnTo>
                  <a:lnTo>
                    <a:pt x="6399465" y="2429714"/>
                  </a:lnTo>
                  <a:lnTo>
                    <a:pt x="6357918" y="2460730"/>
                  </a:lnTo>
                  <a:lnTo>
                    <a:pt x="6357480" y="2460730"/>
                  </a:lnTo>
                  <a:lnTo>
                    <a:pt x="6357814" y="2462669"/>
                  </a:lnTo>
                  <a:lnTo>
                    <a:pt x="6363499" y="2471927"/>
                  </a:lnTo>
                  <a:lnTo>
                    <a:pt x="6373004" y="2478073"/>
                  </a:lnTo>
                  <a:close/>
                </a:path>
                <a:path w="8348344" h="7197725">
                  <a:moveTo>
                    <a:pt x="6357480" y="2460730"/>
                  </a:moveTo>
                  <a:lnTo>
                    <a:pt x="6357918" y="2460730"/>
                  </a:lnTo>
                  <a:lnTo>
                    <a:pt x="6357918" y="2441044"/>
                  </a:lnTo>
                  <a:lnTo>
                    <a:pt x="6355952" y="2451857"/>
                  </a:lnTo>
                  <a:lnTo>
                    <a:pt x="6357480" y="2460730"/>
                  </a:lnTo>
                  <a:close/>
                </a:path>
                <a:path w="8348344" h="7197725">
                  <a:moveTo>
                    <a:pt x="6659275" y="3121396"/>
                  </a:moveTo>
                  <a:lnTo>
                    <a:pt x="6678778" y="3112995"/>
                  </a:lnTo>
                  <a:lnTo>
                    <a:pt x="6685279" y="3094512"/>
                  </a:lnTo>
                  <a:lnTo>
                    <a:pt x="6678778" y="3076030"/>
                  </a:lnTo>
                  <a:lnTo>
                    <a:pt x="6659275" y="3067629"/>
                  </a:lnTo>
                  <a:lnTo>
                    <a:pt x="6639772" y="3076030"/>
                  </a:lnTo>
                  <a:lnTo>
                    <a:pt x="6633271" y="3094512"/>
                  </a:lnTo>
                  <a:lnTo>
                    <a:pt x="6639771" y="3112995"/>
                  </a:lnTo>
                  <a:lnTo>
                    <a:pt x="6659275" y="3121396"/>
                  </a:lnTo>
                  <a:close/>
                </a:path>
                <a:path w="8348344" h="7197725">
                  <a:moveTo>
                    <a:pt x="6659275" y="2993077"/>
                  </a:moveTo>
                  <a:lnTo>
                    <a:pt x="6678907" y="2984621"/>
                  </a:lnTo>
                  <a:lnTo>
                    <a:pt x="6685451" y="2966017"/>
                  </a:lnTo>
                  <a:lnTo>
                    <a:pt x="6678907" y="2947413"/>
                  </a:lnTo>
                  <a:lnTo>
                    <a:pt x="6659275" y="2938957"/>
                  </a:lnTo>
                  <a:lnTo>
                    <a:pt x="6639642" y="2947413"/>
                  </a:lnTo>
                  <a:lnTo>
                    <a:pt x="6633098" y="2966017"/>
                  </a:lnTo>
                  <a:lnTo>
                    <a:pt x="6639642" y="2984621"/>
                  </a:lnTo>
                  <a:lnTo>
                    <a:pt x="6659275" y="2993077"/>
                  </a:lnTo>
                  <a:close/>
                </a:path>
                <a:path w="8348344" h="7197725">
                  <a:moveTo>
                    <a:pt x="6797532" y="2479817"/>
                  </a:moveTo>
                  <a:lnTo>
                    <a:pt x="6817684" y="2471138"/>
                  </a:lnTo>
                  <a:lnTo>
                    <a:pt x="6824401" y="2452043"/>
                  </a:lnTo>
                  <a:lnTo>
                    <a:pt x="6817684" y="2432948"/>
                  </a:lnTo>
                  <a:lnTo>
                    <a:pt x="6797532" y="2424268"/>
                  </a:lnTo>
                  <a:lnTo>
                    <a:pt x="6794698" y="2424268"/>
                  </a:lnTo>
                  <a:lnTo>
                    <a:pt x="6792179" y="2424714"/>
                  </a:lnTo>
                  <a:lnTo>
                    <a:pt x="6789798" y="2425359"/>
                  </a:lnTo>
                  <a:lnTo>
                    <a:pt x="6774305" y="2437456"/>
                  </a:lnTo>
                  <a:lnTo>
                    <a:pt x="6770706" y="2451007"/>
                  </a:lnTo>
                  <a:lnTo>
                    <a:pt x="6773372" y="2464798"/>
                  </a:lnTo>
                  <a:lnTo>
                    <a:pt x="6782311" y="2475509"/>
                  </a:lnTo>
                  <a:lnTo>
                    <a:pt x="6797532" y="2479817"/>
                  </a:lnTo>
                  <a:close/>
                </a:path>
                <a:path w="8348344" h="7197725">
                  <a:moveTo>
                    <a:pt x="6797532" y="2736455"/>
                  </a:moveTo>
                  <a:lnTo>
                    <a:pt x="6817424" y="2727886"/>
                  </a:lnTo>
                  <a:lnTo>
                    <a:pt x="6824055" y="2709034"/>
                  </a:lnTo>
                  <a:lnTo>
                    <a:pt x="6817424" y="2690182"/>
                  </a:lnTo>
                  <a:lnTo>
                    <a:pt x="6797532" y="2681612"/>
                  </a:lnTo>
                  <a:lnTo>
                    <a:pt x="6777641" y="2690182"/>
                  </a:lnTo>
                  <a:lnTo>
                    <a:pt x="6771010" y="2709034"/>
                  </a:lnTo>
                  <a:lnTo>
                    <a:pt x="6777641" y="2727886"/>
                  </a:lnTo>
                  <a:lnTo>
                    <a:pt x="6797532" y="2736455"/>
                  </a:lnTo>
                  <a:close/>
                </a:path>
                <a:path w="8348344" h="7197725">
                  <a:moveTo>
                    <a:pt x="6797532" y="2608136"/>
                  </a:moveTo>
                  <a:lnTo>
                    <a:pt x="6817554" y="2599512"/>
                  </a:lnTo>
                  <a:lnTo>
                    <a:pt x="6824228" y="2580538"/>
                  </a:lnTo>
                  <a:lnTo>
                    <a:pt x="6817554" y="2561565"/>
                  </a:lnTo>
                  <a:lnTo>
                    <a:pt x="6797532" y="2552940"/>
                  </a:lnTo>
                  <a:lnTo>
                    <a:pt x="6777511" y="2561565"/>
                  </a:lnTo>
                  <a:lnTo>
                    <a:pt x="6770837" y="2580538"/>
                  </a:lnTo>
                  <a:lnTo>
                    <a:pt x="6777511" y="2599512"/>
                  </a:lnTo>
                  <a:lnTo>
                    <a:pt x="6797532" y="2608136"/>
                  </a:lnTo>
                  <a:close/>
                </a:path>
                <a:path w="8348344" h="7197725">
                  <a:moveTo>
                    <a:pt x="6659275" y="2608136"/>
                  </a:moveTo>
                  <a:lnTo>
                    <a:pt x="6679296" y="2599512"/>
                  </a:lnTo>
                  <a:lnTo>
                    <a:pt x="6685970" y="2580538"/>
                  </a:lnTo>
                  <a:lnTo>
                    <a:pt x="6679296" y="2561565"/>
                  </a:lnTo>
                  <a:lnTo>
                    <a:pt x="6659275" y="2552940"/>
                  </a:lnTo>
                  <a:lnTo>
                    <a:pt x="6639253" y="2561565"/>
                  </a:lnTo>
                  <a:lnTo>
                    <a:pt x="6632579" y="2580538"/>
                  </a:lnTo>
                  <a:lnTo>
                    <a:pt x="6639253" y="2599512"/>
                  </a:lnTo>
                  <a:lnTo>
                    <a:pt x="6659275" y="2608136"/>
                  </a:lnTo>
                  <a:close/>
                </a:path>
                <a:path w="8348344" h="7197725">
                  <a:moveTo>
                    <a:pt x="6659275" y="2736455"/>
                  </a:moveTo>
                  <a:lnTo>
                    <a:pt x="6679166" y="2727886"/>
                  </a:lnTo>
                  <a:lnTo>
                    <a:pt x="6685797" y="2709034"/>
                  </a:lnTo>
                  <a:lnTo>
                    <a:pt x="6679166" y="2690182"/>
                  </a:lnTo>
                  <a:lnTo>
                    <a:pt x="6659275" y="2681612"/>
                  </a:lnTo>
                  <a:lnTo>
                    <a:pt x="6639383" y="2690182"/>
                  </a:lnTo>
                  <a:lnTo>
                    <a:pt x="6632752" y="2709034"/>
                  </a:lnTo>
                  <a:lnTo>
                    <a:pt x="6639383" y="2727886"/>
                  </a:lnTo>
                  <a:lnTo>
                    <a:pt x="6659275" y="2736455"/>
                  </a:lnTo>
                  <a:close/>
                </a:path>
                <a:path w="8348344" h="7197725">
                  <a:moveTo>
                    <a:pt x="6659275" y="2864766"/>
                  </a:moveTo>
                  <a:lnTo>
                    <a:pt x="6679037" y="2856253"/>
                  </a:lnTo>
                  <a:lnTo>
                    <a:pt x="6685624" y="2837525"/>
                  </a:lnTo>
                  <a:lnTo>
                    <a:pt x="6679037" y="2818797"/>
                  </a:lnTo>
                  <a:lnTo>
                    <a:pt x="6659275" y="2810285"/>
                  </a:lnTo>
                  <a:lnTo>
                    <a:pt x="6639512" y="2818797"/>
                  </a:lnTo>
                  <a:lnTo>
                    <a:pt x="6632925" y="2837525"/>
                  </a:lnTo>
                  <a:lnTo>
                    <a:pt x="6639512" y="2856253"/>
                  </a:lnTo>
                  <a:lnTo>
                    <a:pt x="6659275" y="2864766"/>
                  </a:lnTo>
                  <a:close/>
                </a:path>
                <a:path w="8348344" h="7197725">
                  <a:moveTo>
                    <a:pt x="6382759" y="3121396"/>
                  </a:moveTo>
                  <a:lnTo>
                    <a:pt x="6402262" y="3112995"/>
                  </a:lnTo>
                  <a:lnTo>
                    <a:pt x="6408763" y="3094512"/>
                  </a:lnTo>
                  <a:lnTo>
                    <a:pt x="6402262" y="3076030"/>
                  </a:lnTo>
                  <a:lnTo>
                    <a:pt x="6382759" y="3067629"/>
                  </a:lnTo>
                  <a:lnTo>
                    <a:pt x="6363256" y="3076030"/>
                  </a:lnTo>
                  <a:lnTo>
                    <a:pt x="6356755" y="3094512"/>
                  </a:lnTo>
                  <a:lnTo>
                    <a:pt x="6363256" y="3112995"/>
                  </a:lnTo>
                  <a:lnTo>
                    <a:pt x="6382759" y="3121396"/>
                  </a:lnTo>
                  <a:close/>
                </a:path>
                <a:path w="8348344" h="7197725">
                  <a:moveTo>
                    <a:pt x="6395417" y="2733467"/>
                  </a:moveTo>
                  <a:lnTo>
                    <a:pt x="6398290" y="2731985"/>
                  </a:lnTo>
                  <a:lnTo>
                    <a:pt x="6400771" y="2730072"/>
                  </a:lnTo>
                  <a:lnTo>
                    <a:pt x="6402752" y="2727737"/>
                  </a:lnTo>
                  <a:lnTo>
                    <a:pt x="6395417" y="2733467"/>
                  </a:lnTo>
                  <a:close/>
                </a:path>
                <a:path w="8348344" h="7197725">
                  <a:moveTo>
                    <a:pt x="6366521" y="2089914"/>
                  </a:moveTo>
                  <a:lnTo>
                    <a:pt x="6377973" y="2082049"/>
                  </a:lnTo>
                  <a:lnTo>
                    <a:pt x="6381737" y="2079514"/>
                  </a:lnTo>
                  <a:lnTo>
                    <a:pt x="6385501" y="2076903"/>
                  </a:lnTo>
                  <a:lnTo>
                    <a:pt x="6387728" y="2075443"/>
                  </a:lnTo>
                  <a:lnTo>
                    <a:pt x="6388804" y="2074675"/>
                  </a:lnTo>
                  <a:lnTo>
                    <a:pt x="6409527" y="2060535"/>
                  </a:lnTo>
                  <a:lnTo>
                    <a:pt x="6408060" y="2052746"/>
                  </a:lnTo>
                  <a:lnTo>
                    <a:pt x="6403659" y="2045687"/>
                  </a:lnTo>
                  <a:lnTo>
                    <a:pt x="6396415" y="2041670"/>
                  </a:lnTo>
                  <a:lnTo>
                    <a:pt x="6374125" y="2056848"/>
                  </a:lnTo>
                  <a:lnTo>
                    <a:pt x="6368518" y="2060765"/>
                  </a:lnTo>
                  <a:lnTo>
                    <a:pt x="6355614" y="2069537"/>
                  </a:lnTo>
                  <a:lnTo>
                    <a:pt x="6356344" y="2077517"/>
                  </a:lnTo>
                  <a:lnTo>
                    <a:pt x="6359939" y="2085152"/>
                  </a:lnTo>
                  <a:lnTo>
                    <a:pt x="6366521" y="2089914"/>
                  </a:lnTo>
                  <a:close/>
                </a:path>
                <a:path w="8348344" h="7197725">
                  <a:moveTo>
                    <a:pt x="6776740" y="3111157"/>
                  </a:moveTo>
                  <a:lnTo>
                    <a:pt x="6817265" y="3076362"/>
                  </a:lnTo>
                  <a:lnTo>
                    <a:pt x="6812933" y="3071147"/>
                  </a:lnTo>
                  <a:lnTo>
                    <a:pt x="6806373" y="3067629"/>
                  </a:lnTo>
                  <a:lnTo>
                    <a:pt x="6797532" y="3067629"/>
                  </a:lnTo>
                  <a:lnTo>
                    <a:pt x="6782167" y="3072237"/>
                  </a:lnTo>
                  <a:lnTo>
                    <a:pt x="6773593" y="3083546"/>
                  </a:lnTo>
                  <a:lnTo>
                    <a:pt x="6771791" y="3097778"/>
                  </a:lnTo>
                  <a:lnTo>
                    <a:pt x="6776740" y="3111157"/>
                  </a:lnTo>
                  <a:close/>
                </a:path>
                <a:path w="8348344" h="7197725">
                  <a:moveTo>
                    <a:pt x="6792348" y="3121388"/>
                  </a:moveTo>
                  <a:lnTo>
                    <a:pt x="6797532" y="3121388"/>
                  </a:lnTo>
                  <a:lnTo>
                    <a:pt x="6811278" y="3117840"/>
                  </a:lnTo>
                  <a:lnTo>
                    <a:pt x="6819911" y="3108852"/>
                  </a:lnTo>
                  <a:lnTo>
                    <a:pt x="6823434" y="3096907"/>
                  </a:lnTo>
                  <a:lnTo>
                    <a:pt x="6821850" y="3084489"/>
                  </a:lnTo>
                  <a:lnTo>
                    <a:pt x="6784406" y="3118024"/>
                  </a:lnTo>
                  <a:lnTo>
                    <a:pt x="6788031" y="3120082"/>
                  </a:lnTo>
                  <a:lnTo>
                    <a:pt x="6792348" y="3121388"/>
                  </a:lnTo>
                  <a:close/>
                </a:path>
                <a:path w="8348344" h="7197725">
                  <a:moveTo>
                    <a:pt x="6925882" y="1708200"/>
                  </a:moveTo>
                  <a:lnTo>
                    <a:pt x="6963580" y="1682461"/>
                  </a:lnTo>
                  <a:lnTo>
                    <a:pt x="6963918" y="1674257"/>
                  </a:lnTo>
                  <a:lnTo>
                    <a:pt x="6961230" y="1665985"/>
                  </a:lnTo>
                  <a:lnTo>
                    <a:pt x="6955538" y="1660147"/>
                  </a:lnTo>
                  <a:lnTo>
                    <a:pt x="6909591" y="1691517"/>
                  </a:lnTo>
                  <a:lnTo>
                    <a:pt x="6912126" y="1699029"/>
                  </a:lnTo>
                  <a:lnTo>
                    <a:pt x="6917617" y="1705327"/>
                  </a:lnTo>
                  <a:lnTo>
                    <a:pt x="6925882" y="1708200"/>
                  </a:lnTo>
                  <a:close/>
                </a:path>
                <a:path w="8348344" h="7197725">
                  <a:moveTo>
                    <a:pt x="6516730" y="1966558"/>
                  </a:moveTo>
                  <a:lnTo>
                    <a:pt x="6521017" y="1966558"/>
                  </a:lnTo>
                  <a:lnTo>
                    <a:pt x="6533124" y="1964085"/>
                  </a:lnTo>
                  <a:lnTo>
                    <a:pt x="6541751" y="1957571"/>
                  </a:lnTo>
                  <a:lnTo>
                    <a:pt x="6546896" y="1948373"/>
                  </a:lnTo>
                  <a:lnTo>
                    <a:pt x="6548561" y="1937846"/>
                  </a:lnTo>
                  <a:lnTo>
                    <a:pt x="6509718" y="1964353"/>
                  </a:lnTo>
                  <a:lnTo>
                    <a:pt x="6513005" y="1965720"/>
                  </a:lnTo>
                  <a:lnTo>
                    <a:pt x="6516730" y="1966558"/>
                  </a:lnTo>
                  <a:close/>
                </a:path>
                <a:path w="8348344" h="7197725">
                  <a:moveTo>
                    <a:pt x="7061982" y="1964107"/>
                  </a:moveTo>
                  <a:lnTo>
                    <a:pt x="7097990" y="1937270"/>
                  </a:lnTo>
                  <a:lnTo>
                    <a:pt x="7098451" y="1936963"/>
                  </a:lnTo>
                  <a:lnTo>
                    <a:pt x="7101339" y="1934766"/>
                  </a:lnTo>
                  <a:lnTo>
                    <a:pt x="7098901" y="1925322"/>
                  </a:lnTo>
                  <a:lnTo>
                    <a:pt x="7093553" y="1917276"/>
                  </a:lnTo>
                  <a:lnTo>
                    <a:pt x="7085275" y="1911679"/>
                  </a:lnTo>
                  <a:lnTo>
                    <a:pt x="7074049" y="1909580"/>
                  </a:lnTo>
                  <a:lnTo>
                    <a:pt x="7055217" y="1916565"/>
                  </a:lnTo>
                  <a:lnTo>
                    <a:pt x="7046928" y="1932751"/>
                  </a:lnTo>
                  <a:lnTo>
                    <a:pt x="7049183" y="1950983"/>
                  </a:lnTo>
                  <a:lnTo>
                    <a:pt x="7061982" y="1964107"/>
                  </a:lnTo>
                  <a:close/>
                </a:path>
                <a:path w="8348344" h="7197725">
                  <a:moveTo>
                    <a:pt x="7074048" y="1709936"/>
                  </a:moveTo>
                  <a:lnTo>
                    <a:pt x="7094977" y="1700920"/>
                  </a:lnTo>
                  <a:lnTo>
                    <a:pt x="7101953" y="1681086"/>
                  </a:lnTo>
                  <a:lnTo>
                    <a:pt x="7094977" y="1661252"/>
                  </a:lnTo>
                  <a:lnTo>
                    <a:pt x="7074048" y="1652236"/>
                  </a:lnTo>
                  <a:lnTo>
                    <a:pt x="7053120" y="1661252"/>
                  </a:lnTo>
                  <a:lnTo>
                    <a:pt x="7046143" y="1681086"/>
                  </a:lnTo>
                  <a:lnTo>
                    <a:pt x="7053120" y="1700920"/>
                  </a:lnTo>
                  <a:lnTo>
                    <a:pt x="7074048" y="1709936"/>
                  </a:lnTo>
                  <a:close/>
                </a:path>
                <a:path w="8348344" h="7197725">
                  <a:moveTo>
                    <a:pt x="7074048" y="1838247"/>
                  </a:moveTo>
                  <a:lnTo>
                    <a:pt x="7094848" y="1829287"/>
                  </a:lnTo>
                  <a:lnTo>
                    <a:pt x="7101781" y="1809577"/>
                  </a:lnTo>
                  <a:lnTo>
                    <a:pt x="7094848" y="1789867"/>
                  </a:lnTo>
                  <a:lnTo>
                    <a:pt x="7074048" y="1780908"/>
                  </a:lnTo>
                  <a:lnTo>
                    <a:pt x="7053249" y="1789867"/>
                  </a:lnTo>
                  <a:lnTo>
                    <a:pt x="7046316" y="1809577"/>
                  </a:lnTo>
                  <a:lnTo>
                    <a:pt x="7053249" y="1829287"/>
                  </a:lnTo>
                  <a:lnTo>
                    <a:pt x="7074048" y="1838247"/>
                  </a:lnTo>
                  <a:close/>
                </a:path>
                <a:path w="8348344" h="7197725">
                  <a:moveTo>
                    <a:pt x="5960826" y="2351506"/>
                  </a:moveTo>
                  <a:lnTo>
                    <a:pt x="5967985" y="2351506"/>
                  </a:lnTo>
                  <a:lnTo>
                    <a:pt x="5981543" y="2348234"/>
                  </a:lnTo>
                  <a:lnTo>
                    <a:pt x="5990398" y="2339841"/>
                  </a:lnTo>
                  <a:lnTo>
                    <a:pt x="5994569" y="2328460"/>
                  </a:lnTo>
                  <a:lnTo>
                    <a:pt x="5994077" y="2316228"/>
                  </a:lnTo>
                  <a:lnTo>
                    <a:pt x="5950848" y="2345723"/>
                  </a:lnTo>
                  <a:lnTo>
                    <a:pt x="5955157" y="2349248"/>
                  </a:lnTo>
                  <a:lnTo>
                    <a:pt x="5960826" y="2351506"/>
                  </a:lnTo>
                  <a:close/>
                </a:path>
                <a:path w="8348344" h="7197725">
                  <a:moveTo>
                    <a:pt x="6635056" y="3232808"/>
                  </a:moveTo>
                  <a:lnTo>
                    <a:pt x="6673139" y="3200111"/>
                  </a:lnTo>
                  <a:lnTo>
                    <a:pt x="6669375" y="3197783"/>
                  </a:lnTo>
                  <a:lnTo>
                    <a:pt x="6664820" y="3196293"/>
                  </a:lnTo>
                  <a:lnTo>
                    <a:pt x="6659275" y="3196293"/>
                  </a:lnTo>
                  <a:lnTo>
                    <a:pt x="6645655" y="3199797"/>
                  </a:lnTo>
                  <a:lnTo>
                    <a:pt x="6637078" y="3208681"/>
                  </a:lnTo>
                  <a:lnTo>
                    <a:pt x="6633546" y="3220499"/>
                  </a:lnTo>
                  <a:lnTo>
                    <a:pt x="6635056" y="3232808"/>
                  </a:lnTo>
                  <a:close/>
                </a:path>
                <a:path w="8348344" h="7197725">
                  <a:moveTo>
                    <a:pt x="6652631" y="3249714"/>
                  </a:moveTo>
                  <a:lnTo>
                    <a:pt x="6659275" y="3249714"/>
                  </a:lnTo>
                  <a:lnTo>
                    <a:pt x="6673712" y="3245700"/>
                  </a:lnTo>
                  <a:lnTo>
                    <a:pt x="6682296" y="3235680"/>
                  </a:lnTo>
                  <a:lnTo>
                    <a:pt x="6685042" y="3222693"/>
                  </a:lnTo>
                  <a:lnTo>
                    <a:pt x="6681964" y="3209773"/>
                  </a:lnTo>
                  <a:lnTo>
                    <a:pt x="6643214" y="3244476"/>
                  </a:lnTo>
                  <a:lnTo>
                    <a:pt x="6647292" y="3247694"/>
                  </a:lnTo>
                  <a:lnTo>
                    <a:pt x="6652631" y="3249714"/>
                  </a:lnTo>
                  <a:close/>
                </a:path>
                <a:path w="8348344" h="7197725">
                  <a:moveTo>
                    <a:pt x="6382759" y="3378025"/>
                  </a:moveTo>
                  <a:lnTo>
                    <a:pt x="6402002" y="3369735"/>
                  </a:lnTo>
                  <a:lnTo>
                    <a:pt x="6408417" y="3351495"/>
                  </a:lnTo>
                  <a:lnTo>
                    <a:pt x="6402002" y="3333256"/>
                  </a:lnTo>
                  <a:lnTo>
                    <a:pt x="6382759" y="3324965"/>
                  </a:lnTo>
                  <a:lnTo>
                    <a:pt x="6363515" y="3333256"/>
                  </a:lnTo>
                  <a:lnTo>
                    <a:pt x="6357100" y="3351495"/>
                  </a:lnTo>
                  <a:lnTo>
                    <a:pt x="6363515" y="3369735"/>
                  </a:lnTo>
                  <a:lnTo>
                    <a:pt x="6382759" y="3378025"/>
                  </a:lnTo>
                  <a:close/>
                </a:path>
                <a:path w="8348344" h="7197725">
                  <a:moveTo>
                    <a:pt x="3064568" y="3249714"/>
                  </a:moveTo>
                  <a:lnTo>
                    <a:pt x="3083941" y="3241367"/>
                  </a:lnTo>
                  <a:lnTo>
                    <a:pt x="3090399" y="3223004"/>
                  </a:lnTo>
                  <a:lnTo>
                    <a:pt x="3083941" y="3204640"/>
                  </a:lnTo>
                  <a:lnTo>
                    <a:pt x="3064568" y="3196293"/>
                  </a:lnTo>
                  <a:lnTo>
                    <a:pt x="3045199" y="3204640"/>
                  </a:lnTo>
                  <a:lnTo>
                    <a:pt x="3038743" y="3223004"/>
                  </a:lnTo>
                  <a:lnTo>
                    <a:pt x="3045199" y="3241367"/>
                  </a:lnTo>
                  <a:lnTo>
                    <a:pt x="3064568" y="3249714"/>
                  </a:lnTo>
                  <a:close/>
                </a:path>
                <a:path w="8348344" h="7197725">
                  <a:moveTo>
                    <a:pt x="6382759" y="2864766"/>
                  </a:moveTo>
                  <a:lnTo>
                    <a:pt x="6402521" y="2856253"/>
                  </a:lnTo>
                  <a:lnTo>
                    <a:pt x="6409108" y="2837525"/>
                  </a:lnTo>
                  <a:lnTo>
                    <a:pt x="6402521" y="2818797"/>
                  </a:lnTo>
                  <a:lnTo>
                    <a:pt x="6382759" y="2810285"/>
                  </a:lnTo>
                  <a:lnTo>
                    <a:pt x="6362996" y="2818797"/>
                  </a:lnTo>
                  <a:lnTo>
                    <a:pt x="6356409" y="2837525"/>
                  </a:lnTo>
                  <a:lnTo>
                    <a:pt x="6362996" y="2856253"/>
                  </a:lnTo>
                  <a:lnTo>
                    <a:pt x="6382759" y="2864766"/>
                  </a:lnTo>
                  <a:close/>
                </a:path>
                <a:path w="8348344" h="7197725">
                  <a:moveTo>
                    <a:pt x="6359132" y="3469714"/>
                  </a:moveTo>
                  <a:lnTo>
                    <a:pt x="6377228" y="3454183"/>
                  </a:lnTo>
                  <a:lnTo>
                    <a:pt x="6367950" y="3455957"/>
                  </a:lnTo>
                  <a:lnTo>
                    <a:pt x="6361928" y="3462155"/>
                  </a:lnTo>
                  <a:lnTo>
                    <a:pt x="6359132" y="3469714"/>
                  </a:lnTo>
                  <a:close/>
                </a:path>
                <a:path w="8348344" h="7197725">
                  <a:moveTo>
                    <a:pt x="6373204" y="3506337"/>
                  </a:moveTo>
                  <a:lnTo>
                    <a:pt x="6383788" y="3506329"/>
                  </a:lnTo>
                  <a:lnTo>
                    <a:pt x="6384679" y="3506137"/>
                  </a:lnTo>
                  <a:lnTo>
                    <a:pt x="6385639" y="3506045"/>
                  </a:lnTo>
                  <a:lnTo>
                    <a:pt x="6407438" y="3486520"/>
                  </a:lnTo>
                  <a:lnTo>
                    <a:pt x="6408154" y="3479764"/>
                  </a:lnTo>
                  <a:lnTo>
                    <a:pt x="6407357" y="3473032"/>
                  </a:lnTo>
                  <a:lnTo>
                    <a:pt x="6405040" y="3466721"/>
                  </a:lnTo>
                  <a:lnTo>
                    <a:pt x="6401193" y="3461226"/>
                  </a:lnTo>
                  <a:lnTo>
                    <a:pt x="6362250" y="3496106"/>
                  </a:lnTo>
                  <a:lnTo>
                    <a:pt x="6366429" y="3502097"/>
                  </a:lnTo>
                  <a:lnTo>
                    <a:pt x="6373204" y="3506337"/>
                  </a:lnTo>
                  <a:close/>
                </a:path>
                <a:path w="8348344" h="7197725">
                  <a:moveTo>
                    <a:pt x="6382759" y="2993077"/>
                  </a:moveTo>
                  <a:lnTo>
                    <a:pt x="6402391" y="2984621"/>
                  </a:lnTo>
                  <a:lnTo>
                    <a:pt x="6408936" y="2966017"/>
                  </a:lnTo>
                  <a:lnTo>
                    <a:pt x="6402391" y="2947413"/>
                  </a:lnTo>
                  <a:lnTo>
                    <a:pt x="6382759" y="2938957"/>
                  </a:lnTo>
                  <a:lnTo>
                    <a:pt x="6363126" y="2947413"/>
                  </a:lnTo>
                  <a:lnTo>
                    <a:pt x="6356582" y="2966017"/>
                  </a:lnTo>
                  <a:lnTo>
                    <a:pt x="6363126" y="2984621"/>
                  </a:lnTo>
                  <a:lnTo>
                    <a:pt x="6382759" y="2993077"/>
                  </a:lnTo>
                  <a:close/>
                </a:path>
                <a:path w="8348344" h="7197725">
                  <a:moveTo>
                    <a:pt x="7350564" y="1581617"/>
                  </a:moveTo>
                  <a:lnTo>
                    <a:pt x="7350749" y="1581617"/>
                  </a:lnTo>
                  <a:lnTo>
                    <a:pt x="7350902" y="1581563"/>
                  </a:lnTo>
                  <a:lnTo>
                    <a:pt x="7351079" y="1581563"/>
                  </a:lnTo>
                  <a:lnTo>
                    <a:pt x="7351079" y="1523618"/>
                  </a:lnTo>
                  <a:lnTo>
                    <a:pt x="7350895" y="1523610"/>
                  </a:lnTo>
                  <a:lnTo>
                    <a:pt x="7350749" y="1523564"/>
                  </a:lnTo>
                  <a:lnTo>
                    <a:pt x="7350564" y="1523564"/>
                  </a:lnTo>
                  <a:lnTo>
                    <a:pt x="7329506" y="1532635"/>
                  </a:lnTo>
                  <a:lnTo>
                    <a:pt x="7322486" y="1552590"/>
                  </a:lnTo>
                  <a:lnTo>
                    <a:pt x="7329506" y="1572546"/>
                  </a:lnTo>
                  <a:lnTo>
                    <a:pt x="7350564" y="1581617"/>
                  </a:lnTo>
                  <a:close/>
                </a:path>
                <a:path w="8348344" h="7197725">
                  <a:moveTo>
                    <a:pt x="3064568" y="4276218"/>
                  </a:moveTo>
                  <a:lnTo>
                    <a:pt x="3082908" y="4268319"/>
                  </a:lnTo>
                  <a:lnTo>
                    <a:pt x="3089019" y="4250940"/>
                  </a:lnTo>
                  <a:lnTo>
                    <a:pt x="3082905" y="4233561"/>
                  </a:lnTo>
                  <a:lnTo>
                    <a:pt x="3064568" y="4225662"/>
                  </a:lnTo>
                  <a:lnTo>
                    <a:pt x="3046231" y="4233561"/>
                  </a:lnTo>
                  <a:lnTo>
                    <a:pt x="3040119" y="4250940"/>
                  </a:lnTo>
                  <a:lnTo>
                    <a:pt x="3046231" y="4268319"/>
                  </a:lnTo>
                  <a:lnTo>
                    <a:pt x="3064568" y="4276218"/>
                  </a:lnTo>
                  <a:close/>
                </a:path>
                <a:path w="8348344" h="7197725">
                  <a:moveTo>
                    <a:pt x="3617600" y="3506337"/>
                  </a:moveTo>
                  <a:lnTo>
                    <a:pt x="3636714" y="3498102"/>
                  </a:lnTo>
                  <a:lnTo>
                    <a:pt x="3643085" y="3479987"/>
                  </a:lnTo>
                  <a:lnTo>
                    <a:pt x="3636714" y="3461872"/>
                  </a:lnTo>
                  <a:lnTo>
                    <a:pt x="3617600" y="3453637"/>
                  </a:lnTo>
                  <a:lnTo>
                    <a:pt x="3598485" y="3461872"/>
                  </a:lnTo>
                  <a:lnTo>
                    <a:pt x="3592114" y="3479987"/>
                  </a:lnTo>
                  <a:lnTo>
                    <a:pt x="3598485" y="3498102"/>
                  </a:lnTo>
                  <a:lnTo>
                    <a:pt x="3617600" y="3506337"/>
                  </a:lnTo>
                  <a:close/>
                </a:path>
                <a:path w="8348344" h="7197725">
                  <a:moveTo>
                    <a:pt x="3617600" y="3378025"/>
                  </a:moveTo>
                  <a:lnTo>
                    <a:pt x="3636843" y="3369735"/>
                  </a:lnTo>
                  <a:lnTo>
                    <a:pt x="3643258" y="3351495"/>
                  </a:lnTo>
                  <a:lnTo>
                    <a:pt x="3636843" y="3333256"/>
                  </a:lnTo>
                  <a:lnTo>
                    <a:pt x="3617600" y="3324965"/>
                  </a:lnTo>
                  <a:lnTo>
                    <a:pt x="3598351" y="3333256"/>
                  </a:lnTo>
                  <a:lnTo>
                    <a:pt x="3591935" y="3351495"/>
                  </a:lnTo>
                  <a:lnTo>
                    <a:pt x="3598351" y="3369735"/>
                  </a:lnTo>
                  <a:lnTo>
                    <a:pt x="3617600" y="3378025"/>
                  </a:lnTo>
                  <a:close/>
                </a:path>
                <a:path w="8348344" h="7197725">
                  <a:moveTo>
                    <a:pt x="3617600" y="3121388"/>
                  </a:moveTo>
                  <a:lnTo>
                    <a:pt x="3637107" y="3112987"/>
                  </a:lnTo>
                  <a:lnTo>
                    <a:pt x="3643608" y="3094505"/>
                  </a:lnTo>
                  <a:lnTo>
                    <a:pt x="3637099" y="3076022"/>
                  </a:lnTo>
                  <a:lnTo>
                    <a:pt x="3617600" y="3067621"/>
                  </a:lnTo>
                  <a:lnTo>
                    <a:pt x="3598091" y="3076025"/>
                  </a:lnTo>
                  <a:lnTo>
                    <a:pt x="3591591" y="3094507"/>
                  </a:lnTo>
                  <a:lnTo>
                    <a:pt x="3598095" y="3112988"/>
                  </a:lnTo>
                  <a:lnTo>
                    <a:pt x="3617600" y="3121388"/>
                  </a:lnTo>
                  <a:close/>
                </a:path>
                <a:path w="8348344" h="7197725">
                  <a:moveTo>
                    <a:pt x="3617600" y="3634648"/>
                  </a:moveTo>
                  <a:lnTo>
                    <a:pt x="3636580" y="3626469"/>
                  </a:lnTo>
                  <a:lnTo>
                    <a:pt x="3642907" y="3608476"/>
                  </a:lnTo>
                  <a:lnTo>
                    <a:pt x="3636580" y="3590484"/>
                  </a:lnTo>
                  <a:lnTo>
                    <a:pt x="3617600" y="3582309"/>
                  </a:lnTo>
                  <a:lnTo>
                    <a:pt x="3598611" y="3590487"/>
                  </a:lnTo>
                  <a:lnTo>
                    <a:pt x="3592281" y="3608478"/>
                  </a:lnTo>
                  <a:lnTo>
                    <a:pt x="3598611" y="3626470"/>
                  </a:lnTo>
                  <a:lnTo>
                    <a:pt x="3617600" y="3634648"/>
                  </a:lnTo>
                  <a:close/>
                </a:path>
                <a:path w="8348344" h="7197725">
                  <a:moveTo>
                    <a:pt x="3617600" y="3249714"/>
                  </a:moveTo>
                  <a:lnTo>
                    <a:pt x="3636973" y="3241367"/>
                  </a:lnTo>
                  <a:lnTo>
                    <a:pt x="3643431" y="3223004"/>
                  </a:lnTo>
                  <a:lnTo>
                    <a:pt x="3636973" y="3204640"/>
                  </a:lnTo>
                  <a:lnTo>
                    <a:pt x="3617600" y="3196293"/>
                  </a:lnTo>
                  <a:lnTo>
                    <a:pt x="3598231" y="3204640"/>
                  </a:lnTo>
                  <a:lnTo>
                    <a:pt x="3591774" y="3223004"/>
                  </a:lnTo>
                  <a:lnTo>
                    <a:pt x="3598231" y="3241367"/>
                  </a:lnTo>
                  <a:lnTo>
                    <a:pt x="3617600" y="3249714"/>
                  </a:lnTo>
                  <a:close/>
                </a:path>
                <a:path w="8348344" h="7197725">
                  <a:moveTo>
                    <a:pt x="3479342" y="3891285"/>
                  </a:moveTo>
                  <a:lnTo>
                    <a:pt x="3498067" y="3883215"/>
                  </a:lnTo>
                  <a:lnTo>
                    <a:pt x="3504309" y="3865461"/>
                  </a:lnTo>
                  <a:lnTo>
                    <a:pt x="3498067" y="3847708"/>
                  </a:lnTo>
                  <a:lnTo>
                    <a:pt x="3479342" y="3839638"/>
                  </a:lnTo>
                  <a:lnTo>
                    <a:pt x="3460616" y="3847708"/>
                  </a:lnTo>
                  <a:lnTo>
                    <a:pt x="3454375" y="3865461"/>
                  </a:lnTo>
                  <a:lnTo>
                    <a:pt x="3460616" y="3883215"/>
                  </a:lnTo>
                  <a:lnTo>
                    <a:pt x="3479342" y="3891285"/>
                  </a:lnTo>
                  <a:close/>
                </a:path>
                <a:path w="8348344" h="7197725">
                  <a:moveTo>
                    <a:pt x="3617600" y="4019596"/>
                  </a:moveTo>
                  <a:lnTo>
                    <a:pt x="3636191" y="4011584"/>
                  </a:lnTo>
                  <a:lnTo>
                    <a:pt x="3642388" y="3993957"/>
                  </a:lnTo>
                  <a:lnTo>
                    <a:pt x="3636191" y="3976330"/>
                  </a:lnTo>
                  <a:lnTo>
                    <a:pt x="3617600" y="3968318"/>
                  </a:lnTo>
                  <a:lnTo>
                    <a:pt x="3599000" y="3976330"/>
                  </a:lnTo>
                  <a:lnTo>
                    <a:pt x="3592800" y="3993957"/>
                  </a:lnTo>
                  <a:lnTo>
                    <a:pt x="3599000" y="4011584"/>
                  </a:lnTo>
                  <a:lnTo>
                    <a:pt x="3617600" y="4019596"/>
                  </a:lnTo>
                  <a:close/>
                </a:path>
                <a:path w="8348344" h="7197725">
                  <a:moveTo>
                    <a:pt x="3617600" y="2479817"/>
                  </a:moveTo>
                  <a:lnTo>
                    <a:pt x="3637751" y="2471138"/>
                  </a:lnTo>
                  <a:lnTo>
                    <a:pt x="3644468" y="2452043"/>
                  </a:lnTo>
                  <a:lnTo>
                    <a:pt x="3637751" y="2432948"/>
                  </a:lnTo>
                  <a:lnTo>
                    <a:pt x="3617600" y="2424268"/>
                  </a:lnTo>
                  <a:lnTo>
                    <a:pt x="3597449" y="2432948"/>
                  </a:lnTo>
                  <a:lnTo>
                    <a:pt x="3590732" y="2452043"/>
                  </a:lnTo>
                  <a:lnTo>
                    <a:pt x="3597449" y="2471138"/>
                  </a:lnTo>
                  <a:lnTo>
                    <a:pt x="3617600" y="2479817"/>
                  </a:lnTo>
                  <a:close/>
                </a:path>
                <a:path w="8348344" h="7197725">
                  <a:moveTo>
                    <a:pt x="3617600" y="3891285"/>
                  </a:moveTo>
                  <a:lnTo>
                    <a:pt x="3636325" y="3883215"/>
                  </a:lnTo>
                  <a:lnTo>
                    <a:pt x="3642567" y="3865461"/>
                  </a:lnTo>
                  <a:lnTo>
                    <a:pt x="3636325" y="3847708"/>
                  </a:lnTo>
                  <a:lnTo>
                    <a:pt x="3617600" y="3839638"/>
                  </a:lnTo>
                  <a:lnTo>
                    <a:pt x="3598874" y="3847708"/>
                  </a:lnTo>
                  <a:lnTo>
                    <a:pt x="3592633" y="3865461"/>
                  </a:lnTo>
                  <a:lnTo>
                    <a:pt x="3598874" y="3883215"/>
                  </a:lnTo>
                  <a:lnTo>
                    <a:pt x="3617600" y="3891285"/>
                  </a:lnTo>
                  <a:close/>
                </a:path>
                <a:path w="8348344" h="7197725">
                  <a:moveTo>
                    <a:pt x="3460362" y="4267393"/>
                  </a:moveTo>
                  <a:lnTo>
                    <a:pt x="3477524" y="4249069"/>
                  </a:lnTo>
                  <a:lnTo>
                    <a:pt x="3494773" y="4230831"/>
                  </a:lnTo>
                  <a:lnTo>
                    <a:pt x="3490879" y="4227682"/>
                  </a:lnTo>
                  <a:lnTo>
                    <a:pt x="3485771" y="4225662"/>
                  </a:lnTo>
                  <a:lnTo>
                    <a:pt x="3479342" y="4225662"/>
                  </a:lnTo>
                  <a:lnTo>
                    <a:pt x="3464690" y="4230144"/>
                  </a:lnTo>
                  <a:lnTo>
                    <a:pt x="3456651" y="4241092"/>
                  </a:lnTo>
                  <a:lnTo>
                    <a:pt x="3455212" y="4254758"/>
                  </a:lnTo>
                  <a:lnTo>
                    <a:pt x="3460362" y="4267393"/>
                  </a:lnTo>
                  <a:close/>
                </a:path>
                <a:path w="8348344" h="7197725">
                  <a:moveTo>
                    <a:pt x="3479342" y="2608136"/>
                  </a:moveTo>
                  <a:lnTo>
                    <a:pt x="3499359" y="2599512"/>
                  </a:lnTo>
                  <a:lnTo>
                    <a:pt x="3506031" y="2580538"/>
                  </a:lnTo>
                  <a:lnTo>
                    <a:pt x="3499359" y="2561565"/>
                  </a:lnTo>
                  <a:lnTo>
                    <a:pt x="3479342" y="2552940"/>
                  </a:lnTo>
                  <a:lnTo>
                    <a:pt x="3459320" y="2561565"/>
                  </a:lnTo>
                  <a:lnTo>
                    <a:pt x="3452646" y="2580538"/>
                  </a:lnTo>
                  <a:lnTo>
                    <a:pt x="3459320" y="2599512"/>
                  </a:lnTo>
                  <a:lnTo>
                    <a:pt x="3479342" y="2608136"/>
                  </a:lnTo>
                  <a:close/>
                </a:path>
                <a:path w="8348344" h="7197725">
                  <a:moveTo>
                    <a:pt x="3593873" y="4129219"/>
                  </a:moveTo>
                  <a:lnTo>
                    <a:pt x="3625119" y="4098127"/>
                  </a:lnTo>
                  <a:lnTo>
                    <a:pt x="3622815" y="4097474"/>
                  </a:lnTo>
                  <a:lnTo>
                    <a:pt x="3620365" y="4096990"/>
                  </a:lnTo>
                  <a:lnTo>
                    <a:pt x="3617600" y="4096990"/>
                  </a:lnTo>
                  <a:lnTo>
                    <a:pt x="3605233" y="4099982"/>
                  </a:lnTo>
                  <a:lnTo>
                    <a:pt x="3597167" y="4107655"/>
                  </a:lnTo>
                  <a:lnTo>
                    <a:pt x="3593386" y="4118053"/>
                  </a:lnTo>
                  <a:lnTo>
                    <a:pt x="3593873" y="4129219"/>
                  </a:lnTo>
                  <a:close/>
                </a:path>
                <a:path w="8348344" h="7197725">
                  <a:moveTo>
                    <a:pt x="3479342" y="4147907"/>
                  </a:moveTo>
                  <a:lnTo>
                    <a:pt x="3497808" y="4139951"/>
                  </a:lnTo>
                  <a:lnTo>
                    <a:pt x="3503963" y="4122449"/>
                  </a:lnTo>
                  <a:lnTo>
                    <a:pt x="3497808" y="4104946"/>
                  </a:lnTo>
                  <a:lnTo>
                    <a:pt x="3479342" y="4096990"/>
                  </a:lnTo>
                  <a:lnTo>
                    <a:pt x="3460876" y="4104946"/>
                  </a:lnTo>
                  <a:lnTo>
                    <a:pt x="3454720" y="4122449"/>
                  </a:lnTo>
                  <a:lnTo>
                    <a:pt x="3460876" y="4139951"/>
                  </a:lnTo>
                  <a:lnTo>
                    <a:pt x="3479342" y="4147907"/>
                  </a:lnTo>
                  <a:close/>
                </a:path>
                <a:path w="8348344" h="7197725">
                  <a:moveTo>
                    <a:pt x="3479342" y="4019596"/>
                  </a:moveTo>
                  <a:lnTo>
                    <a:pt x="3497933" y="4011584"/>
                  </a:lnTo>
                  <a:lnTo>
                    <a:pt x="3504130" y="3993957"/>
                  </a:lnTo>
                  <a:lnTo>
                    <a:pt x="3497933" y="3976330"/>
                  </a:lnTo>
                  <a:lnTo>
                    <a:pt x="3479342" y="3968318"/>
                  </a:lnTo>
                  <a:lnTo>
                    <a:pt x="3460742" y="3976330"/>
                  </a:lnTo>
                  <a:lnTo>
                    <a:pt x="3454542" y="3993957"/>
                  </a:lnTo>
                  <a:lnTo>
                    <a:pt x="3460742" y="4011584"/>
                  </a:lnTo>
                  <a:lnTo>
                    <a:pt x="3479342" y="4019596"/>
                  </a:lnTo>
                  <a:close/>
                </a:path>
                <a:path w="8348344" h="7197725">
                  <a:moveTo>
                    <a:pt x="3617600" y="2736447"/>
                  </a:moveTo>
                  <a:lnTo>
                    <a:pt x="3637492" y="2727878"/>
                  </a:lnTo>
                  <a:lnTo>
                    <a:pt x="3644121" y="2709026"/>
                  </a:lnTo>
                  <a:lnTo>
                    <a:pt x="3637484" y="2690174"/>
                  </a:lnTo>
                  <a:lnTo>
                    <a:pt x="3617600" y="2681605"/>
                  </a:lnTo>
                  <a:lnTo>
                    <a:pt x="3597707" y="2690177"/>
                  </a:lnTo>
                  <a:lnTo>
                    <a:pt x="3591078" y="2709029"/>
                  </a:lnTo>
                  <a:lnTo>
                    <a:pt x="3597710" y="2727879"/>
                  </a:lnTo>
                  <a:lnTo>
                    <a:pt x="3617600" y="2736447"/>
                  </a:lnTo>
                  <a:close/>
                </a:path>
                <a:path w="8348344" h="7197725">
                  <a:moveTo>
                    <a:pt x="3617600" y="2864758"/>
                  </a:moveTo>
                  <a:lnTo>
                    <a:pt x="3637362" y="2856245"/>
                  </a:lnTo>
                  <a:lnTo>
                    <a:pt x="3643948" y="2837517"/>
                  </a:lnTo>
                  <a:lnTo>
                    <a:pt x="3637354" y="2818790"/>
                  </a:lnTo>
                  <a:lnTo>
                    <a:pt x="3617600" y="2810277"/>
                  </a:lnTo>
                  <a:lnTo>
                    <a:pt x="3597836" y="2818793"/>
                  </a:lnTo>
                  <a:lnTo>
                    <a:pt x="3591251" y="2837520"/>
                  </a:lnTo>
                  <a:lnTo>
                    <a:pt x="3597840" y="2856247"/>
                  </a:lnTo>
                  <a:lnTo>
                    <a:pt x="3617600" y="2864758"/>
                  </a:lnTo>
                  <a:close/>
                </a:path>
                <a:path w="8348344" h="7197725">
                  <a:moveTo>
                    <a:pt x="3617600" y="2608136"/>
                  </a:moveTo>
                  <a:lnTo>
                    <a:pt x="3637617" y="2599512"/>
                  </a:lnTo>
                  <a:lnTo>
                    <a:pt x="3644289" y="2580538"/>
                  </a:lnTo>
                  <a:lnTo>
                    <a:pt x="3637617" y="2561565"/>
                  </a:lnTo>
                  <a:lnTo>
                    <a:pt x="3617600" y="2552940"/>
                  </a:lnTo>
                  <a:lnTo>
                    <a:pt x="3597578" y="2561565"/>
                  </a:lnTo>
                  <a:lnTo>
                    <a:pt x="3590904" y="2580538"/>
                  </a:lnTo>
                  <a:lnTo>
                    <a:pt x="3597578" y="2599512"/>
                  </a:lnTo>
                  <a:lnTo>
                    <a:pt x="3617600" y="2608136"/>
                  </a:lnTo>
                  <a:close/>
                </a:path>
                <a:path w="8348344" h="7197725">
                  <a:moveTo>
                    <a:pt x="3617600" y="2993077"/>
                  </a:moveTo>
                  <a:lnTo>
                    <a:pt x="3637228" y="2984621"/>
                  </a:lnTo>
                  <a:lnTo>
                    <a:pt x="3643771" y="2966017"/>
                  </a:lnTo>
                  <a:lnTo>
                    <a:pt x="3637228" y="2947413"/>
                  </a:lnTo>
                  <a:lnTo>
                    <a:pt x="3617600" y="2938957"/>
                  </a:lnTo>
                  <a:lnTo>
                    <a:pt x="3597963" y="2947413"/>
                  </a:lnTo>
                  <a:lnTo>
                    <a:pt x="3591417" y="2966017"/>
                  </a:lnTo>
                  <a:lnTo>
                    <a:pt x="3597963" y="2984621"/>
                  </a:lnTo>
                  <a:lnTo>
                    <a:pt x="3617600" y="2993077"/>
                  </a:lnTo>
                  <a:close/>
                </a:path>
                <a:path w="8348344" h="7197725">
                  <a:moveTo>
                    <a:pt x="3617600" y="3762959"/>
                  </a:moveTo>
                  <a:lnTo>
                    <a:pt x="3636454" y="3754835"/>
                  </a:lnTo>
                  <a:lnTo>
                    <a:pt x="3642739" y="3736963"/>
                  </a:lnTo>
                  <a:lnTo>
                    <a:pt x="3636455" y="3719090"/>
                  </a:lnTo>
                  <a:lnTo>
                    <a:pt x="3617600" y="3710966"/>
                  </a:lnTo>
                  <a:lnTo>
                    <a:pt x="3598745" y="3719090"/>
                  </a:lnTo>
                  <a:lnTo>
                    <a:pt x="3592460" y="3736963"/>
                  </a:lnTo>
                  <a:lnTo>
                    <a:pt x="3598745" y="3754835"/>
                  </a:lnTo>
                  <a:lnTo>
                    <a:pt x="3617600" y="3762959"/>
                  </a:lnTo>
                  <a:close/>
                </a:path>
                <a:path w="8348344" h="7197725">
                  <a:moveTo>
                    <a:pt x="4170631" y="2479817"/>
                  </a:moveTo>
                  <a:lnTo>
                    <a:pt x="4190783" y="2471138"/>
                  </a:lnTo>
                  <a:lnTo>
                    <a:pt x="4197500" y="2452043"/>
                  </a:lnTo>
                  <a:lnTo>
                    <a:pt x="4190783" y="2432948"/>
                  </a:lnTo>
                  <a:lnTo>
                    <a:pt x="4170631" y="2424268"/>
                  </a:lnTo>
                  <a:lnTo>
                    <a:pt x="4150480" y="2432948"/>
                  </a:lnTo>
                  <a:lnTo>
                    <a:pt x="4143763" y="2452043"/>
                  </a:lnTo>
                  <a:lnTo>
                    <a:pt x="4150480" y="2471138"/>
                  </a:lnTo>
                  <a:lnTo>
                    <a:pt x="4170631" y="2479817"/>
                  </a:lnTo>
                  <a:close/>
                </a:path>
                <a:path w="8348344" h="7197725">
                  <a:moveTo>
                    <a:pt x="4170631" y="2351506"/>
                  </a:moveTo>
                  <a:lnTo>
                    <a:pt x="4190908" y="2342770"/>
                  </a:lnTo>
                  <a:lnTo>
                    <a:pt x="4197667" y="2323551"/>
                  </a:lnTo>
                  <a:lnTo>
                    <a:pt x="4190908" y="2304332"/>
                  </a:lnTo>
                  <a:lnTo>
                    <a:pt x="4170631" y="2295596"/>
                  </a:lnTo>
                  <a:lnTo>
                    <a:pt x="4150351" y="2304332"/>
                  </a:lnTo>
                  <a:lnTo>
                    <a:pt x="4143590" y="2323551"/>
                  </a:lnTo>
                  <a:lnTo>
                    <a:pt x="4150351" y="2342770"/>
                  </a:lnTo>
                  <a:lnTo>
                    <a:pt x="4170631" y="2351506"/>
                  </a:lnTo>
                  <a:close/>
                </a:path>
                <a:path w="8348344" h="7197725">
                  <a:moveTo>
                    <a:pt x="4008025" y="3472148"/>
                  </a:moveTo>
                  <a:lnTo>
                    <a:pt x="4033618" y="3453752"/>
                  </a:lnTo>
                  <a:lnTo>
                    <a:pt x="4033180" y="3453737"/>
                  </a:lnTo>
                  <a:lnTo>
                    <a:pt x="4032819" y="3453630"/>
                  </a:lnTo>
                  <a:lnTo>
                    <a:pt x="4032374" y="3453630"/>
                  </a:lnTo>
                  <a:lnTo>
                    <a:pt x="4023234" y="3455104"/>
                  </a:lnTo>
                  <a:lnTo>
                    <a:pt x="4016141" y="3459104"/>
                  </a:lnTo>
                  <a:lnTo>
                    <a:pt x="4011076" y="3464997"/>
                  </a:lnTo>
                  <a:lnTo>
                    <a:pt x="4008025" y="3472148"/>
                  </a:lnTo>
                  <a:close/>
                </a:path>
                <a:path w="8348344" h="7197725">
                  <a:moveTo>
                    <a:pt x="4170631" y="2608136"/>
                  </a:moveTo>
                  <a:lnTo>
                    <a:pt x="4190649" y="2599512"/>
                  </a:lnTo>
                  <a:lnTo>
                    <a:pt x="4197321" y="2580538"/>
                  </a:lnTo>
                  <a:lnTo>
                    <a:pt x="4190648" y="2561565"/>
                  </a:lnTo>
                  <a:lnTo>
                    <a:pt x="4170631" y="2552940"/>
                  </a:lnTo>
                  <a:lnTo>
                    <a:pt x="4150606" y="2561565"/>
                  </a:lnTo>
                  <a:lnTo>
                    <a:pt x="4143930" y="2580538"/>
                  </a:lnTo>
                  <a:lnTo>
                    <a:pt x="4150606" y="2599512"/>
                  </a:lnTo>
                  <a:lnTo>
                    <a:pt x="4170631" y="2608136"/>
                  </a:lnTo>
                  <a:close/>
                </a:path>
                <a:path w="8348344" h="7197725">
                  <a:moveTo>
                    <a:pt x="3613468" y="4789071"/>
                  </a:moveTo>
                  <a:lnTo>
                    <a:pt x="3632557" y="4762640"/>
                  </a:lnTo>
                  <a:lnTo>
                    <a:pt x="3638961" y="4753861"/>
                  </a:lnTo>
                  <a:lnTo>
                    <a:pt x="3635696" y="4746526"/>
                  </a:lnTo>
                  <a:lnTo>
                    <a:pt x="3629006" y="4740895"/>
                  </a:lnTo>
                  <a:lnTo>
                    <a:pt x="3618821" y="4740481"/>
                  </a:lnTo>
                  <a:lnTo>
                    <a:pt x="3606933" y="4756734"/>
                  </a:lnTo>
                  <a:lnTo>
                    <a:pt x="3595102" y="4773033"/>
                  </a:lnTo>
                  <a:lnTo>
                    <a:pt x="3597537" y="4780998"/>
                  </a:lnTo>
                  <a:lnTo>
                    <a:pt x="3603667" y="4787589"/>
                  </a:lnTo>
                  <a:lnTo>
                    <a:pt x="3613468" y="4789071"/>
                  </a:lnTo>
                  <a:close/>
                </a:path>
                <a:path w="8348344" h="7197725">
                  <a:moveTo>
                    <a:pt x="4032374" y="2351506"/>
                  </a:moveTo>
                  <a:lnTo>
                    <a:pt x="4052650" y="2342770"/>
                  </a:lnTo>
                  <a:lnTo>
                    <a:pt x="4059409" y="2323551"/>
                  </a:lnTo>
                  <a:lnTo>
                    <a:pt x="4052650" y="2304332"/>
                  </a:lnTo>
                  <a:lnTo>
                    <a:pt x="4032374" y="2295596"/>
                  </a:lnTo>
                  <a:lnTo>
                    <a:pt x="4012093" y="2304332"/>
                  </a:lnTo>
                  <a:lnTo>
                    <a:pt x="4005332" y="2323551"/>
                  </a:lnTo>
                  <a:lnTo>
                    <a:pt x="4012093" y="2342770"/>
                  </a:lnTo>
                  <a:lnTo>
                    <a:pt x="4032374" y="2351506"/>
                  </a:lnTo>
                  <a:close/>
                </a:path>
                <a:path w="8348344" h="7197725">
                  <a:moveTo>
                    <a:pt x="4170631" y="3121388"/>
                  </a:moveTo>
                  <a:lnTo>
                    <a:pt x="4190139" y="3112987"/>
                  </a:lnTo>
                  <a:lnTo>
                    <a:pt x="4196640" y="3094505"/>
                  </a:lnTo>
                  <a:lnTo>
                    <a:pt x="4190131" y="3076022"/>
                  </a:lnTo>
                  <a:lnTo>
                    <a:pt x="4170631" y="3067621"/>
                  </a:lnTo>
                  <a:lnTo>
                    <a:pt x="4151123" y="3076025"/>
                  </a:lnTo>
                  <a:lnTo>
                    <a:pt x="4144623" y="3094507"/>
                  </a:lnTo>
                  <a:lnTo>
                    <a:pt x="4151127" y="3112988"/>
                  </a:lnTo>
                  <a:lnTo>
                    <a:pt x="4170631" y="3121388"/>
                  </a:lnTo>
                  <a:close/>
                </a:path>
                <a:path w="8348344" h="7197725">
                  <a:moveTo>
                    <a:pt x="4170631" y="2993077"/>
                  </a:moveTo>
                  <a:lnTo>
                    <a:pt x="4190260" y="2984621"/>
                  </a:lnTo>
                  <a:lnTo>
                    <a:pt x="4196802" y="2966017"/>
                  </a:lnTo>
                  <a:lnTo>
                    <a:pt x="4190260" y="2947413"/>
                  </a:lnTo>
                  <a:lnTo>
                    <a:pt x="4170631" y="2938957"/>
                  </a:lnTo>
                  <a:lnTo>
                    <a:pt x="4150995" y="2947413"/>
                  </a:lnTo>
                  <a:lnTo>
                    <a:pt x="4144449" y="2966017"/>
                  </a:lnTo>
                  <a:lnTo>
                    <a:pt x="4150995" y="2984621"/>
                  </a:lnTo>
                  <a:lnTo>
                    <a:pt x="4170631" y="2993077"/>
                  </a:lnTo>
                  <a:close/>
                </a:path>
                <a:path w="8348344" h="7197725">
                  <a:moveTo>
                    <a:pt x="4170631" y="2864758"/>
                  </a:moveTo>
                  <a:lnTo>
                    <a:pt x="4190394" y="2856245"/>
                  </a:lnTo>
                  <a:lnTo>
                    <a:pt x="4196980" y="2837517"/>
                  </a:lnTo>
                  <a:lnTo>
                    <a:pt x="4190386" y="2818790"/>
                  </a:lnTo>
                  <a:lnTo>
                    <a:pt x="4170631" y="2810277"/>
                  </a:lnTo>
                  <a:lnTo>
                    <a:pt x="4150868" y="2818793"/>
                  </a:lnTo>
                  <a:lnTo>
                    <a:pt x="4144283" y="2837520"/>
                  </a:lnTo>
                  <a:lnTo>
                    <a:pt x="4150872" y="2856247"/>
                  </a:lnTo>
                  <a:lnTo>
                    <a:pt x="4170631" y="2864758"/>
                  </a:lnTo>
                  <a:close/>
                </a:path>
                <a:path w="8348344" h="7197725">
                  <a:moveTo>
                    <a:pt x="4170631" y="2736447"/>
                  </a:moveTo>
                  <a:lnTo>
                    <a:pt x="4190524" y="2727878"/>
                  </a:lnTo>
                  <a:lnTo>
                    <a:pt x="4197153" y="2709026"/>
                  </a:lnTo>
                  <a:lnTo>
                    <a:pt x="4190516" y="2690174"/>
                  </a:lnTo>
                  <a:lnTo>
                    <a:pt x="4170631" y="2681605"/>
                  </a:lnTo>
                  <a:lnTo>
                    <a:pt x="4150738" y="2690177"/>
                  </a:lnTo>
                  <a:lnTo>
                    <a:pt x="4144110" y="2709029"/>
                  </a:lnTo>
                  <a:lnTo>
                    <a:pt x="4150742" y="2727879"/>
                  </a:lnTo>
                  <a:lnTo>
                    <a:pt x="4170631" y="2736447"/>
                  </a:lnTo>
                  <a:close/>
                </a:path>
                <a:path w="8348344" h="7197725">
                  <a:moveTo>
                    <a:pt x="4032374" y="3378025"/>
                  </a:moveTo>
                  <a:lnTo>
                    <a:pt x="4051617" y="3369735"/>
                  </a:lnTo>
                  <a:lnTo>
                    <a:pt x="4058032" y="3351495"/>
                  </a:lnTo>
                  <a:lnTo>
                    <a:pt x="4051617" y="3333256"/>
                  </a:lnTo>
                  <a:lnTo>
                    <a:pt x="4032374" y="3324965"/>
                  </a:lnTo>
                  <a:lnTo>
                    <a:pt x="4013125" y="3333256"/>
                  </a:lnTo>
                  <a:lnTo>
                    <a:pt x="4006709" y="3351495"/>
                  </a:lnTo>
                  <a:lnTo>
                    <a:pt x="4013125" y="3369735"/>
                  </a:lnTo>
                  <a:lnTo>
                    <a:pt x="4032374" y="3378025"/>
                  </a:lnTo>
                  <a:close/>
                </a:path>
                <a:path w="8348344" h="7197725">
                  <a:moveTo>
                    <a:pt x="4032374" y="2736447"/>
                  </a:moveTo>
                  <a:lnTo>
                    <a:pt x="4052266" y="2727878"/>
                  </a:lnTo>
                  <a:lnTo>
                    <a:pt x="4058895" y="2709026"/>
                  </a:lnTo>
                  <a:lnTo>
                    <a:pt x="4052258" y="2690174"/>
                  </a:lnTo>
                  <a:lnTo>
                    <a:pt x="4032374" y="2681605"/>
                  </a:lnTo>
                  <a:lnTo>
                    <a:pt x="4012481" y="2690177"/>
                  </a:lnTo>
                  <a:lnTo>
                    <a:pt x="4005852" y="2709029"/>
                  </a:lnTo>
                  <a:lnTo>
                    <a:pt x="4012484" y="2727879"/>
                  </a:lnTo>
                  <a:lnTo>
                    <a:pt x="4032374" y="2736447"/>
                  </a:lnTo>
                  <a:close/>
                </a:path>
                <a:path w="8348344" h="7197725">
                  <a:moveTo>
                    <a:pt x="4032374" y="2479817"/>
                  </a:moveTo>
                  <a:lnTo>
                    <a:pt x="4052525" y="2471138"/>
                  </a:lnTo>
                  <a:lnTo>
                    <a:pt x="4059242" y="2452043"/>
                  </a:lnTo>
                  <a:lnTo>
                    <a:pt x="4052525" y="2432948"/>
                  </a:lnTo>
                  <a:lnTo>
                    <a:pt x="4032374" y="2424268"/>
                  </a:lnTo>
                  <a:lnTo>
                    <a:pt x="4012222" y="2432948"/>
                  </a:lnTo>
                  <a:lnTo>
                    <a:pt x="4005505" y="2452043"/>
                  </a:lnTo>
                  <a:lnTo>
                    <a:pt x="4012222" y="2471138"/>
                  </a:lnTo>
                  <a:lnTo>
                    <a:pt x="4032374" y="2479817"/>
                  </a:lnTo>
                  <a:close/>
                </a:path>
                <a:path w="8348344" h="7197725">
                  <a:moveTo>
                    <a:pt x="4032374" y="2608136"/>
                  </a:moveTo>
                  <a:lnTo>
                    <a:pt x="4052391" y="2599512"/>
                  </a:lnTo>
                  <a:lnTo>
                    <a:pt x="4059063" y="2580538"/>
                  </a:lnTo>
                  <a:lnTo>
                    <a:pt x="4052390" y="2561565"/>
                  </a:lnTo>
                  <a:lnTo>
                    <a:pt x="4032374" y="2552940"/>
                  </a:lnTo>
                  <a:lnTo>
                    <a:pt x="4012348" y="2561565"/>
                  </a:lnTo>
                  <a:lnTo>
                    <a:pt x="4005672" y="2580538"/>
                  </a:lnTo>
                  <a:lnTo>
                    <a:pt x="4012348" y="2599512"/>
                  </a:lnTo>
                  <a:lnTo>
                    <a:pt x="4032374" y="2608136"/>
                  </a:lnTo>
                  <a:close/>
                </a:path>
                <a:path w="8348344" h="7197725">
                  <a:moveTo>
                    <a:pt x="4032374" y="2864758"/>
                  </a:moveTo>
                  <a:lnTo>
                    <a:pt x="4052136" y="2856245"/>
                  </a:lnTo>
                  <a:lnTo>
                    <a:pt x="4058722" y="2837517"/>
                  </a:lnTo>
                  <a:lnTo>
                    <a:pt x="4052128" y="2818790"/>
                  </a:lnTo>
                  <a:lnTo>
                    <a:pt x="4032374" y="2810277"/>
                  </a:lnTo>
                  <a:lnTo>
                    <a:pt x="4012610" y="2818793"/>
                  </a:lnTo>
                  <a:lnTo>
                    <a:pt x="4006025" y="2837520"/>
                  </a:lnTo>
                  <a:lnTo>
                    <a:pt x="4012614" y="2856247"/>
                  </a:lnTo>
                  <a:lnTo>
                    <a:pt x="4032374" y="2864758"/>
                  </a:lnTo>
                  <a:close/>
                </a:path>
                <a:path w="8348344" h="7197725">
                  <a:moveTo>
                    <a:pt x="4032374" y="2993077"/>
                  </a:moveTo>
                  <a:lnTo>
                    <a:pt x="4052002" y="2984621"/>
                  </a:lnTo>
                  <a:lnTo>
                    <a:pt x="4058544" y="2966017"/>
                  </a:lnTo>
                  <a:lnTo>
                    <a:pt x="4052002" y="2947413"/>
                  </a:lnTo>
                  <a:lnTo>
                    <a:pt x="4032374" y="2938957"/>
                  </a:lnTo>
                  <a:lnTo>
                    <a:pt x="4012737" y="2947413"/>
                  </a:lnTo>
                  <a:lnTo>
                    <a:pt x="4006191" y="2966017"/>
                  </a:lnTo>
                  <a:lnTo>
                    <a:pt x="4012737" y="2984621"/>
                  </a:lnTo>
                  <a:lnTo>
                    <a:pt x="4032374" y="2993077"/>
                  </a:lnTo>
                  <a:close/>
                </a:path>
                <a:path w="8348344" h="7197725">
                  <a:moveTo>
                    <a:pt x="4032374" y="3249714"/>
                  </a:moveTo>
                  <a:lnTo>
                    <a:pt x="4051747" y="3241367"/>
                  </a:lnTo>
                  <a:lnTo>
                    <a:pt x="4058205" y="3223004"/>
                  </a:lnTo>
                  <a:lnTo>
                    <a:pt x="4051747" y="3204640"/>
                  </a:lnTo>
                  <a:lnTo>
                    <a:pt x="4032374" y="3196293"/>
                  </a:lnTo>
                  <a:lnTo>
                    <a:pt x="4013005" y="3204640"/>
                  </a:lnTo>
                  <a:lnTo>
                    <a:pt x="4006548" y="3223004"/>
                  </a:lnTo>
                  <a:lnTo>
                    <a:pt x="4013005" y="3241367"/>
                  </a:lnTo>
                  <a:lnTo>
                    <a:pt x="4032374" y="3249714"/>
                  </a:lnTo>
                  <a:close/>
                </a:path>
                <a:path w="8348344" h="7197725">
                  <a:moveTo>
                    <a:pt x="4032374" y="3121388"/>
                  </a:moveTo>
                  <a:lnTo>
                    <a:pt x="4051881" y="3112987"/>
                  </a:lnTo>
                  <a:lnTo>
                    <a:pt x="4058382" y="3094505"/>
                  </a:lnTo>
                  <a:lnTo>
                    <a:pt x="4051873" y="3076022"/>
                  </a:lnTo>
                  <a:lnTo>
                    <a:pt x="4032374" y="3067621"/>
                  </a:lnTo>
                  <a:lnTo>
                    <a:pt x="4012865" y="3076025"/>
                  </a:lnTo>
                  <a:lnTo>
                    <a:pt x="4006365" y="3094507"/>
                  </a:lnTo>
                  <a:lnTo>
                    <a:pt x="4012869" y="3112988"/>
                  </a:lnTo>
                  <a:lnTo>
                    <a:pt x="4032374" y="3121388"/>
                  </a:lnTo>
                  <a:close/>
                </a:path>
                <a:path w="8348344" h="7197725">
                  <a:moveTo>
                    <a:pt x="3341084" y="3121388"/>
                  </a:moveTo>
                  <a:lnTo>
                    <a:pt x="3360591" y="3112987"/>
                  </a:lnTo>
                  <a:lnTo>
                    <a:pt x="3367092" y="3094505"/>
                  </a:lnTo>
                  <a:lnTo>
                    <a:pt x="3360583" y="3076022"/>
                  </a:lnTo>
                  <a:lnTo>
                    <a:pt x="3341084" y="3067621"/>
                  </a:lnTo>
                  <a:lnTo>
                    <a:pt x="3321575" y="3076025"/>
                  </a:lnTo>
                  <a:lnTo>
                    <a:pt x="3315075" y="3094507"/>
                  </a:lnTo>
                  <a:lnTo>
                    <a:pt x="3321579" y="3112988"/>
                  </a:lnTo>
                  <a:lnTo>
                    <a:pt x="3341084" y="3121388"/>
                  </a:lnTo>
                  <a:close/>
                </a:path>
                <a:path w="8348344" h="7197725">
                  <a:moveTo>
                    <a:pt x="3043337" y="4776259"/>
                  </a:moveTo>
                  <a:lnTo>
                    <a:pt x="3055908" y="4758452"/>
                  </a:lnTo>
                  <a:lnTo>
                    <a:pt x="3062219" y="4749586"/>
                  </a:lnTo>
                  <a:lnTo>
                    <a:pt x="3068554" y="4740750"/>
                  </a:lnTo>
                  <a:lnTo>
                    <a:pt x="3065989" y="4740358"/>
                  </a:lnTo>
                  <a:lnTo>
                    <a:pt x="3064568" y="4740358"/>
                  </a:lnTo>
                  <a:lnTo>
                    <a:pt x="3051489" y="4743920"/>
                  </a:lnTo>
                  <a:lnTo>
                    <a:pt x="3043603" y="4752850"/>
                  </a:lnTo>
                  <a:lnTo>
                    <a:pt x="3040892" y="4764509"/>
                  </a:lnTo>
                  <a:lnTo>
                    <a:pt x="3043337" y="4776259"/>
                  </a:lnTo>
                  <a:close/>
                </a:path>
                <a:path w="8348344" h="7197725">
                  <a:moveTo>
                    <a:pt x="3341084" y="2864758"/>
                  </a:moveTo>
                  <a:lnTo>
                    <a:pt x="3360846" y="2856245"/>
                  </a:lnTo>
                  <a:lnTo>
                    <a:pt x="3367432" y="2837517"/>
                  </a:lnTo>
                  <a:lnTo>
                    <a:pt x="3360838" y="2818790"/>
                  </a:lnTo>
                  <a:lnTo>
                    <a:pt x="3341084" y="2810277"/>
                  </a:lnTo>
                  <a:lnTo>
                    <a:pt x="3321320" y="2818793"/>
                  </a:lnTo>
                  <a:lnTo>
                    <a:pt x="3314735" y="2837520"/>
                  </a:lnTo>
                  <a:lnTo>
                    <a:pt x="3321324" y="2856247"/>
                  </a:lnTo>
                  <a:lnTo>
                    <a:pt x="3341084" y="2864758"/>
                  </a:lnTo>
                  <a:close/>
                </a:path>
                <a:path w="8348344" h="7197725">
                  <a:moveTo>
                    <a:pt x="3064568" y="2864766"/>
                  </a:moveTo>
                  <a:lnTo>
                    <a:pt x="3084327" y="2856250"/>
                  </a:lnTo>
                  <a:lnTo>
                    <a:pt x="3090911" y="2837522"/>
                  </a:lnTo>
                  <a:lnTo>
                    <a:pt x="3084323" y="2818796"/>
                  </a:lnTo>
                  <a:lnTo>
                    <a:pt x="3064568" y="2810285"/>
                  </a:lnTo>
                  <a:lnTo>
                    <a:pt x="3044805" y="2818797"/>
                  </a:lnTo>
                  <a:lnTo>
                    <a:pt x="3038219" y="2837525"/>
                  </a:lnTo>
                  <a:lnTo>
                    <a:pt x="3044813" y="2856253"/>
                  </a:lnTo>
                  <a:lnTo>
                    <a:pt x="3064568" y="2864766"/>
                  </a:lnTo>
                  <a:close/>
                </a:path>
                <a:path w="8348344" h="7197725">
                  <a:moveTo>
                    <a:pt x="3064568" y="4661159"/>
                  </a:moveTo>
                  <a:lnTo>
                    <a:pt x="3082515" y="4653427"/>
                  </a:lnTo>
                  <a:lnTo>
                    <a:pt x="3088498" y="4636415"/>
                  </a:lnTo>
                  <a:lnTo>
                    <a:pt x="3082515" y="4619403"/>
                  </a:lnTo>
                  <a:lnTo>
                    <a:pt x="3064568" y="4611671"/>
                  </a:lnTo>
                  <a:lnTo>
                    <a:pt x="3046624" y="4619403"/>
                  </a:lnTo>
                  <a:lnTo>
                    <a:pt x="3040643" y="4636415"/>
                  </a:lnTo>
                  <a:lnTo>
                    <a:pt x="3046624" y="4653427"/>
                  </a:lnTo>
                  <a:lnTo>
                    <a:pt x="3064568" y="4661159"/>
                  </a:lnTo>
                  <a:close/>
                </a:path>
                <a:path w="8348344" h="7197725">
                  <a:moveTo>
                    <a:pt x="3341084" y="3249714"/>
                  </a:moveTo>
                  <a:lnTo>
                    <a:pt x="3360457" y="3241367"/>
                  </a:lnTo>
                  <a:lnTo>
                    <a:pt x="3366915" y="3223004"/>
                  </a:lnTo>
                  <a:lnTo>
                    <a:pt x="3360457" y="3204640"/>
                  </a:lnTo>
                  <a:lnTo>
                    <a:pt x="3341084" y="3196293"/>
                  </a:lnTo>
                  <a:lnTo>
                    <a:pt x="3321715" y="3204640"/>
                  </a:lnTo>
                  <a:lnTo>
                    <a:pt x="3315258" y="3223004"/>
                  </a:lnTo>
                  <a:lnTo>
                    <a:pt x="3321715" y="3241367"/>
                  </a:lnTo>
                  <a:lnTo>
                    <a:pt x="3341084" y="3249714"/>
                  </a:lnTo>
                  <a:close/>
                </a:path>
                <a:path w="8348344" h="7197725">
                  <a:moveTo>
                    <a:pt x="3341084" y="2736455"/>
                  </a:moveTo>
                  <a:lnTo>
                    <a:pt x="3360977" y="2727882"/>
                  </a:lnTo>
                  <a:lnTo>
                    <a:pt x="3367605" y="2709031"/>
                  </a:lnTo>
                  <a:lnTo>
                    <a:pt x="3360973" y="2690181"/>
                  </a:lnTo>
                  <a:lnTo>
                    <a:pt x="3341084" y="2681612"/>
                  </a:lnTo>
                  <a:lnTo>
                    <a:pt x="3321191" y="2690182"/>
                  </a:lnTo>
                  <a:lnTo>
                    <a:pt x="3314562" y="2709034"/>
                  </a:lnTo>
                  <a:lnTo>
                    <a:pt x="3321199" y="2727886"/>
                  </a:lnTo>
                  <a:lnTo>
                    <a:pt x="3341084" y="2736455"/>
                  </a:lnTo>
                  <a:close/>
                </a:path>
                <a:path w="8348344" h="7197725">
                  <a:moveTo>
                    <a:pt x="3064568" y="4532833"/>
                  </a:moveTo>
                  <a:lnTo>
                    <a:pt x="3082646" y="4525046"/>
                  </a:lnTo>
                  <a:lnTo>
                    <a:pt x="3088674" y="4507916"/>
                  </a:lnTo>
                  <a:lnTo>
                    <a:pt x="3082648" y="4490785"/>
                  </a:lnTo>
                  <a:lnTo>
                    <a:pt x="3064568" y="4482999"/>
                  </a:lnTo>
                  <a:lnTo>
                    <a:pt x="3046486" y="4490785"/>
                  </a:lnTo>
                  <a:lnTo>
                    <a:pt x="3040459" y="4507916"/>
                  </a:lnTo>
                  <a:lnTo>
                    <a:pt x="3046486" y="4525046"/>
                  </a:lnTo>
                  <a:lnTo>
                    <a:pt x="3064568" y="4532833"/>
                  </a:lnTo>
                  <a:close/>
                </a:path>
                <a:path w="8348344" h="7197725">
                  <a:moveTo>
                    <a:pt x="3064568" y="3378025"/>
                  </a:moveTo>
                  <a:lnTo>
                    <a:pt x="3083812" y="3369735"/>
                  </a:lnTo>
                  <a:lnTo>
                    <a:pt x="3090226" y="3351495"/>
                  </a:lnTo>
                  <a:lnTo>
                    <a:pt x="3083812" y="3333256"/>
                  </a:lnTo>
                  <a:lnTo>
                    <a:pt x="3064568" y="3324965"/>
                  </a:lnTo>
                  <a:lnTo>
                    <a:pt x="3045320" y="3333256"/>
                  </a:lnTo>
                  <a:lnTo>
                    <a:pt x="3038904" y="3351495"/>
                  </a:lnTo>
                  <a:lnTo>
                    <a:pt x="3045320" y="3369735"/>
                  </a:lnTo>
                  <a:lnTo>
                    <a:pt x="3064568" y="3378025"/>
                  </a:lnTo>
                  <a:close/>
                </a:path>
                <a:path w="8348344" h="7197725">
                  <a:moveTo>
                    <a:pt x="3341084" y="2993077"/>
                  </a:moveTo>
                  <a:lnTo>
                    <a:pt x="3360712" y="2984621"/>
                  </a:lnTo>
                  <a:lnTo>
                    <a:pt x="3367255" y="2966017"/>
                  </a:lnTo>
                  <a:lnTo>
                    <a:pt x="3360712" y="2947413"/>
                  </a:lnTo>
                  <a:lnTo>
                    <a:pt x="3341084" y="2938957"/>
                  </a:lnTo>
                  <a:lnTo>
                    <a:pt x="3321447" y="2947413"/>
                  </a:lnTo>
                  <a:lnTo>
                    <a:pt x="3314901" y="2966017"/>
                  </a:lnTo>
                  <a:lnTo>
                    <a:pt x="3321447" y="2984621"/>
                  </a:lnTo>
                  <a:lnTo>
                    <a:pt x="3341084" y="2993077"/>
                  </a:lnTo>
                  <a:close/>
                </a:path>
                <a:path w="8348344" h="7197725">
                  <a:moveTo>
                    <a:pt x="3064568" y="4404522"/>
                  </a:moveTo>
                  <a:lnTo>
                    <a:pt x="3082770" y="4396679"/>
                  </a:lnTo>
                  <a:lnTo>
                    <a:pt x="3088838" y="4379424"/>
                  </a:lnTo>
                  <a:lnTo>
                    <a:pt x="3082770" y="4362169"/>
                  </a:lnTo>
                  <a:lnTo>
                    <a:pt x="3064568" y="4354327"/>
                  </a:lnTo>
                  <a:lnTo>
                    <a:pt x="3046357" y="4362170"/>
                  </a:lnTo>
                  <a:lnTo>
                    <a:pt x="3040286" y="4379424"/>
                  </a:lnTo>
                  <a:lnTo>
                    <a:pt x="3046357" y="4396679"/>
                  </a:lnTo>
                  <a:lnTo>
                    <a:pt x="3064568" y="4404522"/>
                  </a:lnTo>
                  <a:close/>
                </a:path>
                <a:path w="8348344" h="7197725">
                  <a:moveTo>
                    <a:pt x="3064568" y="3762959"/>
                  </a:moveTo>
                  <a:lnTo>
                    <a:pt x="3083423" y="3754835"/>
                  </a:lnTo>
                  <a:lnTo>
                    <a:pt x="3089708" y="3736963"/>
                  </a:lnTo>
                  <a:lnTo>
                    <a:pt x="3083423" y="3719090"/>
                  </a:lnTo>
                  <a:lnTo>
                    <a:pt x="3064568" y="3710966"/>
                  </a:lnTo>
                  <a:lnTo>
                    <a:pt x="3045713" y="3719090"/>
                  </a:lnTo>
                  <a:lnTo>
                    <a:pt x="3039428" y="3736963"/>
                  </a:lnTo>
                  <a:lnTo>
                    <a:pt x="3045713" y="3754835"/>
                  </a:lnTo>
                  <a:lnTo>
                    <a:pt x="3064568" y="3762959"/>
                  </a:lnTo>
                  <a:close/>
                </a:path>
                <a:path w="8348344" h="7197725">
                  <a:moveTo>
                    <a:pt x="3064568" y="3634648"/>
                  </a:moveTo>
                  <a:lnTo>
                    <a:pt x="3083548" y="3626469"/>
                  </a:lnTo>
                  <a:lnTo>
                    <a:pt x="3089875" y="3608476"/>
                  </a:lnTo>
                  <a:lnTo>
                    <a:pt x="3083548" y="3590484"/>
                  </a:lnTo>
                  <a:lnTo>
                    <a:pt x="3064568" y="3582309"/>
                  </a:lnTo>
                  <a:lnTo>
                    <a:pt x="3045579" y="3590487"/>
                  </a:lnTo>
                  <a:lnTo>
                    <a:pt x="3039249" y="3608478"/>
                  </a:lnTo>
                  <a:lnTo>
                    <a:pt x="3045579" y="3626470"/>
                  </a:lnTo>
                  <a:lnTo>
                    <a:pt x="3064568" y="3634648"/>
                  </a:lnTo>
                  <a:close/>
                </a:path>
                <a:path w="8348344" h="7197725">
                  <a:moveTo>
                    <a:pt x="3064568" y="3506337"/>
                  </a:moveTo>
                  <a:lnTo>
                    <a:pt x="3083682" y="3498102"/>
                  </a:lnTo>
                  <a:lnTo>
                    <a:pt x="3090053" y="3479987"/>
                  </a:lnTo>
                  <a:lnTo>
                    <a:pt x="3083682" y="3461872"/>
                  </a:lnTo>
                  <a:lnTo>
                    <a:pt x="3064568" y="3453637"/>
                  </a:lnTo>
                  <a:lnTo>
                    <a:pt x="3045454" y="3461872"/>
                  </a:lnTo>
                  <a:lnTo>
                    <a:pt x="3039082" y="3479987"/>
                  </a:lnTo>
                  <a:lnTo>
                    <a:pt x="3045454" y="3498102"/>
                  </a:lnTo>
                  <a:lnTo>
                    <a:pt x="3064568" y="3506337"/>
                  </a:lnTo>
                  <a:close/>
                </a:path>
                <a:path w="8348344" h="7197725">
                  <a:moveTo>
                    <a:pt x="3064568" y="3891285"/>
                  </a:moveTo>
                  <a:lnTo>
                    <a:pt x="3083293" y="3883215"/>
                  </a:lnTo>
                  <a:lnTo>
                    <a:pt x="3089535" y="3865461"/>
                  </a:lnTo>
                  <a:lnTo>
                    <a:pt x="3083293" y="3847708"/>
                  </a:lnTo>
                  <a:lnTo>
                    <a:pt x="3064568" y="3839638"/>
                  </a:lnTo>
                  <a:lnTo>
                    <a:pt x="3045843" y="3847708"/>
                  </a:lnTo>
                  <a:lnTo>
                    <a:pt x="3039601" y="3865461"/>
                  </a:lnTo>
                  <a:lnTo>
                    <a:pt x="3045843" y="3883215"/>
                  </a:lnTo>
                  <a:lnTo>
                    <a:pt x="3064568" y="3891285"/>
                  </a:lnTo>
                  <a:close/>
                </a:path>
                <a:path w="8348344" h="7197725">
                  <a:moveTo>
                    <a:pt x="3064568" y="4147907"/>
                  </a:moveTo>
                  <a:lnTo>
                    <a:pt x="3083034" y="4139951"/>
                  </a:lnTo>
                  <a:lnTo>
                    <a:pt x="3089189" y="4122449"/>
                  </a:lnTo>
                  <a:lnTo>
                    <a:pt x="3083034" y="4104946"/>
                  </a:lnTo>
                  <a:lnTo>
                    <a:pt x="3064568" y="4096990"/>
                  </a:lnTo>
                  <a:lnTo>
                    <a:pt x="3046102" y="4104946"/>
                  </a:lnTo>
                  <a:lnTo>
                    <a:pt x="3039946" y="4122449"/>
                  </a:lnTo>
                  <a:lnTo>
                    <a:pt x="3046102" y="4139951"/>
                  </a:lnTo>
                  <a:lnTo>
                    <a:pt x="3064568" y="4147907"/>
                  </a:lnTo>
                  <a:close/>
                </a:path>
                <a:path w="8348344" h="7197725">
                  <a:moveTo>
                    <a:pt x="6797532" y="2993077"/>
                  </a:moveTo>
                  <a:lnTo>
                    <a:pt x="6817165" y="2984621"/>
                  </a:lnTo>
                  <a:lnTo>
                    <a:pt x="6823709" y="2966017"/>
                  </a:lnTo>
                  <a:lnTo>
                    <a:pt x="6817165" y="2947413"/>
                  </a:lnTo>
                  <a:lnTo>
                    <a:pt x="6797532" y="2938957"/>
                  </a:lnTo>
                  <a:lnTo>
                    <a:pt x="6777900" y="2947413"/>
                  </a:lnTo>
                  <a:lnTo>
                    <a:pt x="6771356" y="2966017"/>
                  </a:lnTo>
                  <a:lnTo>
                    <a:pt x="6777900" y="2984621"/>
                  </a:lnTo>
                  <a:lnTo>
                    <a:pt x="6797532" y="2993077"/>
                  </a:lnTo>
                  <a:close/>
                </a:path>
                <a:path w="8348344" h="7197725">
                  <a:moveTo>
                    <a:pt x="3064568" y="4019596"/>
                  </a:moveTo>
                  <a:lnTo>
                    <a:pt x="3083159" y="4011584"/>
                  </a:lnTo>
                  <a:lnTo>
                    <a:pt x="3089356" y="3993957"/>
                  </a:lnTo>
                  <a:lnTo>
                    <a:pt x="3083159" y="3976330"/>
                  </a:lnTo>
                  <a:lnTo>
                    <a:pt x="3064568" y="3968318"/>
                  </a:lnTo>
                  <a:lnTo>
                    <a:pt x="3045968" y="3976330"/>
                  </a:lnTo>
                  <a:lnTo>
                    <a:pt x="3039768" y="3993957"/>
                  </a:lnTo>
                  <a:lnTo>
                    <a:pt x="3045968" y="4011584"/>
                  </a:lnTo>
                  <a:lnTo>
                    <a:pt x="3064568" y="4019596"/>
                  </a:lnTo>
                  <a:close/>
                </a:path>
                <a:path w="8348344" h="7197725">
                  <a:moveTo>
                    <a:pt x="3341084" y="3378025"/>
                  </a:moveTo>
                  <a:lnTo>
                    <a:pt x="3360327" y="3369735"/>
                  </a:lnTo>
                  <a:lnTo>
                    <a:pt x="3366742" y="3351495"/>
                  </a:lnTo>
                  <a:lnTo>
                    <a:pt x="3360327" y="3333256"/>
                  </a:lnTo>
                  <a:lnTo>
                    <a:pt x="3341084" y="3324965"/>
                  </a:lnTo>
                  <a:lnTo>
                    <a:pt x="3321836" y="3333256"/>
                  </a:lnTo>
                  <a:lnTo>
                    <a:pt x="3315419" y="3351495"/>
                  </a:lnTo>
                  <a:lnTo>
                    <a:pt x="3321836" y="3369735"/>
                  </a:lnTo>
                  <a:lnTo>
                    <a:pt x="3341084" y="3378025"/>
                  </a:lnTo>
                  <a:close/>
                </a:path>
                <a:path w="8348344" h="7197725">
                  <a:moveTo>
                    <a:pt x="3341084" y="3634648"/>
                  </a:moveTo>
                  <a:lnTo>
                    <a:pt x="3360064" y="3626469"/>
                  </a:lnTo>
                  <a:lnTo>
                    <a:pt x="3366391" y="3608476"/>
                  </a:lnTo>
                  <a:lnTo>
                    <a:pt x="3360064" y="3590484"/>
                  </a:lnTo>
                  <a:lnTo>
                    <a:pt x="3341084" y="3582309"/>
                  </a:lnTo>
                  <a:lnTo>
                    <a:pt x="3322095" y="3590487"/>
                  </a:lnTo>
                  <a:lnTo>
                    <a:pt x="3315765" y="3608478"/>
                  </a:lnTo>
                  <a:lnTo>
                    <a:pt x="3322095" y="3626470"/>
                  </a:lnTo>
                  <a:lnTo>
                    <a:pt x="3341084" y="3634648"/>
                  </a:lnTo>
                  <a:close/>
                </a:path>
                <a:path w="8348344" h="7197725">
                  <a:moveTo>
                    <a:pt x="3479342" y="2993077"/>
                  </a:moveTo>
                  <a:lnTo>
                    <a:pt x="3498970" y="2984621"/>
                  </a:lnTo>
                  <a:lnTo>
                    <a:pt x="3505513" y="2966017"/>
                  </a:lnTo>
                  <a:lnTo>
                    <a:pt x="3498970" y="2947413"/>
                  </a:lnTo>
                  <a:lnTo>
                    <a:pt x="3479342" y="2938957"/>
                  </a:lnTo>
                  <a:lnTo>
                    <a:pt x="3459705" y="2947413"/>
                  </a:lnTo>
                  <a:lnTo>
                    <a:pt x="3453159" y="2966017"/>
                  </a:lnTo>
                  <a:lnTo>
                    <a:pt x="3459705" y="2984621"/>
                  </a:lnTo>
                  <a:lnTo>
                    <a:pt x="3479342" y="2993077"/>
                  </a:lnTo>
                  <a:close/>
                </a:path>
                <a:path w="8348344" h="7197725">
                  <a:moveTo>
                    <a:pt x="3479342" y="3121388"/>
                  </a:moveTo>
                  <a:lnTo>
                    <a:pt x="3498849" y="3112987"/>
                  </a:lnTo>
                  <a:lnTo>
                    <a:pt x="3505350" y="3094505"/>
                  </a:lnTo>
                  <a:lnTo>
                    <a:pt x="3498841" y="3076022"/>
                  </a:lnTo>
                  <a:lnTo>
                    <a:pt x="3479342" y="3067621"/>
                  </a:lnTo>
                  <a:lnTo>
                    <a:pt x="3459833" y="3076025"/>
                  </a:lnTo>
                  <a:lnTo>
                    <a:pt x="3453333" y="3094507"/>
                  </a:lnTo>
                  <a:lnTo>
                    <a:pt x="3459837" y="3112988"/>
                  </a:lnTo>
                  <a:lnTo>
                    <a:pt x="3479342" y="3121388"/>
                  </a:lnTo>
                  <a:close/>
                </a:path>
                <a:path w="8348344" h="7197725">
                  <a:moveTo>
                    <a:pt x="3479342" y="2864758"/>
                  </a:moveTo>
                  <a:lnTo>
                    <a:pt x="3499104" y="2856245"/>
                  </a:lnTo>
                  <a:lnTo>
                    <a:pt x="3505690" y="2837517"/>
                  </a:lnTo>
                  <a:lnTo>
                    <a:pt x="3499096" y="2818790"/>
                  </a:lnTo>
                  <a:lnTo>
                    <a:pt x="3479342" y="2810277"/>
                  </a:lnTo>
                  <a:lnTo>
                    <a:pt x="3459578" y="2818793"/>
                  </a:lnTo>
                  <a:lnTo>
                    <a:pt x="3452993" y="2837520"/>
                  </a:lnTo>
                  <a:lnTo>
                    <a:pt x="3459582" y="2856247"/>
                  </a:lnTo>
                  <a:lnTo>
                    <a:pt x="3479342" y="2864758"/>
                  </a:lnTo>
                  <a:close/>
                </a:path>
                <a:path w="8348344" h="7197725">
                  <a:moveTo>
                    <a:pt x="3479342" y="3249714"/>
                  </a:moveTo>
                  <a:lnTo>
                    <a:pt x="3498715" y="3241367"/>
                  </a:lnTo>
                  <a:lnTo>
                    <a:pt x="3505173" y="3223004"/>
                  </a:lnTo>
                  <a:lnTo>
                    <a:pt x="3498715" y="3204640"/>
                  </a:lnTo>
                  <a:lnTo>
                    <a:pt x="3479342" y="3196293"/>
                  </a:lnTo>
                  <a:lnTo>
                    <a:pt x="3459973" y="3204640"/>
                  </a:lnTo>
                  <a:lnTo>
                    <a:pt x="3453516" y="3223004"/>
                  </a:lnTo>
                  <a:lnTo>
                    <a:pt x="3459973" y="3241367"/>
                  </a:lnTo>
                  <a:lnTo>
                    <a:pt x="3479342" y="3249714"/>
                  </a:lnTo>
                  <a:close/>
                </a:path>
                <a:path w="8348344" h="7197725">
                  <a:moveTo>
                    <a:pt x="3479342" y="2736455"/>
                  </a:moveTo>
                  <a:lnTo>
                    <a:pt x="3499235" y="2727882"/>
                  </a:lnTo>
                  <a:lnTo>
                    <a:pt x="3505863" y="2709031"/>
                  </a:lnTo>
                  <a:lnTo>
                    <a:pt x="3499231" y="2690181"/>
                  </a:lnTo>
                  <a:lnTo>
                    <a:pt x="3479342" y="2681612"/>
                  </a:lnTo>
                  <a:lnTo>
                    <a:pt x="3459449" y="2690182"/>
                  </a:lnTo>
                  <a:lnTo>
                    <a:pt x="3452820" y="2709034"/>
                  </a:lnTo>
                  <a:lnTo>
                    <a:pt x="3459457" y="2727886"/>
                  </a:lnTo>
                  <a:lnTo>
                    <a:pt x="3479342" y="2736455"/>
                  </a:lnTo>
                  <a:close/>
                </a:path>
                <a:path w="8348344" h="7197725">
                  <a:moveTo>
                    <a:pt x="3479342" y="3634648"/>
                  </a:moveTo>
                  <a:lnTo>
                    <a:pt x="3498322" y="3626469"/>
                  </a:lnTo>
                  <a:lnTo>
                    <a:pt x="3504649" y="3608476"/>
                  </a:lnTo>
                  <a:lnTo>
                    <a:pt x="3498322" y="3590484"/>
                  </a:lnTo>
                  <a:lnTo>
                    <a:pt x="3479342" y="3582309"/>
                  </a:lnTo>
                  <a:lnTo>
                    <a:pt x="3460353" y="3590487"/>
                  </a:lnTo>
                  <a:lnTo>
                    <a:pt x="3454023" y="3608478"/>
                  </a:lnTo>
                  <a:lnTo>
                    <a:pt x="3460353" y="3626470"/>
                  </a:lnTo>
                  <a:lnTo>
                    <a:pt x="3479342" y="3634648"/>
                  </a:lnTo>
                  <a:close/>
                </a:path>
                <a:path w="8348344" h="7197725">
                  <a:moveTo>
                    <a:pt x="3479342" y="3378025"/>
                  </a:moveTo>
                  <a:lnTo>
                    <a:pt x="3498585" y="3369735"/>
                  </a:lnTo>
                  <a:lnTo>
                    <a:pt x="3505000" y="3351495"/>
                  </a:lnTo>
                  <a:lnTo>
                    <a:pt x="3498585" y="3333256"/>
                  </a:lnTo>
                  <a:lnTo>
                    <a:pt x="3479342" y="3324965"/>
                  </a:lnTo>
                  <a:lnTo>
                    <a:pt x="3460094" y="3333256"/>
                  </a:lnTo>
                  <a:lnTo>
                    <a:pt x="3453677" y="3351495"/>
                  </a:lnTo>
                  <a:lnTo>
                    <a:pt x="3460094" y="3369735"/>
                  </a:lnTo>
                  <a:lnTo>
                    <a:pt x="3479342" y="3378025"/>
                  </a:lnTo>
                  <a:close/>
                </a:path>
                <a:path w="8348344" h="7197725">
                  <a:moveTo>
                    <a:pt x="3479342" y="3506337"/>
                  </a:moveTo>
                  <a:lnTo>
                    <a:pt x="3498456" y="3498102"/>
                  </a:lnTo>
                  <a:lnTo>
                    <a:pt x="3504827" y="3479987"/>
                  </a:lnTo>
                  <a:lnTo>
                    <a:pt x="3498456" y="3461872"/>
                  </a:lnTo>
                  <a:lnTo>
                    <a:pt x="3479342" y="3453637"/>
                  </a:lnTo>
                  <a:lnTo>
                    <a:pt x="3460227" y="3461872"/>
                  </a:lnTo>
                  <a:lnTo>
                    <a:pt x="3453856" y="3479987"/>
                  </a:lnTo>
                  <a:lnTo>
                    <a:pt x="3460227" y="3498102"/>
                  </a:lnTo>
                  <a:lnTo>
                    <a:pt x="3479342" y="3506337"/>
                  </a:lnTo>
                  <a:close/>
                </a:path>
                <a:path w="8348344" h="7197725">
                  <a:moveTo>
                    <a:pt x="3341084" y="4019596"/>
                  </a:moveTo>
                  <a:lnTo>
                    <a:pt x="3359675" y="4011584"/>
                  </a:lnTo>
                  <a:lnTo>
                    <a:pt x="3365872" y="3993957"/>
                  </a:lnTo>
                  <a:lnTo>
                    <a:pt x="3359675" y="3976330"/>
                  </a:lnTo>
                  <a:lnTo>
                    <a:pt x="3341084" y="3968318"/>
                  </a:lnTo>
                  <a:lnTo>
                    <a:pt x="3322484" y="3976330"/>
                  </a:lnTo>
                  <a:lnTo>
                    <a:pt x="3316284" y="3993957"/>
                  </a:lnTo>
                  <a:lnTo>
                    <a:pt x="3322484" y="4011584"/>
                  </a:lnTo>
                  <a:lnTo>
                    <a:pt x="3341084" y="4019596"/>
                  </a:lnTo>
                  <a:close/>
                </a:path>
                <a:path w="8348344" h="7197725">
                  <a:moveTo>
                    <a:pt x="3341084" y="3762959"/>
                  </a:moveTo>
                  <a:lnTo>
                    <a:pt x="3359939" y="3754835"/>
                  </a:lnTo>
                  <a:lnTo>
                    <a:pt x="3366224" y="3736963"/>
                  </a:lnTo>
                  <a:lnTo>
                    <a:pt x="3359939" y="3719090"/>
                  </a:lnTo>
                  <a:lnTo>
                    <a:pt x="3341084" y="3710966"/>
                  </a:lnTo>
                  <a:lnTo>
                    <a:pt x="3322229" y="3719090"/>
                  </a:lnTo>
                  <a:lnTo>
                    <a:pt x="3315944" y="3736963"/>
                  </a:lnTo>
                  <a:lnTo>
                    <a:pt x="3322229" y="3754835"/>
                  </a:lnTo>
                  <a:lnTo>
                    <a:pt x="3341084" y="3762959"/>
                  </a:lnTo>
                  <a:close/>
                </a:path>
                <a:path w="8348344" h="7197725">
                  <a:moveTo>
                    <a:pt x="3341084" y="3891285"/>
                  </a:moveTo>
                  <a:lnTo>
                    <a:pt x="3359809" y="3883215"/>
                  </a:lnTo>
                  <a:lnTo>
                    <a:pt x="3366051" y="3865461"/>
                  </a:lnTo>
                  <a:lnTo>
                    <a:pt x="3359809" y="3847708"/>
                  </a:lnTo>
                  <a:lnTo>
                    <a:pt x="3341084" y="3839638"/>
                  </a:lnTo>
                  <a:lnTo>
                    <a:pt x="3322359" y="3847708"/>
                  </a:lnTo>
                  <a:lnTo>
                    <a:pt x="3316117" y="3865461"/>
                  </a:lnTo>
                  <a:lnTo>
                    <a:pt x="3322359" y="3883215"/>
                  </a:lnTo>
                  <a:lnTo>
                    <a:pt x="3341084" y="3891285"/>
                  </a:lnTo>
                  <a:close/>
                </a:path>
                <a:path w="8348344" h="7197725">
                  <a:moveTo>
                    <a:pt x="3341084" y="3506337"/>
                  </a:moveTo>
                  <a:lnTo>
                    <a:pt x="3360198" y="3498102"/>
                  </a:lnTo>
                  <a:lnTo>
                    <a:pt x="3366569" y="3479987"/>
                  </a:lnTo>
                  <a:lnTo>
                    <a:pt x="3360198" y="3461872"/>
                  </a:lnTo>
                  <a:lnTo>
                    <a:pt x="3341084" y="3453637"/>
                  </a:lnTo>
                  <a:lnTo>
                    <a:pt x="3321970" y="3461872"/>
                  </a:lnTo>
                  <a:lnTo>
                    <a:pt x="3315598" y="3479987"/>
                  </a:lnTo>
                  <a:lnTo>
                    <a:pt x="3321970" y="3498102"/>
                  </a:lnTo>
                  <a:lnTo>
                    <a:pt x="3341084" y="3506337"/>
                  </a:lnTo>
                  <a:close/>
                </a:path>
                <a:path w="8348344" h="7197725">
                  <a:moveTo>
                    <a:pt x="3479342" y="3762959"/>
                  </a:moveTo>
                  <a:lnTo>
                    <a:pt x="3498196" y="3754835"/>
                  </a:lnTo>
                  <a:lnTo>
                    <a:pt x="3504481" y="3736963"/>
                  </a:lnTo>
                  <a:lnTo>
                    <a:pt x="3498197" y="3719090"/>
                  </a:lnTo>
                  <a:lnTo>
                    <a:pt x="3479342" y="3710966"/>
                  </a:lnTo>
                  <a:lnTo>
                    <a:pt x="3460487" y="3719090"/>
                  </a:lnTo>
                  <a:lnTo>
                    <a:pt x="3454202" y="3736963"/>
                  </a:lnTo>
                  <a:lnTo>
                    <a:pt x="3460487" y="3754835"/>
                  </a:lnTo>
                  <a:lnTo>
                    <a:pt x="3479342" y="3762959"/>
                  </a:lnTo>
                  <a:close/>
                </a:path>
                <a:path w="8348344" h="7197725">
                  <a:moveTo>
                    <a:pt x="3341084" y="2608136"/>
                  </a:moveTo>
                  <a:lnTo>
                    <a:pt x="3361101" y="2599512"/>
                  </a:lnTo>
                  <a:lnTo>
                    <a:pt x="3367773" y="2580538"/>
                  </a:lnTo>
                  <a:lnTo>
                    <a:pt x="3361101" y="2561565"/>
                  </a:lnTo>
                  <a:lnTo>
                    <a:pt x="3341084" y="2552940"/>
                  </a:lnTo>
                  <a:lnTo>
                    <a:pt x="3321062" y="2561565"/>
                  </a:lnTo>
                  <a:lnTo>
                    <a:pt x="3314388" y="2580538"/>
                  </a:lnTo>
                  <a:lnTo>
                    <a:pt x="3321062" y="2599512"/>
                  </a:lnTo>
                  <a:lnTo>
                    <a:pt x="3341084" y="2608136"/>
                  </a:lnTo>
                  <a:close/>
                </a:path>
                <a:path w="8348344" h="7197725">
                  <a:moveTo>
                    <a:pt x="3336683" y="4404107"/>
                  </a:moveTo>
                  <a:lnTo>
                    <a:pt x="3343594" y="4396201"/>
                  </a:lnTo>
                  <a:lnTo>
                    <a:pt x="3364434" y="4372584"/>
                  </a:lnTo>
                  <a:lnTo>
                    <a:pt x="3361617" y="4365567"/>
                  </a:lnTo>
                  <a:lnTo>
                    <a:pt x="3356797" y="4359754"/>
                  </a:lnTo>
                  <a:lnTo>
                    <a:pt x="3349958" y="4355791"/>
                  </a:lnTo>
                  <a:lnTo>
                    <a:pt x="3341084" y="4354326"/>
                  </a:lnTo>
                  <a:lnTo>
                    <a:pt x="3323489" y="4361483"/>
                  </a:lnTo>
                  <a:lnTo>
                    <a:pt x="3316897" y="4377560"/>
                  </a:lnTo>
                  <a:lnTo>
                    <a:pt x="3321299" y="4394465"/>
                  </a:lnTo>
                  <a:lnTo>
                    <a:pt x="3336683" y="4404107"/>
                  </a:lnTo>
                  <a:close/>
                </a:path>
                <a:path w="8348344" h="7197725">
                  <a:moveTo>
                    <a:pt x="3341084" y="4147907"/>
                  </a:moveTo>
                  <a:lnTo>
                    <a:pt x="3359550" y="4139951"/>
                  </a:lnTo>
                  <a:lnTo>
                    <a:pt x="3365705" y="4122449"/>
                  </a:lnTo>
                  <a:lnTo>
                    <a:pt x="3359550" y="4104946"/>
                  </a:lnTo>
                  <a:lnTo>
                    <a:pt x="3341084" y="4096990"/>
                  </a:lnTo>
                  <a:lnTo>
                    <a:pt x="3322618" y="4104946"/>
                  </a:lnTo>
                  <a:lnTo>
                    <a:pt x="3316462" y="4122449"/>
                  </a:lnTo>
                  <a:lnTo>
                    <a:pt x="3322618" y="4139951"/>
                  </a:lnTo>
                  <a:lnTo>
                    <a:pt x="3341084" y="4147907"/>
                  </a:lnTo>
                  <a:close/>
                </a:path>
                <a:path w="8348344" h="7197725">
                  <a:moveTo>
                    <a:pt x="3341084" y="4276218"/>
                  </a:moveTo>
                  <a:lnTo>
                    <a:pt x="3359423" y="4268319"/>
                  </a:lnTo>
                  <a:lnTo>
                    <a:pt x="3365535" y="4250940"/>
                  </a:lnTo>
                  <a:lnTo>
                    <a:pt x="3359421" y="4233561"/>
                  </a:lnTo>
                  <a:lnTo>
                    <a:pt x="3341084" y="4225662"/>
                  </a:lnTo>
                  <a:lnTo>
                    <a:pt x="3322747" y="4233561"/>
                  </a:lnTo>
                  <a:lnTo>
                    <a:pt x="3316635" y="4250940"/>
                  </a:lnTo>
                  <a:lnTo>
                    <a:pt x="3322747" y="4268319"/>
                  </a:lnTo>
                  <a:lnTo>
                    <a:pt x="3341084" y="4276218"/>
                  </a:lnTo>
                  <a:close/>
                </a:path>
                <a:path w="8348344" h="7197725">
                  <a:moveTo>
                    <a:pt x="6495454" y="3352678"/>
                  </a:moveTo>
                  <a:lnTo>
                    <a:pt x="6527031" y="3325564"/>
                  </a:lnTo>
                  <a:lnTo>
                    <a:pt x="6525164" y="3325173"/>
                  </a:lnTo>
                  <a:lnTo>
                    <a:pt x="6523152" y="3324965"/>
                  </a:lnTo>
                  <a:lnTo>
                    <a:pt x="6521017" y="3324965"/>
                  </a:lnTo>
                  <a:lnTo>
                    <a:pt x="6509514" y="3327375"/>
                  </a:lnTo>
                  <a:lnTo>
                    <a:pt x="6501429" y="3333700"/>
                  </a:lnTo>
                  <a:lnTo>
                    <a:pt x="6496747" y="3342587"/>
                  </a:lnTo>
                  <a:lnTo>
                    <a:pt x="6495454" y="3352678"/>
                  </a:lnTo>
                  <a:close/>
                </a:path>
                <a:path w="8348344" h="7197725">
                  <a:moveTo>
                    <a:pt x="6524573" y="3378033"/>
                  </a:moveTo>
                  <a:lnTo>
                    <a:pt x="6546544" y="3349712"/>
                  </a:lnTo>
                  <a:lnTo>
                    <a:pt x="6545114" y="3342189"/>
                  </a:lnTo>
                  <a:lnTo>
                    <a:pt x="6541748" y="3335365"/>
                  </a:lnTo>
                  <a:lnTo>
                    <a:pt x="6502544" y="3370460"/>
                  </a:lnTo>
                  <a:lnTo>
                    <a:pt x="6506807" y="3374999"/>
                  </a:lnTo>
                  <a:lnTo>
                    <a:pt x="6512921" y="3378025"/>
                  </a:lnTo>
                  <a:lnTo>
                    <a:pt x="6524573" y="3378033"/>
                  </a:lnTo>
                  <a:close/>
                </a:path>
                <a:path w="8348344" h="7197725">
                  <a:moveTo>
                    <a:pt x="3905091" y="3760731"/>
                  </a:moveTo>
                  <a:lnTo>
                    <a:pt x="3914038" y="3753486"/>
                  </a:lnTo>
                  <a:lnTo>
                    <a:pt x="3918572" y="3743155"/>
                  </a:lnTo>
                  <a:lnTo>
                    <a:pt x="3918710" y="3731738"/>
                  </a:lnTo>
                  <a:lnTo>
                    <a:pt x="3914470" y="3721236"/>
                  </a:lnTo>
                  <a:lnTo>
                    <a:pt x="3904923" y="3727012"/>
                  </a:lnTo>
                  <a:lnTo>
                    <a:pt x="3902004" y="3731082"/>
                  </a:lnTo>
                  <a:lnTo>
                    <a:pt x="3902388" y="3735000"/>
                  </a:lnTo>
                  <a:lnTo>
                    <a:pt x="3905091" y="3760731"/>
                  </a:lnTo>
                  <a:close/>
                </a:path>
                <a:path w="8348344" h="7197725">
                  <a:moveTo>
                    <a:pt x="3733045" y="4628830"/>
                  </a:moveTo>
                  <a:lnTo>
                    <a:pt x="3736785" y="4624014"/>
                  </a:lnTo>
                  <a:lnTo>
                    <a:pt x="3740580" y="4619244"/>
                  </a:lnTo>
                  <a:lnTo>
                    <a:pt x="3744328" y="4614428"/>
                  </a:lnTo>
                  <a:lnTo>
                    <a:pt x="3738498" y="4617493"/>
                  </a:lnTo>
                  <a:lnTo>
                    <a:pt x="3734735" y="4622800"/>
                  </a:lnTo>
                  <a:lnTo>
                    <a:pt x="3733045" y="4628830"/>
                  </a:lnTo>
                  <a:close/>
                </a:path>
                <a:path w="8348344" h="7197725">
                  <a:moveTo>
                    <a:pt x="3881672" y="4144719"/>
                  </a:moveTo>
                  <a:lnTo>
                    <a:pt x="3879287" y="4112151"/>
                  </a:lnTo>
                  <a:lnTo>
                    <a:pt x="3878515" y="4102251"/>
                  </a:lnTo>
                  <a:lnTo>
                    <a:pt x="3871450" y="4112151"/>
                  </a:lnTo>
                  <a:lnTo>
                    <a:pt x="3869627" y="4124275"/>
                  </a:lnTo>
                  <a:lnTo>
                    <a:pt x="3873037" y="4136004"/>
                  </a:lnTo>
                  <a:lnTo>
                    <a:pt x="3881672" y="4144719"/>
                  </a:lnTo>
                  <a:close/>
                </a:path>
                <a:path w="8348344" h="7197725">
                  <a:moveTo>
                    <a:pt x="3456521" y="5016482"/>
                  </a:moveTo>
                  <a:lnTo>
                    <a:pt x="3459839" y="5011436"/>
                  </a:lnTo>
                  <a:lnTo>
                    <a:pt x="3463104" y="5006366"/>
                  </a:lnTo>
                  <a:lnTo>
                    <a:pt x="3466453" y="5001343"/>
                  </a:lnTo>
                  <a:lnTo>
                    <a:pt x="3461061" y="5004830"/>
                  </a:lnTo>
                  <a:lnTo>
                    <a:pt x="3457727" y="5010376"/>
                  </a:lnTo>
                  <a:lnTo>
                    <a:pt x="3456521" y="5016482"/>
                  </a:lnTo>
                  <a:close/>
                </a:path>
                <a:path w="8348344" h="7197725">
                  <a:moveTo>
                    <a:pt x="3479342" y="5046115"/>
                  </a:moveTo>
                  <a:lnTo>
                    <a:pt x="3494722" y="5040745"/>
                  </a:lnTo>
                  <a:lnTo>
                    <a:pt x="3502036" y="5028079"/>
                  </a:lnTo>
                  <a:lnTo>
                    <a:pt x="3501298" y="5013287"/>
                  </a:lnTo>
                  <a:lnTo>
                    <a:pt x="3492522" y="5001535"/>
                  </a:lnTo>
                  <a:lnTo>
                    <a:pt x="3457013" y="5029271"/>
                  </a:lnTo>
                  <a:lnTo>
                    <a:pt x="3459840" y="5035782"/>
                  </a:lnTo>
                  <a:lnTo>
                    <a:pt x="3464493" y="5041141"/>
                  </a:lnTo>
                  <a:lnTo>
                    <a:pt x="3470989" y="5044776"/>
                  </a:lnTo>
                  <a:lnTo>
                    <a:pt x="3479342" y="5046115"/>
                  </a:lnTo>
                  <a:close/>
                </a:path>
                <a:path w="8348344" h="7197725">
                  <a:moveTo>
                    <a:pt x="4856030" y="3120804"/>
                  </a:moveTo>
                  <a:lnTo>
                    <a:pt x="4887537" y="3099313"/>
                  </a:lnTo>
                  <a:lnTo>
                    <a:pt x="4887839" y="3092624"/>
                  </a:lnTo>
                  <a:lnTo>
                    <a:pt x="4886680" y="3086056"/>
                  </a:lnTo>
                  <a:lnTo>
                    <a:pt x="4884073" y="3079969"/>
                  </a:lnTo>
                  <a:lnTo>
                    <a:pt x="4880033" y="3074718"/>
                  </a:lnTo>
                  <a:lnTo>
                    <a:pt x="4837288" y="3103369"/>
                  </a:lnTo>
                  <a:lnTo>
                    <a:pt x="4839887" y="3109341"/>
                  </a:lnTo>
                  <a:lnTo>
                    <a:pt x="4843868" y="3114474"/>
                  </a:lnTo>
                  <a:lnTo>
                    <a:pt x="4849244" y="3118414"/>
                  </a:lnTo>
                  <a:lnTo>
                    <a:pt x="4856030" y="3120804"/>
                  </a:lnTo>
                  <a:close/>
                </a:path>
                <a:path w="8348344" h="7197725">
                  <a:moveTo>
                    <a:pt x="4444344" y="3378025"/>
                  </a:moveTo>
                  <a:lnTo>
                    <a:pt x="4447147" y="3378025"/>
                  </a:lnTo>
                  <a:lnTo>
                    <a:pt x="4457927" y="3375933"/>
                  </a:lnTo>
                  <a:lnTo>
                    <a:pt x="4465760" y="3370380"/>
                  </a:lnTo>
                  <a:lnTo>
                    <a:pt x="4470664" y="3362455"/>
                  </a:lnTo>
                  <a:lnTo>
                    <a:pt x="4472656" y="3353247"/>
                  </a:lnTo>
                  <a:lnTo>
                    <a:pt x="4439512" y="3376904"/>
                  </a:lnTo>
                  <a:lnTo>
                    <a:pt x="4441863" y="3377549"/>
                  </a:lnTo>
                  <a:lnTo>
                    <a:pt x="4444344" y="3378025"/>
                  </a:lnTo>
                  <a:close/>
                </a:path>
                <a:path w="8348344" h="7197725">
                  <a:moveTo>
                    <a:pt x="3767563" y="4786598"/>
                  </a:moveTo>
                  <a:lnTo>
                    <a:pt x="3769898" y="4785315"/>
                  </a:lnTo>
                  <a:lnTo>
                    <a:pt x="3771965" y="4783771"/>
                  </a:lnTo>
                  <a:lnTo>
                    <a:pt x="3773608" y="4781874"/>
                  </a:lnTo>
                  <a:lnTo>
                    <a:pt x="3767563" y="4786598"/>
                  </a:lnTo>
                  <a:close/>
                </a:path>
                <a:path w="8348344" h="7197725">
                  <a:moveTo>
                    <a:pt x="4194220" y="3490352"/>
                  </a:moveTo>
                  <a:lnTo>
                    <a:pt x="4195932" y="3482860"/>
                  </a:lnTo>
                  <a:lnTo>
                    <a:pt x="4195686" y="3475155"/>
                  </a:lnTo>
                  <a:lnTo>
                    <a:pt x="4193480" y="3467822"/>
                  </a:lnTo>
                  <a:lnTo>
                    <a:pt x="4189312" y="3461449"/>
                  </a:lnTo>
                  <a:lnTo>
                    <a:pt x="4190580" y="3468667"/>
                  </a:lnTo>
                  <a:lnTo>
                    <a:pt x="4191812" y="3475892"/>
                  </a:lnTo>
                  <a:lnTo>
                    <a:pt x="4194220" y="3490352"/>
                  </a:lnTo>
                  <a:close/>
                </a:path>
                <a:path w="8348344" h="7197725">
                  <a:moveTo>
                    <a:pt x="4303881" y="3505837"/>
                  </a:moveTo>
                  <a:lnTo>
                    <a:pt x="4334129" y="3483094"/>
                  </a:lnTo>
                  <a:lnTo>
                    <a:pt x="4334989" y="3474675"/>
                  </a:lnTo>
                  <a:lnTo>
                    <a:pt x="4332332" y="3465927"/>
                  </a:lnTo>
                  <a:lnTo>
                    <a:pt x="4326171" y="3460143"/>
                  </a:lnTo>
                  <a:lnTo>
                    <a:pt x="4285562" y="3490928"/>
                  </a:lnTo>
                  <a:lnTo>
                    <a:pt x="4288519" y="3498310"/>
                  </a:lnTo>
                  <a:lnTo>
                    <a:pt x="4294610" y="3504240"/>
                  </a:lnTo>
                  <a:lnTo>
                    <a:pt x="4303881" y="3505837"/>
                  </a:lnTo>
                  <a:close/>
                </a:path>
                <a:path w="8348344" h="7197725">
                  <a:moveTo>
                    <a:pt x="3893417" y="5559375"/>
                  </a:moveTo>
                  <a:lnTo>
                    <a:pt x="3894116" y="5559375"/>
                  </a:lnTo>
                  <a:lnTo>
                    <a:pt x="3903495" y="5557591"/>
                  </a:lnTo>
                  <a:lnTo>
                    <a:pt x="3910367" y="5552845"/>
                  </a:lnTo>
                  <a:lnTo>
                    <a:pt x="3914746" y="5546047"/>
                  </a:lnTo>
                  <a:lnTo>
                    <a:pt x="3916652" y="5538106"/>
                  </a:lnTo>
                  <a:lnTo>
                    <a:pt x="3892157" y="5559183"/>
                  </a:lnTo>
                  <a:lnTo>
                    <a:pt x="3892817" y="5559221"/>
                  </a:lnTo>
                  <a:lnTo>
                    <a:pt x="3893417" y="5559375"/>
                  </a:lnTo>
                  <a:close/>
                </a:path>
                <a:path w="8348344" h="7197725">
                  <a:moveTo>
                    <a:pt x="3894123" y="4789470"/>
                  </a:moveTo>
                  <a:lnTo>
                    <a:pt x="3897265" y="4789470"/>
                  </a:lnTo>
                  <a:lnTo>
                    <a:pt x="3900022" y="4788871"/>
                  </a:lnTo>
                  <a:lnTo>
                    <a:pt x="3902542" y="4788003"/>
                  </a:lnTo>
                  <a:lnTo>
                    <a:pt x="3902242" y="4741725"/>
                  </a:lnTo>
                  <a:lnTo>
                    <a:pt x="3899784" y="4740911"/>
                  </a:lnTo>
                  <a:lnTo>
                    <a:pt x="3897142" y="4740358"/>
                  </a:lnTo>
                  <a:lnTo>
                    <a:pt x="3894116" y="4740358"/>
                  </a:lnTo>
                  <a:lnTo>
                    <a:pt x="3876293" y="4748033"/>
                  </a:lnTo>
                  <a:lnTo>
                    <a:pt x="3870353" y="4764917"/>
                  </a:lnTo>
                  <a:lnTo>
                    <a:pt x="3876296" y="4781799"/>
                  </a:lnTo>
                  <a:lnTo>
                    <a:pt x="3894123" y="4789470"/>
                  </a:lnTo>
                  <a:close/>
                </a:path>
                <a:path w="8348344" h="7197725">
                  <a:moveTo>
                    <a:pt x="3891934" y="5430841"/>
                  </a:moveTo>
                  <a:lnTo>
                    <a:pt x="3892355" y="5419081"/>
                  </a:lnTo>
                  <a:lnTo>
                    <a:pt x="3893555" y="5383780"/>
                  </a:lnTo>
                  <a:lnTo>
                    <a:pt x="3877053" y="5391067"/>
                  </a:lnTo>
                  <a:lnTo>
                    <a:pt x="3871289" y="5406685"/>
                  </a:lnTo>
                  <a:lnTo>
                    <a:pt x="3876252" y="5422616"/>
                  </a:lnTo>
                  <a:lnTo>
                    <a:pt x="3891934" y="5430841"/>
                  </a:lnTo>
                  <a:close/>
                </a:path>
                <a:path w="8348344" h="7197725">
                  <a:moveTo>
                    <a:pt x="3894116" y="5302754"/>
                  </a:moveTo>
                  <a:lnTo>
                    <a:pt x="3894807" y="5302754"/>
                  </a:lnTo>
                  <a:lnTo>
                    <a:pt x="3895398" y="5302607"/>
                  </a:lnTo>
                  <a:lnTo>
                    <a:pt x="3896051" y="5302561"/>
                  </a:lnTo>
                  <a:lnTo>
                    <a:pt x="3897380" y="5255361"/>
                  </a:lnTo>
                  <a:lnTo>
                    <a:pt x="3896304" y="5255223"/>
                  </a:lnTo>
                  <a:lnTo>
                    <a:pt x="3895275" y="5255047"/>
                  </a:lnTo>
                  <a:lnTo>
                    <a:pt x="3894116" y="5255047"/>
                  </a:lnTo>
                  <a:lnTo>
                    <a:pt x="3876816" y="5262501"/>
                  </a:lnTo>
                  <a:lnTo>
                    <a:pt x="3871049" y="5278900"/>
                  </a:lnTo>
                  <a:lnTo>
                    <a:pt x="3876816" y="5295299"/>
                  </a:lnTo>
                  <a:lnTo>
                    <a:pt x="3894116" y="5302754"/>
                  </a:lnTo>
                  <a:close/>
                </a:path>
                <a:path w="8348344" h="7197725">
                  <a:moveTo>
                    <a:pt x="5001869" y="2992916"/>
                  </a:moveTo>
                  <a:lnTo>
                    <a:pt x="5009446" y="2991480"/>
                  </a:lnTo>
                  <a:lnTo>
                    <a:pt x="5015615" y="2988311"/>
                  </a:lnTo>
                  <a:lnTo>
                    <a:pt x="5020379" y="2983754"/>
                  </a:lnTo>
                  <a:lnTo>
                    <a:pt x="5023744" y="2978153"/>
                  </a:lnTo>
                  <a:lnTo>
                    <a:pt x="5001869" y="2992916"/>
                  </a:lnTo>
                  <a:close/>
                </a:path>
                <a:path w="8348344" h="7197725">
                  <a:moveTo>
                    <a:pt x="3886957" y="5558231"/>
                  </a:moveTo>
                  <a:lnTo>
                    <a:pt x="3887428" y="5546912"/>
                  </a:lnTo>
                  <a:lnTo>
                    <a:pt x="3888785" y="5512913"/>
                  </a:lnTo>
                  <a:lnTo>
                    <a:pt x="3876007" y="5521077"/>
                  </a:lnTo>
                  <a:lnTo>
                    <a:pt x="3871456" y="5534941"/>
                  </a:lnTo>
                  <a:lnTo>
                    <a:pt x="3875111" y="5549120"/>
                  </a:lnTo>
                  <a:lnTo>
                    <a:pt x="3886957" y="5558231"/>
                  </a:lnTo>
                  <a:close/>
                </a:path>
                <a:path w="8348344" h="7197725">
                  <a:moveTo>
                    <a:pt x="3894100" y="4917781"/>
                  </a:moveTo>
                  <a:lnTo>
                    <a:pt x="3897288" y="4917781"/>
                  </a:lnTo>
                  <a:lnTo>
                    <a:pt x="3900045" y="4917182"/>
                  </a:lnTo>
                  <a:lnTo>
                    <a:pt x="3902580" y="4916283"/>
                  </a:lnTo>
                  <a:lnTo>
                    <a:pt x="3902626" y="4870528"/>
                  </a:lnTo>
                  <a:lnTo>
                    <a:pt x="3900084" y="4869629"/>
                  </a:lnTo>
                  <a:lnTo>
                    <a:pt x="3897311" y="4869030"/>
                  </a:lnTo>
                  <a:lnTo>
                    <a:pt x="3894116" y="4869030"/>
                  </a:lnTo>
                  <a:lnTo>
                    <a:pt x="3876431" y="4876651"/>
                  </a:lnTo>
                  <a:lnTo>
                    <a:pt x="3870535" y="4893414"/>
                  </a:lnTo>
                  <a:lnTo>
                    <a:pt x="3876425" y="4910174"/>
                  </a:lnTo>
                  <a:lnTo>
                    <a:pt x="3894100" y="4917781"/>
                  </a:lnTo>
                  <a:close/>
                </a:path>
                <a:path w="8348344" h="7197725">
                  <a:moveTo>
                    <a:pt x="3894116" y="5174427"/>
                  </a:moveTo>
                  <a:lnTo>
                    <a:pt x="3895936" y="5174427"/>
                  </a:lnTo>
                  <a:lnTo>
                    <a:pt x="3897634" y="5174235"/>
                  </a:lnTo>
                  <a:lnTo>
                    <a:pt x="3899239" y="5173920"/>
                  </a:lnTo>
                  <a:lnTo>
                    <a:pt x="3900207" y="5127127"/>
                  </a:lnTo>
                  <a:lnTo>
                    <a:pt x="3898317" y="5126674"/>
                  </a:lnTo>
                  <a:lnTo>
                    <a:pt x="3896320" y="5126374"/>
                  </a:lnTo>
                  <a:lnTo>
                    <a:pt x="3894116" y="5126374"/>
                  </a:lnTo>
                  <a:lnTo>
                    <a:pt x="3876682" y="5133883"/>
                  </a:lnTo>
                  <a:lnTo>
                    <a:pt x="3870871" y="5150400"/>
                  </a:lnTo>
                  <a:lnTo>
                    <a:pt x="3876682" y="5166918"/>
                  </a:lnTo>
                  <a:lnTo>
                    <a:pt x="3894116" y="5174427"/>
                  </a:lnTo>
                  <a:close/>
                </a:path>
                <a:path w="8348344" h="7197725">
                  <a:moveTo>
                    <a:pt x="4045738" y="5427039"/>
                  </a:moveTo>
                  <a:lnTo>
                    <a:pt x="4046676" y="5426363"/>
                  </a:lnTo>
                  <a:lnTo>
                    <a:pt x="4047505" y="5425618"/>
                  </a:lnTo>
                  <a:lnTo>
                    <a:pt x="4048304" y="5424819"/>
                  </a:lnTo>
                  <a:lnTo>
                    <a:pt x="4045738" y="5427039"/>
                  </a:lnTo>
                  <a:close/>
                </a:path>
                <a:path w="8348344" h="7197725">
                  <a:moveTo>
                    <a:pt x="6106243" y="2993077"/>
                  </a:moveTo>
                  <a:lnTo>
                    <a:pt x="6122715" y="2987677"/>
                  </a:lnTo>
                  <a:lnTo>
                    <a:pt x="6131138" y="2974718"/>
                  </a:lnTo>
                  <a:lnTo>
                    <a:pt x="6131532" y="2959062"/>
                  </a:lnTo>
                  <a:lnTo>
                    <a:pt x="6123917" y="2945570"/>
                  </a:lnTo>
                  <a:lnTo>
                    <a:pt x="6082562" y="2977868"/>
                  </a:lnTo>
                  <a:lnTo>
                    <a:pt x="6086102" y="2983864"/>
                  </a:lnTo>
                  <a:lnTo>
                    <a:pt x="6091217" y="2988690"/>
                  </a:lnTo>
                  <a:lnTo>
                    <a:pt x="6097924" y="2991907"/>
                  </a:lnTo>
                  <a:lnTo>
                    <a:pt x="6106243" y="2993077"/>
                  </a:lnTo>
                  <a:close/>
                </a:path>
                <a:path w="8348344" h="7197725">
                  <a:moveTo>
                    <a:pt x="5967985" y="3762966"/>
                  </a:moveTo>
                  <a:lnTo>
                    <a:pt x="5986840" y="3754842"/>
                  </a:lnTo>
                  <a:lnTo>
                    <a:pt x="5993125" y="3736970"/>
                  </a:lnTo>
                  <a:lnTo>
                    <a:pt x="5986840" y="3719098"/>
                  </a:lnTo>
                  <a:lnTo>
                    <a:pt x="5967985" y="3710974"/>
                  </a:lnTo>
                  <a:lnTo>
                    <a:pt x="5949130" y="3719098"/>
                  </a:lnTo>
                  <a:lnTo>
                    <a:pt x="5942845" y="3736970"/>
                  </a:lnTo>
                  <a:lnTo>
                    <a:pt x="5949130" y="3754842"/>
                  </a:lnTo>
                  <a:lnTo>
                    <a:pt x="5967985" y="3762966"/>
                  </a:lnTo>
                  <a:close/>
                </a:path>
                <a:path w="8348344" h="7197725">
                  <a:moveTo>
                    <a:pt x="6106243" y="3506329"/>
                  </a:moveTo>
                  <a:lnTo>
                    <a:pt x="6125357" y="3498095"/>
                  </a:lnTo>
                  <a:lnTo>
                    <a:pt x="6131728" y="3479979"/>
                  </a:lnTo>
                  <a:lnTo>
                    <a:pt x="6125357" y="3461864"/>
                  </a:lnTo>
                  <a:lnTo>
                    <a:pt x="6106243" y="3453630"/>
                  </a:lnTo>
                  <a:lnTo>
                    <a:pt x="6087129" y="3461864"/>
                  </a:lnTo>
                  <a:lnTo>
                    <a:pt x="6080757" y="3479979"/>
                  </a:lnTo>
                  <a:lnTo>
                    <a:pt x="6087129" y="3498095"/>
                  </a:lnTo>
                  <a:lnTo>
                    <a:pt x="6106243" y="3506329"/>
                  </a:lnTo>
                  <a:close/>
                </a:path>
                <a:path w="8348344" h="7197725">
                  <a:moveTo>
                    <a:pt x="5967985" y="3378025"/>
                  </a:moveTo>
                  <a:lnTo>
                    <a:pt x="5987229" y="3369735"/>
                  </a:lnTo>
                  <a:lnTo>
                    <a:pt x="5993643" y="3351495"/>
                  </a:lnTo>
                  <a:lnTo>
                    <a:pt x="5987229" y="3333256"/>
                  </a:lnTo>
                  <a:lnTo>
                    <a:pt x="5967985" y="3324965"/>
                  </a:lnTo>
                  <a:lnTo>
                    <a:pt x="5948741" y="3333256"/>
                  </a:lnTo>
                  <a:lnTo>
                    <a:pt x="5942326" y="3351495"/>
                  </a:lnTo>
                  <a:lnTo>
                    <a:pt x="5948741" y="3369735"/>
                  </a:lnTo>
                  <a:lnTo>
                    <a:pt x="5967985" y="3378025"/>
                  </a:lnTo>
                  <a:close/>
                </a:path>
                <a:path w="8348344" h="7197725">
                  <a:moveTo>
                    <a:pt x="5967985" y="3506329"/>
                  </a:moveTo>
                  <a:lnTo>
                    <a:pt x="5987099" y="3498095"/>
                  </a:lnTo>
                  <a:lnTo>
                    <a:pt x="5993470" y="3479979"/>
                  </a:lnTo>
                  <a:lnTo>
                    <a:pt x="5987099" y="3461864"/>
                  </a:lnTo>
                  <a:lnTo>
                    <a:pt x="5967985" y="3453630"/>
                  </a:lnTo>
                  <a:lnTo>
                    <a:pt x="5948871" y="3461864"/>
                  </a:lnTo>
                  <a:lnTo>
                    <a:pt x="5942499" y="3479979"/>
                  </a:lnTo>
                  <a:lnTo>
                    <a:pt x="5948871" y="3498095"/>
                  </a:lnTo>
                  <a:lnTo>
                    <a:pt x="5967985" y="3506329"/>
                  </a:lnTo>
                  <a:close/>
                </a:path>
                <a:path w="8348344" h="7197725">
                  <a:moveTo>
                    <a:pt x="5967985" y="3249714"/>
                  </a:moveTo>
                  <a:lnTo>
                    <a:pt x="5987358" y="3241367"/>
                  </a:lnTo>
                  <a:lnTo>
                    <a:pt x="5993816" y="3223004"/>
                  </a:lnTo>
                  <a:lnTo>
                    <a:pt x="5987358" y="3204640"/>
                  </a:lnTo>
                  <a:lnTo>
                    <a:pt x="5967985" y="3196293"/>
                  </a:lnTo>
                  <a:lnTo>
                    <a:pt x="5948611" y="3204640"/>
                  </a:lnTo>
                  <a:lnTo>
                    <a:pt x="5942154" y="3223004"/>
                  </a:lnTo>
                  <a:lnTo>
                    <a:pt x="5948611" y="3241367"/>
                  </a:lnTo>
                  <a:lnTo>
                    <a:pt x="5967985" y="3249714"/>
                  </a:lnTo>
                  <a:close/>
                </a:path>
                <a:path w="8348344" h="7197725">
                  <a:moveTo>
                    <a:pt x="5253015" y="2849811"/>
                  </a:moveTo>
                  <a:lnTo>
                    <a:pt x="5297103" y="2819717"/>
                  </a:lnTo>
                  <a:lnTo>
                    <a:pt x="5292718" y="2814125"/>
                  </a:lnTo>
                  <a:lnTo>
                    <a:pt x="5285966" y="2810285"/>
                  </a:lnTo>
                  <a:lnTo>
                    <a:pt x="5250601" y="2834328"/>
                  </a:lnTo>
                  <a:lnTo>
                    <a:pt x="5250806" y="2842242"/>
                  </a:lnTo>
                  <a:lnTo>
                    <a:pt x="5253015" y="2849811"/>
                  </a:lnTo>
                  <a:close/>
                </a:path>
                <a:path w="8348344" h="7197725">
                  <a:moveTo>
                    <a:pt x="6106243" y="3634640"/>
                  </a:moveTo>
                  <a:lnTo>
                    <a:pt x="6125232" y="3626462"/>
                  </a:lnTo>
                  <a:lnTo>
                    <a:pt x="6131561" y="3608471"/>
                  </a:lnTo>
                  <a:lnTo>
                    <a:pt x="6125232" y="3590479"/>
                  </a:lnTo>
                  <a:lnTo>
                    <a:pt x="6106243" y="3582302"/>
                  </a:lnTo>
                  <a:lnTo>
                    <a:pt x="6087258" y="3590479"/>
                  </a:lnTo>
                  <a:lnTo>
                    <a:pt x="6080930" y="3608471"/>
                  </a:lnTo>
                  <a:lnTo>
                    <a:pt x="6087258" y="3626462"/>
                  </a:lnTo>
                  <a:lnTo>
                    <a:pt x="6106243" y="3634640"/>
                  </a:lnTo>
                  <a:close/>
                </a:path>
                <a:path w="8348344" h="7197725">
                  <a:moveTo>
                    <a:pt x="6106243" y="3249714"/>
                  </a:moveTo>
                  <a:lnTo>
                    <a:pt x="6125616" y="3241367"/>
                  </a:lnTo>
                  <a:lnTo>
                    <a:pt x="6132074" y="3223004"/>
                  </a:lnTo>
                  <a:lnTo>
                    <a:pt x="6125616" y="3204640"/>
                  </a:lnTo>
                  <a:lnTo>
                    <a:pt x="6106243" y="3196293"/>
                  </a:lnTo>
                  <a:lnTo>
                    <a:pt x="6086869" y="3204640"/>
                  </a:lnTo>
                  <a:lnTo>
                    <a:pt x="6080412" y="3223004"/>
                  </a:lnTo>
                  <a:lnTo>
                    <a:pt x="6086869" y="3241367"/>
                  </a:lnTo>
                  <a:lnTo>
                    <a:pt x="6106243" y="3249714"/>
                  </a:lnTo>
                  <a:close/>
                </a:path>
                <a:path w="8348344" h="7197725">
                  <a:moveTo>
                    <a:pt x="6106243" y="3378025"/>
                  </a:moveTo>
                  <a:lnTo>
                    <a:pt x="6125487" y="3369735"/>
                  </a:lnTo>
                  <a:lnTo>
                    <a:pt x="6131901" y="3351495"/>
                  </a:lnTo>
                  <a:lnTo>
                    <a:pt x="6125487" y="3333256"/>
                  </a:lnTo>
                  <a:lnTo>
                    <a:pt x="6106243" y="3324965"/>
                  </a:lnTo>
                  <a:lnTo>
                    <a:pt x="6086999" y="3333256"/>
                  </a:lnTo>
                  <a:lnTo>
                    <a:pt x="6080584" y="3351495"/>
                  </a:lnTo>
                  <a:lnTo>
                    <a:pt x="6086999" y="3369735"/>
                  </a:lnTo>
                  <a:lnTo>
                    <a:pt x="6106243" y="3378025"/>
                  </a:lnTo>
                  <a:close/>
                </a:path>
                <a:path w="8348344" h="7197725">
                  <a:moveTo>
                    <a:pt x="6106243" y="3121396"/>
                  </a:moveTo>
                  <a:lnTo>
                    <a:pt x="6125746" y="3112995"/>
                  </a:lnTo>
                  <a:lnTo>
                    <a:pt x="6132247" y="3094512"/>
                  </a:lnTo>
                  <a:lnTo>
                    <a:pt x="6125746" y="3076030"/>
                  </a:lnTo>
                  <a:lnTo>
                    <a:pt x="6106243" y="3067629"/>
                  </a:lnTo>
                  <a:lnTo>
                    <a:pt x="6086740" y="3076030"/>
                  </a:lnTo>
                  <a:lnTo>
                    <a:pt x="6080239" y="3094512"/>
                  </a:lnTo>
                  <a:lnTo>
                    <a:pt x="6086740" y="3112995"/>
                  </a:lnTo>
                  <a:lnTo>
                    <a:pt x="6106243" y="3121396"/>
                  </a:lnTo>
                  <a:close/>
                </a:path>
                <a:path w="8348344" h="7197725">
                  <a:moveTo>
                    <a:pt x="5691469" y="2864758"/>
                  </a:moveTo>
                  <a:lnTo>
                    <a:pt x="5711231" y="2856245"/>
                  </a:lnTo>
                  <a:lnTo>
                    <a:pt x="5717819" y="2837517"/>
                  </a:lnTo>
                  <a:lnTo>
                    <a:pt x="5711231" y="2818790"/>
                  </a:lnTo>
                  <a:lnTo>
                    <a:pt x="5691469" y="2810277"/>
                  </a:lnTo>
                  <a:lnTo>
                    <a:pt x="5671707" y="2818790"/>
                  </a:lnTo>
                  <a:lnTo>
                    <a:pt x="5665119" y="2837517"/>
                  </a:lnTo>
                  <a:lnTo>
                    <a:pt x="5671707" y="2856245"/>
                  </a:lnTo>
                  <a:lnTo>
                    <a:pt x="5691469" y="2864758"/>
                  </a:lnTo>
                  <a:close/>
                </a:path>
                <a:path w="8348344" h="7197725">
                  <a:moveTo>
                    <a:pt x="5691469" y="2736455"/>
                  </a:moveTo>
                  <a:lnTo>
                    <a:pt x="5711361" y="2727886"/>
                  </a:lnTo>
                  <a:lnTo>
                    <a:pt x="5717991" y="2709034"/>
                  </a:lnTo>
                  <a:lnTo>
                    <a:pt x="5711361" y="2690182"/>
                  </a:lnTo>
                  <a:lnTo>
                    <a:pt x="5691469" y="2681612"/>
                  </a:lnTo>
                  <a:lnTo>
                    <a:pt x="5671577" y="2690182"/>
                  </a:lnTo>
                  <a:lnTo>
                    <a:pt x="5664946" y="2709034"/>
                  </a:lnTo>
                  <a:lnTo>
                    <a:pt x="5671577" y="2727886"/>
                  </a:lnTo>
                  <a:lnTo>
                    <a:pt x="5691469" y="2736455"/>
                  </a:lnTo>
                  <a:close/>
                </a:path>
                <a:path w="8348344" h="7197725">
                  <a:moveTo>
                    <a:pt x="5967985" y="3634640"/>
                  </a:moveTo>
                  <a:lnTo>
                    <a:pt x="5986974" y="3626462"/>
                  </a:lnTo>
                  <a:lnTo>
                    <a:pt x="5993303" y="3608471"/>
                  </a:lnTo>
                  <a:lnTo>
                    <a:pt x="5986974" y="3590479"/>
                  </a:lnTo>
                  <a:lnTo>
                    <a:pt x="5967985" y="3582302"/>
                  </a:lnTo>
                  <a:lnTo>
                    <a:pt x="5949000" y="3590479"/>
                  </a:lnTo>
                  <a:lnTo>
                    <a:pt x="5942672" y="3608471"/>
                  </a:lnTo>
                  <a:lnTo>
                    <a:pt x="5949000" y="3626462"/>
                  </a:lnTo>
                  <a:lnTo>
                    <a:pt x="5967985" y="3634640"/>
                  </a:lnTo>
                  <a:close/>
                </a:path>
                <a:path w="8348344" h="7197725">
                  <a:moveTo>
                    <a:pt x="5405106" y="2736455"/>
                  </a:moveTo>
                  <a:lnTo>
                    <a:pt x="5416651" y="2736455"/>
                  </a:lnTo>
                  <a:lnTo>
                    <a:pt x="5419731" y="2735979"/>
                  </a:lnTo>
                  <a:lnTo>
                    <a:pt x="5437773" y="2723666"/>
                  </a:lnTo>
                  <a:lnTo>
                    <a:pt x="5440451" y="2716941"/>
                  </a:lnTo>
                  <a:lnTo>
                    <a:pt x="5441420" y="2709713"/>
                  </a:lnTo>
                  <a:lnTo>
                    <a:pt x="5440698" y="2702446"/>
                  </a:lnTo>
                  <a:lnTo>
                    <a:pt x="5438303" y="2695600"/>
                  </a:lnTo>
                  <a:lnTo>
                    <a:pt x="5393738" y="2726001"/>
                  </a:lnTo>
                  <a:lnTo>
                    <a:pt x="5398116" y="2732131"/>
                  </a:lnTo>
                  <a:lnTo>
                    <a:pt x="5405106" y="2736455"/>
                  </a:lnTo>
                  <a:close/>
                </a:path>
                <a:path w="8348344" h="7197725">
                  <a:moveTo>
                    <a:pt x="5530291" y="3107654"/>
                  </a:moveTo>
                  <a:lnTo>
                    <a:pt x="5572659" y="3075970"/>
                  </a:lnTo>
                  <a:lnTo>
                    <a:pt x="5568319" y="3070962"/>
                  </a:lnTo>
                  <a:lnTo>
                    <a:pt x="5561844" y="3067621"/>
                  </a:lnTo>
                  <a:lnTo>
                    <a:pt x="5549394" y="3067621"/>
                  </a:lnTo>
                  <a:lnTo>
                    <a:pt x="5546091" y="3068366"/>
                  </a:lnTo>
                  <a:lnTo>
                    <a:pt x="5543118" y="3069518"/>
                  </a:lnTo>
                  <a:lnTo>
                    <a:pt x="5532918" y="3077153"/>
                  </a:lnTo>
                  <a:lnTo>
                    <a:pt x="5529098" y="3084151"/>
                  </a:lnTo>
                  <a:lnTo>
                    <a:pt x="5527387" y="3091995"/>
                  </a:lnTo>
                  <a:lnTo>
                    <a:pt x="5527785" y="3100044"/>
                  </a:lnTo>
                  <a:lnTo>
                    <a:pt x="5530291" y="3107654"/>
                  </a:lnTo>
                  <a:close/>
                </a:path>
                <a:path w="8348344" h="7197725">
                  <a:moveTo>
                    <a:pt x="5691469" y="2608136"/>
                  </a:moveTo>
                  <a:lnTo>
                    <a:pt x="5711490" y="2599512"/>
                  </a:lnTo>
                  <a:lnTo>
                    <a:pt x="5718164" y="2580538"/>
                  </a:lnTo>
                  <a:lnTo>
                    <a:pt x="5711490" y="2561565"/>
                  </a:lnTo>
                  <a:lnTo>
                    <a:pt x="5691469" y="2552940"/>
                  </a:lnTo>
                  <a:lnTo>
                    <a:pt x="5671447" y="2561565"/>
                  </a:lnTo>
                  <a:lnTo>
                    <a:pt x="5664774" y="2580538"/>
                  </a:lnTo>
                  <a:lnTo>
                    <a:pt x="5671447" y="2599512"/>
                  </a:lnTo>
                  <a:lnTo>
                    <a:pt x="5691469" y="2608136"/>
                  </a:lnTo>
                  <a:close/>
                </a:path>
                <a:path w="8348344" h="7197725">
                  <a:moveTo>
                    <a:pt x="5967985" y="3121396"/>
                  </a:moveTo>
                  <a:lnTo>
                    <a:pt x="5987488" y="3112995"/>
                  </a:lnTo>
                  <a:lnTo>
                    <a:pt x="5993989" y="3094512"/>
                  </a:lnTo>
                  <a:lnTo>
                    <a:pt x="5987488" y="3076030"/>
                  </a:lnTo>
                  <a:lnTo>
                    <a:pt x="5967985" y="3067629"/>
                  </a:lnTo>
                  <a:lnTo>
                    <a:pt x="5967854" y="3067629"/>
                  </a:lnTo>
                  <a:lnTo>
                    <a:pt x="5967616" y="3067667"/>
                  </a:lnTo>
                  <a:lnTo>
                    <a:pt x="5943044" y="3086862"/>
                  </a:lnTo>
                  <a:lnTo>
                    <a:pt x="5942352" y="3098771"/>
                  </a:lnTo>
                  <a:lnTo>
                    <a:pt x="5946266" y="3109918"/>
                  </a:lnTo>
                  <a:lnTo>
                    <a:pt x="5954804" y="3118171"/>
                  </a:lnTo>
                  <a:lnTo>
                    <a:pt x="5967985" y="3121396"/>
                  </a:lnTo>
                  <a:close/>
                </a:path>
                <a:path w="8348344" h="7197725">
                  <a:moveTo>
                    <a:pt x="5684664" y="2992247"/>
                  </a:moveTo>
                  <a:lnTo>
                    <a:pt x="5717507" y="2967714"/>
                  </a:lnTo>
                  <a:lnTo>
                    <a:pt x="5716316" y="2957281"/>
                  </a:lnTo>
                  <a:lnTo>
                    <a:pt x="5711591" y="2948056"/>
                  </a:lnTo>
                  <a:lnTo>
                    <a:pt x="5703314" y="2941470"/>
                  </a:lnTo>
                  <a:lnTo>
                    <a:pt x="5691469" y="2938957"/>
                  </a:lnTo>
                  <a:lnTo>
                    <a:pt x="5672797" y="2946357"/>
                  </a:lnTo>
                  <a:lnTo>
                    <a:pt x="5665444" y="2963131"/>
                  </a:lnTo>
                  <a:lnTo>
                    <a:pt x="5669402" y="2981140"/>
                  </a:lnTo>
                  <a:lnTo>
                    <a:pt x="5684664" y="2992247"/>
                  </a:lnTo>
                  <a:close/>
                </a:path>
                <a:path w="8348344" h="7197725">
                  <a:moveTo>
                    <a:pt x="3894131" y="5046093"/>
                  </a:moveTo>
                  <a:lnTo>
                    <a:pt x="3896827" y="5046093"/>
                  </a:lnTo>
                  <a:lnTo>
                    <a:pt x="3899216" y="5045632"/>
                  </a:lnTo>
                  <a:lnTo>
                    <a:pt x="3901459" y="5044956"/>
                  </a:lnTo>
                  <a:lnTo>
                    <a:pt x="3901942" y="4998993"/>
                  </a:lnTo>
                  <a:lnTo>
                    <a:pt x="3899569" y="4998224"/>
                  </a:lnTo>
                  <a:lnTo>
                    <a:pt x="3897027" y="4997702"/>
                  </a:lnTo>
                  <a:lnTo>
                    <a:pt x="3894116" y="4997702"/>
                  </a:lnTo>
                  <a:lnTo>
                    <a:pt x="3876557" y="5005266"/>
                  </a:lnTo>
                  <a:lnTo>
                    <a:pt x="3870706" y="5021906"/>
                  </a:lnTo>
                  <a:lnTo>
                    <a:pt x="3876563" y="5038541"/>
                  </a:lnTo>
                  <a:lnTo>
                    <a:pt x="3894131" y="5046093"/>
                  </a:lnTo>
                  <a:close/>
                </a:path>
                <a:path w="8348344" h="7197725">
                  <a:moveTo>
                    <a:pt x="4156821" y="3630784"/>
                  </a:moveTo>
                  <a:lnTo>
                    <a:pt x="4149516" y="3594645"/>
                  </a:lnTo>
                  <a:lnTo>
                    <a:pt x="4149224" y="3593969"/>
                  </a:lnTo>
                  <a:lnTo>
                    <a:pt x="4145768" y="3603609"/>
                  </a:lnTo>
                  <a:lnTo>
                    <a:pt x="4145888" y="3613923"/>
                  </a:lnTo>
                  <a:lnTo>
                    <a:pt x="4149575" y="3623464"/>
                  </a:lnTo>
                  <a:lnTo>
                    <a:pt x="4156821" y="3630784"/>
                  </a:lnTo>
                  <a:close/>
                </a:path>
                <a:path w="8348344" h="7197725">
                  <a:moveTo>
                    <a:pt x="4861921" y="4532833"/>
                  </a:moveTo>
                  <a:lnTo>
                    <a:pt x="4880003" y="4525046"/>
                  </a:lnTo>
                  <a:lnTo>
                    <a:pt x="4886030" y="4507915"/>
                  </a:lnTo>
                  <a:lnTo>
                    <a:pt x="4880003" y="4490785"/>
                  </a:lnTo>
                  <a:lnTo>
                    <a:pt x="4861921" y="4482998"/>
                  </a:lnTo>
                  <a:lnTo>
                    <a:pt x="4843844" y="4490785"/>
                  </a:lnTo>
                  <a:lnTo>
                    <a:pt x="4837818" y="4507916"/>
                  </a:lnTo>
                  <a:lnTo>
                    <a:pt x="4843844" y="4525046"/>
                  </a:lnTo>
                  <a:lnTo>
                    <a:pt x="4861921" y="4532833"/>
                  </a:lnTo>
                  <a:close/>
                </a:path>
                <a:path w="8348344" h="7197725">
                  <a:moveTo>
                    <a:pt x="4861921" y="4404521"/>
                  </a:moveTo>
                  <a:lnTo>
                    <a:pt x="4880128" y="4396678"/>
                  </a:lnTo>
                  <a:lnTo>
                    <a:pt x="4886197" y="4379424"/>
                  </a:lnTo>
                  <a:lnTo>
                    <a:pt x="4880128" y="4362169"/>
                  </a:lnTo>
                  <a:lnTo>
                    <a:pt x="4861921" y="4354326"/>
                  </a:lnTo>
                  <a:lnTo>
                    <a:pt x="4843714" y="4362169"/>
                  </a:lnTo>
                  <a:lnTo>
                    <a:pt x="4837645" y="4379424"/>
                  </a:lnTo>
                  <a:lnTo>
                    <a:pt x="4843714" y="4396678"/>
                  </a:lnTo>
                  <a:lnTo>
                    <a:pt x="4861921" y="4404521"/>
                  </a:lnTo>
                  <a:close/>
                </a:path>
                <a:path w="8348344" h="7197725">
                  <a:moveTo>
                    <a:pt x="4981868" y="4652910"/>
                  </a:moveTo>
                  <a:lnTo>
                    <a:pt x="5019151" y="4620880"/>
                  </a:lnTo>
                  <a:lnTo>
                    <a:pt x="5015203" y="4615465"/>
                  </a:lnTo>
                  <a:lnTo>
                    <a:pt x="5008951" y="4611671"/>
                  </a:lnTo>
                  <a:lnTo>
                    <a:pt x="5000179" y="4611671"/>
                  </a:lnTo>
                  <a:lnTo>
                    <a:pt x="4985732" y="4616135"/>
                  </a:lnTo>
                  <a:lnTo>
                    <a:pt x="4977872" y="4627013"/>
                  </a:lnTo>
                  <a:lnTo>
                    <a:pt x="4976587" y="4640530"/>
                  </a:lnTo>
                  <a:lnTo>
                    <a:pt x="4981868" y="4652910"/>
                  </a:lnTo>
                  <a:close/>
                </a:path>
                <a:path w="8348344" h="7197725">
                  <a:moveTo>
                    <a:pt x="4861921" y="4276218"/>
                  </a:moveTo>
                  <a:lnTo>
                    <a:pt x="4880258" y="4268319"/>
                  </a:lnTo>
                  <a:lnTo>
                    <a:pt x="4886370" y="4250940"/>
                  </a:lnTo>
                  <a:lnTo>
                    <a:pt x="4880258" y="4233561"/>
                  </a:lnTo>
                  <a:lnTo>
                    <a:pt x="4861921" y="4225662"/>
                  </a:lnTo>
                  <a:lnTo>
                    <a:pt x="4843585" y="4233561"/>
                  </a:lnTo>
                  <a:lnTo>
                    <a:pt x="4837473" y="4250940"/>
                  </a:lnTo>
                  <a:lnTo>
                    <a:pt x="4843585" y="4268319"/>
                  </a:lnTo>
                  <a:lnTo>
                    <a:pt x="4861921" y="4276218"/>
                  </a:lnTo>
                  <a:close/>
                </a:path>
                <a:path w="8348344" h="7197725">
                  <a:moveTo>
                    <a:pt x="5000179" y="3891293"/>
                  </a:moveTo>
                  <a:lnTo>
                    <a:pt x="5018904" y="3883223"/>
                  </a:lnTo>
                  <a:lnTo>
                    <a:pt x="5025146" y="3865469"/>
                  </a:lnTo>
                  <a:lnTo>
                    <a:pt x="5018904" y="3847716"/>
                  </a:lnTo>
                  <a:lnTo>
                    <a:pt x="5000179" y="3839646"/>
                  </a:lnTo>
                  <a:lnTo>
                    <a:pt x="4981454" y="3847716"/>
                  </a:lnTo>
                  <a:lnTo>
                    <a:pt x="4975212" y="3865469"/>
                  </a:lnTo>
                  <a:lnTo>
                    <a:pt x="4981454" y="3883223"/>
                  </a:lnTo>
                  <a:lnTo>
                    <a:pt x="5000179" y="3891293"/>
                  </a:lnTo>
                  <a:close/>
                </a:path>
                <a:path w="8348344" h="7197725">
                  <a:moveTo>
                    <a:pt x="4840038" y="4774792"/>
                  </a:moveTo>
                  <a:lnTo>
                    <a:pt x="4875478" y="4744337"/>
                  </a:lnTo>
                  <a:lnTo>
                    <a:pt x="4871884" y="4741886"/>
                  </a:lnTo>
                  <a:lnTo>
                    <a:pt x="4867405" y="4740358"/>
                  </a:lnTo>
                  <a:lnTo>
                    <a:pt x="4861921" y="4740358"/>
                  </a:lnTo>
                  <a:lnTo>
                    <a:pt x="4849194" y="4743702"/>
                  </a:lnTo>
                  <a:lnTo>
                    <a:pt x="4841310" y="4752145"/>
                  </a:lnTo>
                  <a:lnTo>
                    <a:pt x="4838261" y="4763303"/>
                  </a:lnTo>
                  <a:lnTo>
                    <a:pt x="4840038" y="4774792"/>
                  </a:lnTo>
                  <a:close/>
                </a:path>
                <a:path w="8348344" h="7197725">
                  <a:moveTo>
                    <a:pt x="4723663" y="4789478"/>
                  </a:moveTo>
                  <a:lnTo>
                    <a:pt x="4741477" y="4781803"/>
                  </a:lnTo>
                  <a:lnTo>
                    <a:pt x="4747415" y="4764918"/>
                  </a:lnTo>
                  <a:lnTo>
                    <a:pt x="4741477" y="4748033"/>
                  </a:lnTo>
                  <a:lnTo>
                    <a:pt x="4723663" y="4740358"/>
                  </a:lnTo>
                  <a:lnTo>
                    <a:pt x="4705841" y="4748033"/>
                  </a:lnTo>
                  <a:lnTo>
                    <a:pt x="4699900" y="4764918"/>
                  </a:lnTo>
                  <a:lnTo>
                    <a:pt x="4705841" y="4781803"/>
                  </a:lnTo>
                  <a:lnTo>
                    <a:pt x="4723663" y="4789478"/>
                  </a:lnTo>
                  <a:close/>
                </a:path>
                <a:path w="8348344" h="7197725">
                  <a:moveTo>
                    <a:pt x="4723663" y="4661159"/>
                  </a:moveTo>
                  <a:lnTo>
                    <a:pt x="4741607" y="4653427"/>
                  </a:lnTo>
                  <a:lnTo>
                    <a:pt x="4747588" y="4636415"/>
                  </a:lnTo>
                  <a:lnTo>
                    <a:pt x="4741607" y="4619403"/>
                  </a:lnTo>
                  <a:lnTo>
                    <a:pt x="4723663" y="4611671"/>
                  </a:lnTo>
                  <a:lnTo>
                    <a:pt x="4705720" y="4619403"/>
                  </a:lnTo>
                  <a:lnTo>
                    <a:pt x="4699739" y="4636415"/>
                  </a:lnTo>
                  <a:lnTo>
                    <a:pt x="4705720" y="4653427"/>
                  </a:lnTo>
                  <a:lnTo>
                    <a:pt x="4723663" y="4661159"/>
                  </a:lnTo>
                  <a:close/>
                </a:path>
                <a:path w="8348344" h="7197725">
                  <a:moveTo>
                    <a:pt x="4861921" y="4019596"/>
                  </a:moveTo>
                  <a:lnTo>
                    <a:pt x="4880517" y="4011584"/>
                  </a:lnTo>
                  <a:lnTo>
                    <a:pt x="4886716" y="3993957"/>
                  </a:lnTo>
                  <a:lnTo>
                    <a:pt x="4880517" y="3976330"/>
                  </a:lnTo>
                  <a:lnTo>
                    <a:pt x="4861921" y="3968318"/>
                  </a:lnTo>
                  <a:lnTo>
                    <a:pt x="4843326" y="3976330"/>
                  </a:lnTo>
                  <a:lnTo>
                    <a:pt x="4837127" y="3993957"/>
                  </a:lnTo>
                  <a:lnTo>
                    <a:pt x="4843326" y="4011584"/>
                  </a:lnTo>
                  <a:lnTo>
                    <a:pt x="4861921" y="4019596"/>
                  </a:lnTo>
                  <a:close/>
                </a:path>
                <a:path w="8348344" h="7197725">
                  <a:moveTo>
                    <a:pt x="5125664" y="4529368"/>
                  </a:moveTo>
                  <a:lnTo>
                    <a:pt x="5161081" y="4498944"/>
                  </a:lnTo>
                  <a:lnTo>
                    <a:pt x="5157997" y="4492726"/>
                  </a:lnTo>
                  <a:lnTo>
                    <a:pt x="5153195" y="4487659"/>
                  </a:lnTo>
                  <a:lnTo>
                    <a:pt x="5146675" y="4484248"/>
                  </a:lnTo>
                  <a:lnTo>
                    <a:pt x="5138437" y="4482998"/>
                  </a:lnTo>
                  <a:lnTo>
                    <a:pt x="5122438" y="4488670"/>
                  </a:lnTo>
                  <a:lnTo>
                    <a:pt x="5114987" y="4501987"/>
                  </a:lnTo>
                  <a:lnTo>
                    <a:pt x="5116067" y="4517402"/>
                  </a:lnTo>
                  <a:lnTo>
                    <a:pt x="5125664" y="4529368"/>
                  </a:lnTo>
                  <a:close/>
                </a:path>
                <a:path w="8348344" h="7197725">
                  <a:moveTo>
                    <a:pt x="5271564" y="4404030"/>
                  </a:moveTo>
                  <a:lnTo>
                    <a:pt x="5300921" y="4378813"/>
                  </a:lnTo>
                  <a:lnTo>
                    <a:pt x="5299260" y="4369777"/>
                  </a:lnTo>
                  <a:lnTo>
                    <a:pt x="5294676" y="4361938"/>
                  </a:lnTo>
                  <a:lnTo>
                    <a:pt x="5287157" y="4356415"/>
                  </a:lnTo>
                  <a:lnTo>
                    <a:pt x="5276695" y="4354326"/>
                  </a:lnTo>
                  <a:lnTo>
                    <a:pt x="5259195" y="4361384"/>
                  </a:lnTo>
                  <a:lnTo>
                    <a:pt x="5252512" y="4377289"/>
                  </a:lnTo>
                  <a:lnTo>
                    <a:pt x="5256638" y="4394138"/>
                  </a:lnTo>
                  <a:lnTo>
                    <a:pt x="5271564" y="4404030"/>
                  </a:lnTo>
                  <a:close/>
                </a:path>
                <a:path w="8348344" h="7197725">
                  <a:moveTo>
                    <a:pt x="5000179" y="4404521"/>
                  </a:moveTo>
                  <a:lnTo>
                    <a:pt x="5018386" y="4396678"/>
                  </a:lnTo>
                  <a:lnTo>
                    <a:pt x="5024455" y="4379424"/>
                  </a:lnTo>
                  <a:lnTo>
                    <a:pt x="5018386" y="4362169"/>
                  </a:lnTo>
                  <a:lnTo>
                    <a:pt x="5000179" y="4354326"/>
                  </a:lnTo>
                  <a:lnTo>
                    <a:pt x="4981972" y="4362169"/>
                  </a:lnTo>
                  <a:lnTo>
                    <a:pt x="4975903" y="4379424"/>
                  </a:lnTo>
                  <a:lnTo>
                    <a:pt x="4981972" y="4396678"/>
                  </a:lnTo>
                  <a:lnTo>
                    <a:pt x="5000179" y="4404521"/>
                  </a:lnTo>
                  <a:close/>
                </a:path>
                <a:path w="8348344" h="7197725">
                  <a:moveTo>
                    <a:pt x="5829727" y="3249714"/>
                  </a:moveTo>
                  <a:lnTo>
                    <a:pt x="5849100" y="3241367"/>
                  </a:lnTo>
                  <a:lnTo>
                    <a:pt x="5855558" y="3223004"/>
                  </a:lnTo>
                  <a:lnTo>
                    <a:pt x="5849100" y="3204640"/>
                  </a:lnTo>
                  <a:lnTo>
                    <a:pt x="5829727" y="3196293"/>
                  </a:lnTo>
                  <a:lnTo>
                    <a:pt x="5810353" y="3204640"/>
                  </a:lnTo>
                  <a:lnTo>
                    <a:pt x="5803896" y="3223004"/>
                  </a:lnTo>
                  <a:lnTo>
                    <a:pt x="5810353" y="3241367"/>
                  </a:lnTo>
                  <a:lnTo>
                    <a:pt x="5829727" y="3249714"/>
                  </a:lnTo>
                  <a:close/>
                </a:path>
                <a:path w="8348344" h="7197725">
                  <a:moveTo>
                    <a:pt x="5000179" y="4147907"/>
                  </a:moveTo>
                  <a:lnTo>
                    <a:pt x="5018645" y="4139951"/>
                  </a:lnTo>
                  <a:lnTo>
                    <a:pt x="5024801" y="4122449"/>
                  </a:lnTo>
                  <a:lnTo>
                    <a:pt x="5018645" y="4104946"/>
                  </a:lnTo>
                  <a:lnTo>
                    <a:pt x="5000179" y="4096990"/>
                  </a:lnTo>
                  <a:lnTo>
                    <a:pt x="4981710" y="4104946"/>
                  </a:lnTo>
                  <a:lnTo>
                    <a:pt x="4975555" y="4122449"/>
                  </a:lnTo>
                  <a:lnTo>
                    <a:pt x="4981712" y="4139951"/>
                  </a:lnTo>
                  <a:lnTo>
                    <a:pt x="5000179" y="4147907"/>
                  </a:lnTo>
                  <a:close/>
                </a:path>
                <a:path w="8348344" h="7197725">
                  <a:moveTo>
                    <a:pt x="5000179" y="4019596"/>
                  </a:moveTo>
                  <a:lnTo>
                    <a:pt x="5018775" y="4011584"/>
                  </a:lnTo>
                  <a:lnTo>
                    <a:pt x="5024974" y="3993957"/>
                  </a:lnTo>
                  <a:lnTo>
                    <a:pt x="5018775" y="3976330"/>
                  </a:lnTo>
                  <a:lnTo>
                    <a:pt x="5000179" y="3968318"/>
                  </a:lnTo>
                  <a:lnTo>
                    <a:pt x="4981583" y="3976330"/>
                  </a:lnTo>
                  <a:lnTo>
                    <a:pt x="4975385" y="3993957"/>
                  </a:lnTo>
                  <a:lnTo>
                    <a:pt x="4981583" y="4011584"/>
                  </a:lnTo>
                  <a:lnTo>
                    <a:pt x="5000179" y="4019596"/>
                  </a:lnTo>
                  <a:close/>
                </a:path>
                <a:path w="8348344" h="7197725">
                  <a:moveTo>
                    <a:pt x="5000179" y="4532833"/>
                  </a:moveTo>
                  <a:lnTo>
                    <a:pt x="5018261" y="4525046"/>
                  </a:lnTo>
                  <a:lnTo>
                    <a:pt x="5024288" y="4507915"/>
                  </a:lnTo>
                  <a:lnTo>
                    <a:pt x="5018261" y="4490785"/>
                  </a:lnTo>
                  <a:lnTo>
                    <a:pt x="5000179" y="4482998"/>
                  </a:lnTo>
                  <a:lnTo>
                    <a:pt x="4982102" y="4490785"/>
                  </a:lnTo>
                  <a:lnTo>
                    <a:pt x="4976076" y="4507916"/>
                  </a:lnTo>
                  <a:lnTo>
                    <a:pt x="4982102" y="4525046"/>
                  </a:lnTo>
                  <a:lnTo>
                    <a:pt x="5000179" y="4532833"/>
                  </a:lnTo>
                  <a:close/>
                </a:path>
                <a:path w="8348344" h="7197725">
                  <a:moveTo>
                    <a:pt x="5000179" y="4276218"/>
                  </a:moveTo>
                  <a:lnTo>
                    <a:pt x="5018516" y="4268319"/>
                  </a:lnTo>
                  <a:lnTo>
                    <a:pt x="5024628" y="4250940"/>
                  </a:lnTo>
                  <a:lnTo>
                    <a:pt x="5018516" y="4233561"/>
                  </a:lnTo>
                  <a:lnTo>
                    <a:pt x="5000179" y="4225662"/>
                  </a:lnTo>
                  <a:lnTo>
                    <a:pt x="4981843" y="4233561"/>
                  </a:lnTo>
                  <a:lnTo>
                    <a:pt x="4975731" y="4250940"/>
                  </a:lnTo>
                  <a:lnTo>
                    <a:pt x="4981843" y="4268319"/>
                  </a:lnTo>
                  <a:lnTo>
                    <a:pt x="5000179" y="4276218"/>
                  </a:lnTo>
                  <a:close/>
                </a:path>
                <a:path w="8348344" h="7197725">
                  <a:moveTo>
                    <a:pt x="4861921" y="4661159"/>
                  </a:moveTo>
                  <a:lnTo>
                    <a:pt x="4879869" y="4653427"/>
                  </a:lnTo>
                  <a:lnTo>
                    <a:pt x="4885851" y="4636415"/>
                  </a:lnTo>
                  <a:lnTo>
                    <a:pt x="4879869" y="4619403"/>
                  </a:lnTo>
                  <a:lnTo>
                    <a:pt x="4861921" y="4611671"/>
                  </a:lnTo>
                  <a:lnTo>
                    <a:pt x="4843978" y="4619403"/>
                  </a:lnTo>
                  <a:lnTo>
                    <a:pt x="4837997" y="4636415"/>
                  </a:lnTo>
                  <a:lnTo>
                    <a:pt x="4843978" y="4653427"/>
                  </a:lnTo>
                  <a:lnTo>
                    <a:pt x="4861921" y="4661159"/>
                  </a:lnTo>
                  <a:close/>
                </a:path>
                <a:path w="8348344" h="7197725">
                  <a:moveTo>
                    <a:pt x="4181316" y="4274052"/>
                  </a:moveTo>
                  <a:lnTo>
                    <a:pt x="4191799" y="4264207"/>
                  </a:lnTo>
                  <a:lnTo>
                    <a:pt x="4195031" y="4250279"/>
                  </a:lnTo>
                  <a:lnTo>
                    <a:pt x="4191030" y="4236562"/>
                  </a:lnTo>
                  <a:lnTo>
                    <a:pt x="4179810" y="4227352"/>
                  </a:lnTo>
                  <a:lnTo>
                    <a:pt x="4180201" y="4239025"/>
                  </a:lnTo>
                  <a:lnTo>
                    <a:pt x="4181316" y="4274052"/>
                  </a:lnTo>
                  <a:close/>
                </a:path>
                <a:path w="8348344" h="7197725">
                  <a:moveTo>
                    <a:pt x="4167797" y="3891301"/>
                  </a:moveTo>
                  <a:lnTo>
                    <a:pt x="4176761" y="3891301"/>
                  </a:lnTo>
                  <a:lnTo>
                    <a:pt x="4181738" y="3889518"/>
                  </a:lnTo>
                  <a:lnTo>
                    <a:pt x="4185609" y="3886669"/>
                  </a:lnTo>
                  <a:lnTo>
                    <a:pt x="4184068" y="3864534"/>
                  </a:lnTo>
                  <a:lnTo>
                    <a:pt x="4182429" y="3842388"/>
                  </a:lnTo>
                  <a:lnTo>
                    <a:pt x="4179111" y="3840698"/>
                  </a:lnTo>
                  <a:lnTo>
                    <a:pt x="4175217" y="3839646"/>
                  </a:lnTo>
                  <a:lnTo>
                    <a:pt x="4166407" y="3839661"/>
                  </a:lnTo>
                  <a:lnTo>
                    <a:pt x="4162712" y="3840522"/>
                  </a:lnTo>
                  <a:lnTo>
                    <a:pt x="4159555" y="3841974"/>
                  </a:lnTo>
                  <a:lnTo>
                    <a:pt x="4160447" y="3854021"/>
                  </a:lnTo>
                  <a:lnTo>
                    <a:pt x="4161306" y="3866061"/>
                  </a:lnTo>
                  <a:lnTo>
                    <a:pt x="4162134" y="3878095"/>
                  </a:lnTo>
                  <a:lnTo>
                    <a:pt x="4162935" y="3890126"/>
                  </a:lnTo>
                  <a:lnTo>
                    <a:pt x="4165301" y="3890809"/>
                  </a:lnTo>
                  <a:lnTo>
                    <a:pt x="4167797" y="3891301"/>
                  </a:lnTo>
                  <a:close/>
                </a:path>
                <a:path w="8348344" h="7197725">
                  <a:moveTo>
                    <a:pt x="4184503" y="4400443"/>
                  </a:moveTo>
                  <a:lnTo>
                    <a:pt x="4192357" y="4391011"/>
                  </a:lnTo>
                  <a:lnTo>
                    <a:pt x="4194824" y="4378944"/>
                  </a:lnTo>
                  <a:lnTo>
                    <a:pt x="4191909" y="4366987"/>
                  </a:lnTo>
                  <a:lnTo>
                    <a:pt x="4183612" y="4357883"/>
                  </a:lnTo>
                  <a:lnTo>
                    <a:pt x="4183852" y="4368531"/>
                  </a:lnTo>
                  <a:lnTo>
                    <a:pt x="4184503" y="4400443"/>
                  </a:lnTo>
                  <a:close/>
                </a:path>
                <a:path w="8348344" h="7197725">
                  <a:moveTo>
                    <a:pt x="4176838" y="4147200"/>
                  </a:moveTo>
                  <a:lnTo>
                    <a:pt x="4190884" y="4137519"/>
                  </a:lnTo>
                  <a:lnTo>
                    <a:pt x="4195182" y="4121528"/>
                  </a:lnTo>
                  <a:lnTo>
                    <a:pt x="4189741" y="4105919"/>
                  </a:lnTo>
                  <a:lnTo>
                    <a:pt x="4174572" y="4097381"/>
                  </a:lnTo>
                  <a:lnTo>
                    <a:pt x="4175734" y="4122288"/>
                  </a:lnTo>
                  <a:lnTo>
                    <a:pt x="4176838" y="4147200"/>
                  </a:lnTo>
                  <a:close/>
                </a:path>
                <a:path w="8348344" h="7197725">
                  <a:moveTo>
                    <a:pt x="4170631" y="4019596"/>
                  </a:moveTo>
                  <a:lnTo>
                    <a:pt x="4178429" y="4018511"/>
                  </a:lnTo>
                  <a:lnTo>
                    <a:pt x="4184734" y="4015525"/>
                  </a:lnTo>
                  <a:lnTo>
                    <a:pt x="4189564" y="4011042"/>
                  </a:lnTo>
                  <a:lnTo>
                    <a:pt x="4192937" y="4005463"/>
                  </a:lnTo>
                  <a:lnTo>
                    <a:pt x="4191462" y="3979540"/>
                  </a:lnTo>
                  <a:lnTo>
                    <a:pt x="4187507" y="3973019"/>
                  </a:lnTo>
                  <a:lnTo>
                    <a:pt x="4180601" y="3968318"/>
                  </a:lnTo>
                  <a:lnTo>
                    <a:pt x="4169625" y="3968318"/>
                  </a:lnTo>
                  <a:lnTo>
                    <a:pt x="4168750" y="3968510"/>
                  </a:lnTo>
                  <a:lnTo>
                    <a:pt x="4167805" y="3968602"/>
                  </a:lnTo>
                  <a:lnTo>
                    <a:pt x="4168553" y="3981347"/>
                  </a:lnTo>
                  <a:lnTo>
                    <a:pt x="4170631" y="4019596"/>
                  </a:lnTo>
                  <a:close/>
                </a:path>
                <a:path w="8348344" h="7197725">
                  <a:moveTo>
                    <a:pt x="4162121" y="3762959"/>
                  </a:moveTo>
                  <a:lnTo>
                    <a:pt x="4172306" y="3762959"/>
                  </a:lnTo>
                  <a:lnTo>
                    <a:pt x="4175348" y="3762482"/>
                  </a:lnTo>
                  <a:lnTo>
                    <a:pt x="4173974" y="3749617"/>
                  </a:lnTo>
                  <a:lnTo>
                    <a:pt x="4172515" y="3736766"/>
                  </a:lnTo>
                  <a:lnTo>
                    <a:pt x="4170973" y="3723928"/>
                  </a:lnTo>
                  <a:lnTo>
                    <a:pt x="4169349" y="3711097"/>
                  </a:lnTo>
                  <a:lnTo>
                    <a:pt x="4161999" y="3712403"/>
                  </a:lnTo>
                  <a:lnTo>
                    <a:pt x="4156009" y="3715396"/>
                  </a:lnTo>
                  <a:lnTo>
                    <a:pt x="4151375" y="3719740"/>
                  </a:lnTo>
                  <a:lnTo>
                    <a:pt x="4148095" y="3725099"/>
                  </a:lnTo>
                  <a:lnTo>
                    <a:pt x="4149901" y="3739833"/>
                  </a:lnTo>
                  <a:lnTo>
                    <a:pt x="4150769" y="3747205"/>
                  </a:lnTo>
                  <a:lnTo>
                    <a:pt x="4151598" y="3754579"/>
                  </a:lnTo>
                  <a:lnTo>
                    <a:pt x="4155792" y="3759595"/>
                  </a:lnTo>
                  <a:lnTo>
                    <a:pt x="4162121" y="3762959"/>
                  </a:lnTo>
                  <a:close/>
                </a:path>
                <a:path w="8348344" h="7197725">
                  <a:moveTo>
                    <a:pt x="3889883" y="4275796"/>
                  </a:moveTo>
                  <a:lnTo>
                    <a:pt x="3888552" y="4251223"/>
                  </a:lnTo>
                  <a:lnTo>
                    <a:pt x="3887134" y="4226638"/>
                  </a:lnTo>
                  <a:lnTo>
                    <a:pt x="3873765" y="4236464"/>
                  </a:lnTo>
                  <a:lnTo>
                    <a:pt x="3869769" y="4252150"/>
                  </a:lnTo>
                  <a:lnTo>
                    <a:pt x="3875142" y="4267370"/>
                  </a:lnTo>
                  <a:lnTo>
                    <a:pt x="3889883" y="4275796"/>
                  </a:lnTo>
                  <a:close/>
                </a:path>
                <a:path w="8348344" h="7197725">
                  <a:moveTo>
                    <a:pt x="4146667" y="4509675"/>
                  </a:moveTo>
                  <a:lnTo>
                    <a:pt x="4179403" y="4484573"/>
                  </a:lnTo>
                  <a:lnTo>
                    <a:pt x="4176784" y="4483628"/>
                  </a:lnTo>
                  <a:lnTo>
                    <a:pt x="4173919" y="4482998"/>
                  </a:lnTo>
                  <a:lnTo>
                    <a:pt x="4170631" y="4482998"/>
                  </a:lnTo>
                  <a:lnTo>
                    <a:pt x="4159676" y="4485335"/>
                  </a:lnTo>
                  <a:lnTo>
                    <a:pt x="4152041" y="4491451"/>
                  </a:lnTo>
                  <a:lnTo>
                    <a:pt x="4147711" y="4500011"/>
                  </a:lnTo>
                  <a:lnTo>
                    <a:pt x="4146667" y="4509675"/>
                  </a:lnTo>
                  <a:close/>
                </a:path>
                <a:path w="8348344" h="7197725">
                  <a:moveTo>
                    <a:pt x="3916959" y="3876208"/>
                  </a:moveTo>
                  <a:lnTo>
                    <a:pt x="3918719" y="3869556"/>
                  </a:lnTo>
                  <a:lnTo>
                    <a:pt x="3918865" y="3862656"/>
                  </a:lnTo>
                  <a:lnTo>
                    <a:pt x="3917398" y="3855937"/>
                  </a:lnTo>
                  <a:lnTo>
                    <a:pt x="3914324" y="3849831"/>
                  </a:lnTo>
                  <a:lnTo>
                    <a:pt x="3916959" y="3876208"/>
                  </a:lnTo>
                  <a:close/>
                </a:path>
                <a:path w="8348344" h="7197725">
                  <a:moveTo>
                    <a:pt x="4723663" y="4147907"/>
                  </a:moveTo>
                  <a:lnTo>
                    <a:pt x="4742125" y="4139951"/>
                  </a:lnTo>
                  <a:lnTo>
                    <a:pt x="4748279" y="4122449"/>
                  </a:lnTo>
                  <a:lnTo>
                    <a:pt x="4742125" y="4104946"/>
                  </a:lnTo>
                  <a:lnTo>
                    <a:pt x="4723663" y="4096990"/>
                  </a:lnTo>
                  <a:lnTo>
                    <a:pt x="4705193" y="4104946"/>
                  </a:lnTo>
                  <a:lnTo>
                    <a:pt x="4699036" y="4122449"/>
                  </a:lnTo>
                  <a:lnTo>
                    <a:pt x="4705193" y="4139951"/>
                  </a:lnTo>
                  <a:lnTo>
                    <a:pt x="4723663" y="4147907"/>
                  </a:lnTo>
                  <a:close/>
                </a:path>
                <a:path w="8348344" h="7197725">
                  <a:moveTo>
                    <a:pt x="4723663" y="4276218"/>
                  </a:moveTo>
                  <a:lnTo>
                    <a:pt x="4742000" y="4268319"/>
                  </a:lnTo>
                  <a:lnTo>
                    <a:pt x="4748112" y="4250940"/>
                  </a:lnTo>
                  <a:lnTo>
                    <a:pt x="4742000" y="4233561"/>
                  </a:lnTo>
                  <a:lnTo>
                    <a:pt x="4723663" y="4225662"/>
                  </a:lnTo>
                  <a:lnTo>
                    <a:pt x="4705327" y="4233561"/>
                  </a:lnTo>
                  <a:lnTo>
                    <a:pt x="4699215" y="4250940"/>
                  </a:lnTo>
                  <a:lnTo>
                    <a:pt x="4705327" y="4268319"/>
                  </a:lnTo>
                  <a:lnTo>
                    <a:pt x="4723663" y="4276218"/>
                  </a:lnTo>
                  <a:close/>
                </a:path>
                <a:path w="8348344" h="7197725">
                  <a:moveTo>
                    <a:pt x="3886565" y="4532833"/>
                  </a:moveTo>
                  <a:lnTo>
                    <a:pt x="3895967" y="4532833"/>
                  </a:lnTo>
                  <a:lnTo>
                    <a:pt x="3897687" y="4532641"/>
                  </a:lnTo>
                  <a:lnTo>
                    <a:pt x="3899331" y="4532326"/>
                  </a:lnTo>
                  <a:lnTo>
                    <a:pt x="3899037" y="4520095"/>
                  </a:lnTo>
                  <a:lnTo>
                    <a:pt x="3898056" y="4483405"/>
                  </a:lnTo>
                  <a:lnTo>
                    <a:pt x="3895521" y="4482998"/>
                  </a:lnTo>
                  <a:lnTo>
                    <a:pt x="3885997" y="4482998"/>
                  </a:lnTo>
                  <a:lnTo>
                    <a:pt x="3879936" y="4486194"/>
                  </a:lnTo>
                  <a:lnTo>
                    <a:pt x="3875919" y="4490948"/>
                  </a:lnTo>
                  <a:lnTo>
                    <a:pt x="3876856" y="4525828"/>
                  </a:lnTo>
                  <a:lnTo>
                    <a:pt x="3880858" y="4530029"/>
                  </a:lnTo>
                  <a:lnTo>
                    <a:pt x="3886565" y="4532833"/>
                  </a:lnTo>
                  <a:close/>
                </a:path>
                <a:path w="8348344" h="7197725">
                  <a:moveTo>
                    <a:pt x="4585283" y="4147907"/>
                  </a:moveTo>
                  <a:lnTo>
                    <a:pt x="4594508" y="4146388"/>
                  </a:lnTo>
                  <a:lnTo>
                    <a:pt x="4601493" y="4142283"/>
                  </a:lnTo>
                  <a:lnTo>
                    <a:pt x="4606382" y="4136268"/>
                  </a:lnTo>
                  <a:lnTo>
                    <a:pt x="4609194" y="4129019"/>
                  </a:lnTo>
                  <a:lnTo>
                    <a:pt x="4585060" y="4147876"/>
                  </a:lnTo>
                  <a:lnTo>
                    <a:pt x="4585190" y="4147876"/>
                  </a:lnTo>
                  <a:close/>
                </a:path>
                <a:path w="8348344" h="7197725">
                  <a:moveTo>
                    <a:pt x="4723663" y="4404521"/>
                  </a:moveTo>
                  <a:lnTo>
                    <a:pt x="4741866" y="4396678"/>
                  </a:lnTo>
                  <a:lnTo>
                    <a:pt x="4747933" y="4379424"/>
                  </a:lnTo>
                  <a:lnTo>
                    <a:pt x="4741866" y="4362169"/>
                  </a:lnTo>
                  <a:lnTo>
                    <a:pt x="4723663" y="4354326"/>
                  </a:lnTo>
                  <a:lnTo>
                    <a:pt x="4705456" y="4362169"/>
                  </a:lnTo>
                  <a:lnTo>
                    <a:pt x="4699387" y="4379424"/>
                  </a:lnTo>
                  <a:lnTo>
                    <a:pt x="4705456" y="4396679"/>
                  </a:lnTo>
                  <a:lnTo>
                    <a:pt x="4723663" y="4404521"/>
                  </a:lnTo>
                  <a:close/>
                </a:path>
                <a:path w="8348344" h="7197725">
                  <a:moveTo>
                    <a:pt x="3887710" y="4661159"/>
                  </a:moveTo>
                  <a:lnTo>
                    <a:pt x="3896866" y="4661159"/>
                  </a:lnTo>
                  <a:lnTo>
                    <a:pt x="3899277" y="4660698"/>
                  </a:lnTo>
                  <a:lnTo>
                    <a:pt x="3901551" y="4660022"/>
                  </a:lnTo>
                  <a:lnTo>
                    <a:pt x="3901396" y="4648165"/>
                  </a:lnTo>
                  <a:lnTo>
                    <a:pt x="3900867" y="4612600"/>
                  </a:lnTo>
                  <a:lnTo>
                    <a:pt x="3898778" y="4612062"/>
                  </a:lnTo>
                  <a:lnTo>
                    <a:pt x="3896574" y="4611671"/>
                  </a:lnTo>
                  <a:lnTo>
                    <a:pt x="3887510" y="4611671"/>
                  </a:lnTo>
                  <a:lnTo>
                    <a:pt x="3882333" y="4613875"/>
                  </a:lnTo>
                  <a:lnTo>
                    <a:pt x="3878462" y="4617247"/>
                  </a:lnTo>
                  <a:lnTo>
                    <a:pt x="3878671" y="4636578"/>
                  </a:lnTo>
                  <a:lnTo>
                    <a:pt x="3878822" y="4655921"/>
                  </a:lnTo>
                  <a:lnTo>
                    <a:pt x="3882656" y="4659116"/>
                  </a:lnTo>
                  <a:lnTo>
                    <a:pt x="3887710" y="4661159"/>
                  </a:lnTo>
                  <a:close/>
                </a:path>
                <a:path w="8348344" h="7197725">
                  <a:moveTo>
                    <a:pt x="4723663" y="4532833"/>
                  </a:moveTo>
                  <a:lnTo>
                    <a:pt x="4741745" y="4525046"/>
                  </a:lnTo>
                  <a:lnTo>
                    <a:pt x="4747772" y="4507915"/>
                  </a:lnTo>
                  <a:lnTo>
                    <a:pt x="4741745" y="4490785"/>
                  </a:lnTo>
                  <a:lnTo>
                    <a:pt x="4723663" y="4482998"/>
                  </a:lnTo>
                  <a:lnTo>
                    <a:pt x="4705586" y="4490785"/>
                  </a:lnTo>
                  <a:lnTo>
                    <a:pt x="4699560" y="4507916"/>
                  </a:lnTo>
                  <a:lnTo>
                    <a:pt x="4705586" y="4525046"/>
                  </a:lnTo>
                  <a:lnTo>
                    <a:pt x="4723663" y="4532833"/>
                  </a:lnTo>
                  <a:close/>
                </a:path>
                <a:path w="8348344" h="7197725">
                  <a:moveTo>
                    <a:pt x="4300955" y="4019596"/>
                  </a:moveTo>
                  <a:lnTo>
                    <a:pt x="4308889" y="4019596"/>
                  </a:lnTo>
                  <a:lnTo>
                    <a:pt x="4322844" y="4015678"/>
                  </a:lnTo>
                  <a:lnTo>
                    <a:pt x="4331084" y="4005919"/>
                  </a:lnTo>
                  <a:lnTo>
                    <a:pt x="4333620" y="3993313"/>
                  </a:lnTo>
                  <a:lnTo>
                    <a:pt x="4330466" y="3980853"/>
                  </a:lnTo>
                  <a:lnTo>
                    <a:pt x="4290847" y="4012107"/>
                  </a:lnTo>
                  <a:lnTo>
                    <a:pt x="4294979" y="4016600"/>
                  </a:lnTo>
                  <a:lnTo>
                    <a:pt x="4300955" y="4019596"/>
                  </a:lnTo>
                  <a:close/>
                </a:path>
                <a:path w="8348344" h="7197725">
                  <a:moveTo>
                    <a:pt x="7765338" y="2094876"/>
                  </a:moveTo>
                  <a:lnTo>
                    <a:pt x="7785878" y="2086029"/>
                  </a:lnTo>
                  <a:lnTo>
                    <a:pt x="7792725" y="2066564"/>
                  </a:lnTo>
                  <a:lnTo>
                    <a:pt x="7785878" y="2047100"/>
                  </a:lnTo>
                  <a:lnTo>
                    <a:pt x="7765338" y="2038252"/>
                  </a:lnTo>
                  <a:lnTo>
                    <a:pt x="7744798" y="2047100"/>
                  </a:lnTo>
                  <a:lnTo>
                    <a:pt x="7737952" y="2066564"/>
                  </a:lnTo>
                  <a:lnTo>
                    <a:pt x="7744798" y="2086029"/>
                  </a:lnTo>
                  <a:lnTo>
                    <a:pt x="7765338" y="2094876"/>
                  </a:lnTo>
                  <a:close/>
                </a:path>
                <a:path w="8348344" h="7197725">
                  <a:moveTo>
                    <a:pt x="4170631" y="3249714"/>
                  </a:moveTo>
                  <a:lnTo>
                    <a:pt x="4190005" y="3241367"/>
                  </a:lnTo>
                  <a:lnTo>
                    <a:pt x="4196463" y="3223004"/>
                  </a:lnTo>
                  <a:lnTo>
                    <a:pt x="4190005" y="3204640"/>
                  </a:lnTo>
                  <a:lnTo>
                    <a:pt x="4170631" y="3196293"/>
                  </a:lnTo>
                  <a:lnTo>
                    <a:pt x="4151263" y="3204640"/>
                  </a:lnTo>
                  <a:lnTo>
                    <a:pt x="4144806" y="3223004"/>
                  </a:lnTo>
                  <a:lnTo>
                    <a:pt x="4151263" y="3241367"/>
                  </a:lnTo>
                  <a:lnTo>
                    <a:pt x="4170631" y="3249714"/>
                  </a:lnTo>
                  <a:close/>
                </a:path>
                <a:path w="8348344" h="7197725">
                  <a:moveTo>
                    <a:pt x="6106243" y="2479817"/>
                  </a:moveTo>
                  <a:lnTo>
                    <a:pt x="6107441" y="2479817"/>
                  </a:lnTo>
                  <a:lnTo>
                    <a:pt x="6108485" y="2479610"/>
                  </a:lnTo>
                  <a:lnTo>
                    <a:pt x="6109607" y="2479487"/>
                  </a:lnTo>
                  <a:lnTo>
                    <a:pt x="6109607" y="2424599"/>
                  </a:lnTo>
                  <a:lnTo>
                    <a:pt x="6108485" y="2424483"/>
                  </a:lnTo>
                  <a:lnTo>
                    <a:pt x="6107433" y="2424268"/>
                  </a:lnTo>
                  <a:lnTo>
                    <a:pt x="6106243" y="2424268"/>
                  </a:lnTo>
                  <a:lnTo>
                    <a:pt x="6086092" y="2432948"/>
                  </a:lnTo>
                  <a:lnTo>
                    <a:pt x="6079375" y="2452043"/>
                  </a:lnTo>
                  <a:lnTo>
                    <a:pt x="6086092" y="2471138"/>
                  </a:lnTo>
                  <a:lnTo>
                    <a:pt x="6106243" y="2479817"/>
                  </a:lnTo>
                  <a:close/>
                </a:path>
                <a:path w="8348344" h="7197725">
                  <a:moveTo>
                    <a:pt x="6083584" y="2694140"/>
                  </a:moveTo>
                  <a:lnTo>
                    <a:pt x="6099146" y="2682511"/>
                  </a:lnTo>
                  <a:lnTo>
                    <a:pt x="6091987" y="2684262"/>
                  </a:lnTo>
                  <a:lnTo>
                    <a:pt x="6086771" y="2688587"/>
                  </a:lnTo>
                  <a:lnTo>
                    <a:pt x="6083584" y="2694140"/>
                  </a:lnTo>
                  <a:close/>
                </a:path>
                <a:path w="8348344" h="7197725">
                  <a:moveTo>
                    <a:pt x="6106243" y="2608128"/>
                  </a:moveTo>
                  <a:lnTo>
                    <a:pt x="6107441" y="2608128"/>
                  </a:lnTo>
                  <a:lnTo>
                    <a:pt x="6108485" y="2607921"/>
                  </a:lnTo>
                  <a:lnTo>
                    <a:pt x="6109607" y="2607798"/>
                  </a:lnTo>
                  <a:lnTo>
                    <a:pt x="6109607" y="2553271"/>
                  </a:lnTo>
                  <a:lnTo>
                    <a:pt x="6108485" y="2553156"/>
                  </a:lnTo>
                  <a:lnTo>
                    <a:pt x="6107433" y="2552940"/>
                  </a:lnTo>
                  <a:lnTo>
                    <a:pt x="6106243" y="2552940"/>
                  </a:lnTo>
                  <a:lnTo>
                    <a:pt x="6086221" y="2561565"/>
                  </a:lnTo>
                  <a:lnTo>
                    <a:pt x="6079547" y="2580537"/>
                  </a:lnTo>
                  <a:lnTo>
                    <a:pt x="6086221" y="2599508"/>
                  </a:lnTo>
                  <a:lnTo>
                    <a:pt x="6106243" y="2608128"/>
                  </a:lnTo>
                  <a:close/>
                </a:path>
                <a:path w="8348344" h="7197725">
                  <a:moveTo>
                    <a:pt x="6217571" y="2191588"/>
                  </a:moveTo>
                  <a:lnTo>
                    <a:pt x="6252151" y="2167969"/>
                  </a:lnTo>
                  <a:lnTo>
                    <a:pt x="6249785" y="2167354"/>
                  </a:lnTo>
                  <a:lnTo>
                    <a:pt x="6247289" y="2166924"/>
                  </a:lnTo>
                  <a:lnTo>
                    <a:pt x="6244501" y="2166924"/>
                  </a:lnTo>
                  <a:lnTo>
                    <a:pt x="6233464" y="2168975"/>
                  </a:lnTo>
                  <a:lnTo>
                    <a:pt x="6225310" y="2174449"/>
                  </a:lnTo>
                  <a:lnTo>
                    <a:pt x="6220018" y="2182326"/>
                  </a:lnTo>
                  <a:lnTo>
                    <a:pt x="6217571" y="2191588"/>
                  </a:lnTo>
                  <a:close/>
                </a:path>
                <a:path w="8348344" h="7197725">
                  <a:moveTo>
                    <a:pt x="6791449" y="1838247"/>
                  </a:moveTo>
                  <a:lnTo>
                    <a:pt x="6797532" y="1838247"/>
                  </a:lnTo>
                  <a:lnTo>
                    <a:pt x="6818332" y="1829287"/>
                  </a:lnTo>
                  <a:lnTo>
                    <a:pt x="6825265" y="1809576"/>
                  </a:lnTo>
                  <a:lnTo>
                    <a:pt x="6818332" y="1789864"/>
                  </a:lnTo>
                  <a:lnTo>
                    <a:pt x="6797532" y="1780900"/>
                  </a:lnTo>
                  <a:lnTo>
                    <a:pt x="6784239" y="1783927"/>
                  </a:lnTo>
                  <a:lnTo>
                    <a:pt x="6775255" y="1791769"/>
                  </a:lnTo>
                  <a:lnTo>
                    <a:pt x="6770575" y="1802566"/>
                  </a:lnTo>
                  <a:lnTo>
                    <a:pt x="6770461" y="1806148"/>
                  </a:lnTo>
                  <a:lnTo>
                    <a:pt x="6782378" y="1806148"/>
                  </a:lnTo>
                  <a:lnTo>
                    <a:pt x="6782378" y="1833991"/>
                  </a:lnTo>
                  <a:lnTo>
                    <a:pt x="6786472" y="1836587"/>
                  </a:lnTo>
                  <a:lnTo>
                    <a:pt x="6791449" y="1838247"/>
                  </a:lnTo>
                  <a:close/>
                </a:path>
                <a:path w="8348344" h="7197725">
                  <a:moveTo>
                    <a:pt x="6770196" y="1814459"/>
                  </a:moveTo>
                  <a:lnTo>
                    <a:pt x="6782378" y="1806148"/>
                  </a:lnTo>
                  <a:lnTo>
                    <a:pt x="6770461" y="1806148"/>
                  </a:lnTo>
                  <a:lnTo>
                    <a:pt x="6770196" y="1814459"/>
                  </a:lnTo>
                  <a:close/>
                </a:path>
                <a:path w="8348344" h="7197725">
                  <a:moveTo>
                    <a:pt x="6521017" y="3121396"/>
                  </a:moveTo>
                  <a:lnTo>
                    <a:pt x="6540520" y="3112995"/>
                  </a:lnTo>
                  <a:lnTo>
                    <a:pt x="6547021" y="3094512"/>
                  </a:lnTo>
                  <a:lnTo>
                    <a:pt x="6540520" y="3076030"/>
                  </a:lnTo>
                  <a:lnTo>
                    <a:pt x="6521017" y="3067629"/>
                  </a:lnTo>
                  <a:lnTo>
                    <a:pt x="6501514" y="3076030"/>
                  </a:lnTo>
                  <a:lnTo>
                    <a:pt x="6495013" y="3094512"/>
                  </a:lnTo>
                  <a:lnTo>
                    <a:pt x="6501514" y="3112995"/>
                  </a:lnTo>
                  <a:lnTo>
                    <a:pt x="6521017" y="3121396"/>
                  </a:lnTo>
                  <a:close/>
                </a:path>
                <a:path w="8348344" h="7197725">
                  <a:moveTo>
                    <a:pt x="6521017" y="3249714"/>
                  </a:moveTo>
                  <a:lnTo>
                    <a:pt x="6540390" y="3241367"/>
                  </a:lnTo>
                  <a:lnTo>
                    <a:pt x="6546848" y="3223004"/>
                  </a:lnTo>
                  <a:lnTo>
                    <a:pt x="6540390" y="3204640"/>
                  </a:lnTo>
                  <a:lnTo>
                    <a:pt x="6521017" y="3196293"/>
                  </a:lnTo>
                  <a:lnTo>
                    <a:pt x="6501643" y="3204640"/>
                  </a:lnTo>
                  <a:lnTo>
                    <a:pt x="6495185" y="3223004"/>
                  </a:lnTo>
                  <a:lnTo>
                    <a:pt x="6501643" y="3241367"/>
                  </a:lnTo>
                  <a:lnTo>
                    <a:pt x="6521017" y="3249714"/>
                  </a:lnTo>
                  <a:close/>
                </a:path>
                <a:path w="8348344" h="7197725">
                  <a:moveTo>
                    <a:pt x="7509077" y="1573306"/>
                  </a:moveTo>
                  <a:lnTo>
                    <a:pt x="7514893" y="1563726"/>
                  </a:lnTo>
                  <a:lnTo>
                    <a:pt x="7516831" y="1552591"/>
                  </a:lnTo>
                  <a:lnTo>
                    <a:pt x="7514893" y="1541458"/>
                  </a:lnTo>
                  <a:lnTo>
                    <a:pt x="7509077" y="1531882"/>
                  </a:lnTo>
                  <a:lnTo>
                    <a:pt x="7509077" y="1573306"/>
                  </a:lnTo>
                  <a:close/>
                </a:path>
                <a:path w="8348344" h="7197725">
                  <a:moveTo>
                    <a:pt x="6521017" y="2993077"/>
                  </a:moveTo>
                  <a:lnTo>
                    <a:pt x="6540649" y="2984621"/>
                  </a:lnTo>
                  <a:lnTo>
                    <a:pt x="6547193" y="2966017"/>
                  </a:lnTo>
                  <a:lnTo>
                    <a:pt x="6540649" y="2947413"/>
                  </a:lnTo>
                  <a:lnTo>
                    <a:pt x="6521017" y="2938957"/>
                  </a:lnTo>
                  <a:lnTo>
                    <a:pt x="6501384" y="2947413"/>
                  </a:lnTo>
                  <a:lnTo>
                    <a:pt x="6494840" y="2966017"/>
                  </a:lnTo>
                  <a:lnTo>
                    <a:pt x="6501384" y="2984621"/>
                  </a:lnTo>
                  <a:lnTo>
                    <a:pt x="6521017" y="2993077"/>
                  </a:lnTo>
                  <a:close/>
                </a:path>
                <a:path w="8348344" h="7197725">
                  <a:moveTo>
                    <a:pt x="7509077" y="1445049"/>
                  </a:moveTo>
                  <a:lnTo>
                    <a:pt x="7515014" y="1435374"/>
                  </a:lnTo>
                  <a:lnTo>
                    <a:pt x="7516992" y="1424098"/>
                  </a:lnTo>
                  <a:lnTo>
                    <a:pt x="7515014" y="1412821"/>
                  </a:lnTo>
                  <a:lnTo>
                    <a:pt x="7509077" y="1403141"/>
                  </a:lnTo>
                  <a:lnTo>
                    <a:pt x="7509077" y="1445049"/>
                  </a:lnTo>
                  <a:close/>
                </a:path>
                <a:path w="8348344" h="7197725">
                  <a:moveTo>
                    <a:pt x="7350564" y="1709936"/>
                  </a:moveTo>
                  <a:lnTo>
                    <a:pt x="7350749" y="1709936"/>
                  </a:lnTo>
                  <a:lnTo>
                    <a:pt x="7350902" y="1709882"/>
                  </a:lnTo>
                  <a:lnTo>
                    <a:pt x="7351079" y="1709882"/>
                  </a:lnTo>
                  <a:lnTo>
                    <a:pt x="7351079" y="1652290"/>
                  </a:lnTo>
                  <a:lnTo>
                    <a:pt x="7350895" y="1652282"/>
                  </a:lnTo>
                  <a:lnTo>
                    <a:pt x="7350749" y="1652236"/>
                  </a:lnTo>
                  <a:lnTo>
                    <a:pt x="7350564" y="1652236"/>
                  </a:lnTo>
                  <a:lnTo>
                    <a:pt x="7329636" y="1661252"/>
                  </a:lnTo>
                  <a:lnTo>
                    <a:pt x="7322659" y="1681086"/>
                  </a:lnTo>
                  <a:lnTo>
                    <a:pt x="7329636" y="1700920"/>
                  </a:lnTo>
                  <a:lnTo>
                    <a:pt x="7350564" y="1709936"/>
                  </a:lnTo>
                  <a:close/>
                </a:path>
                <a:path w="8348344" h="7197725">
                  <a:moveTo>
                    <a:pt x="7762419" y="1324995"/>
                  </a:moveTo>
                  <a:lnTo>
                    <a:pt x="7765338" y="1324995"/>
                  </a:lnTo>
                  <a:lnTo>
                    <a:pt x="7786656" y="1315811"/>
                  </a:lnTo>
                  <a:lnTo>
                    <a:pt x="7793762" y="1295607"/>
                  </a:lnTo>
                  <a:lnTo>
                    <a:pt x="7786656" y="1275403"/>
                  </a:lnTo>
                  <a:lnTo>
                    <a:pt x="7765338" y="1266220"/>
                  </a:lnTo>
                  <a:lnTo>
                    <a:pt x="7762419" y="1266220"/>
                  </a:lnTo>
                  <a:lnTo>
                    <a:pt x="7759800" y="1266673"/>
                  </a:lnTo>
                  <a:lnTo>
                    <a:pt x="7757327" y="1267318"/>
                  </a:lnTo>
                  <a:lnTo>
                    <a:pt x="7757327" y="1323896"/>
                  </a:lnTo>
                  <a:lnTo>
                    <a:pt x="7759800" y="1324541"/>
                  </a:lnTo>
                  <a:lnTo>
                    <a:pt x="7762419" y="1324995"/>
                  </a:lnTo>
                  <a:close/>
                </a:path>
                <a:path w="8348344" h="7197725">
                  <a:moveTo>
                    <a:pt x="7467485" y="1661845"/>
                  </a:moveTo>
                  <a:lnTo>
                    <a:pt x="7477370" y="1654471"/>
                  </a:lnTo>
                  <a:lnTo>
                    <a:pt x="7473322" y="1656161"/>
                  </a:lnTo>
                  <a:lnTo>
                    <a:pt x="7470027" y="1658711"/>
                  </a:lnTo>
                  <a:lnTo>
                    <a:pt x="7467485" y="1661845"/>
                  </a:lnTo>
                  <a:close/>
                </a:path>
                <a:path w="8348344" h="7197725">
                  <a:moveTo>
                    <a:pt x="6244501" y="3378025"/>
                  </a:moveTo>
                  <a:lnTo>
                    <a:pt x="6263744" y="3369735"/>
                  </a:lnTo>
                  <a:lnTo>
                    <a:pt x="6270159" y="3351495"/>
                  </a:lnTo>
                  <a:lnTo>
                    <a:pt x="6263744" y="3333256"/>
                  </a:lnTo>
                  <a:lnTo>
                    <a:pt x="6244501" y="3324965"/>
                  </a:lnTo>
                  <a:lnTo>
                    <a:pt x="6225257" y="3333256"/>
                  </a:lnTo>
                  <a:lnTo>
                    <a:pt x="6218842" y="3351495"/>
                  </a:lnTo>
                  <a:lnTo>
                    <a:pt x="6225257" y="3369735"/>
                  </a:lnTo>
                  <a:lnTo>
                    <a:pt x="6244501" y="3378025"/>
                  </a:lnTo>
                  <a:close/>
                </a:path>
                <a:path w="8348344" h="7197725">
                  <a:moveTo>
                    <a:pt x="7212844" y="2094823"/>
                  </a:moveTo>
                  <a:lnTo>
                    <a:pt x="7222506" y="2093108"/>
                  </a:lnTo>
                  <a:lnTo>
                    <a:pt x="7230000" y="2088751"/>
                  </a:lnTo>
                  <a:lnTo>
                    <a:pt x="7235339" y="2082412"/>
                  </a:lnTo>
                  <a:lnTo>
                    <a:pt x="7238537" y="2074752"/>
                  </a:lnTo>
                  <a:lnTo>
                    <a:pt x="7212844" y="2094823"/>
                  </a:lnTo>
                  <a:close/>
                </a:path>
                <a:path w="8348344" h="7197725">
                  <a:moveTo>
                    <a:pt x="7600619" y="1562683"/>
                  </a:moveTo>
                  <a:lnTo>
                    <a:pt x="7644946" y="1529632"/>
                  </a:lnTo>
                  <a:lnTo>
                    <a:pt x="7640461" y="1525937"/>
                  </a:lnTo>
                  <a:lnTo>
                    <a:pt x="7634546" y="1523564"/>
                  </a:lnTo>
                  <a:lnTo>
                    <a:pt x="7627080" y="1523564"/>
                  </a:lnTo>
                  <a:lnTo>
                    <a:pt x="7612412" y="1527293"/>
                  </a:lnTo>
                  <a:lnTo>
                    <a:pt x="7603118" y="1536769"/>
                  </a:lnTo>
                  <a:lnTo>
                    <a:pt x="7599189" y="1549422"/>
                  </a:lnTo>
                  <a:lnTo>
                    <a:pt x="7600619" y="1562683"/>
                  </a:lnTo>
                  <a:close/>
                </a:path>
                <a:path w="8348344" h="7197725">
                  <a:moveTo>
                    <a:pt x="7762419" y="1196676"/>
                  </a:moveTo>
                  <a:lnTo>
                    <a:pt x="7765338" y="1196676"/>
                  </a:lnTo>
                  <a:lnTo>
                    <a:pt x="7786786" y="1187437"/>
                  </a:lnTo>
                  <a:lnTo>
                    <a:pt x="7793935" y="1167112"/>
                  </a:lnTo>
                  <a:lnTo>
                    <a:pt x="7786786" y="1146786"/>
                  </a:lnTo>
                  <a:lnTo>
                    <a:pt x="7765338" y="1137548"/>
                  </a:lnTo>
                  <a:lnTo>
                    <a:pt x="7756798" y="1138665"/>
                  </a:lnTo>
                  <a:lnTo>
                    <a:pt x="7752244" y="1140674"/>
                  </a:lnTo>
                  <a:lnTo>
                    <a:pt x="7757327" y="1140674"/>
                  </a:lnTo>
                  <a:lnTo>
                    <a:pt x="7757327" y="1195585"/>
                  </a:lnTo>
                  <a:lnTo>
                    <a:pt x="7759800" y="1196230"/>
                  </a:lnTo>
                  <a:lnTo>
                    <a:pt x="7762419" y="1196676"/>
                  </a:lnTo>
                  <a:close/>
                </a:path>
                <a:path w="8348344" h="7197725">
                  <a:moveTo>
                    <a:pt x="7740298" y="1152303"/>
                  </a:moveTo>
                  <a:lnTo>
                    <a:pt x="7757327" y="1140674"/>
                  </a:lnTo>
                  <a:lnTo>
                    <a:pt x="7752244" y="1140674"/>
                  </a:lnTo>
                  <a:lnTo>
                    <a:pt x="7749788" y="1141757"/>
                  </a:lnTo>
                  <a:lnTo>
                    <a:pt x="7744293" y="1146433"/>
                  </a:lnTo>
                  <a:lnTo>
                    <a:pt x="7740298" y="1152303"/>
                  </a:lnTo>
                  <a:close/>
                </a:path>
                <a:path w="8348344" h="7197725">
                  <a:moveTo>
                    <a:pt x="6220137" y="2592144"/>
                  </a:moveTo>
                  <a:lnTo>
                    <a:pt x="6263020" y="2560145"/>
                  </a:lnTo>
                  <a:lnTo>
                    <a:pt x="6258611" y="2555821"/>
                  </a:lnTo>
                  <a:lnTo>
                    <a:pt x="6252504" y="2552940"/>
                  </a:lnTo>
                  <a:lnTo>
                    <a:pt x="6244501" y="2552940"/>
                  </a:lnTo>
                  <a:lnTo>
                    <a:pt x="6230076" y="2556774"/>
                  </a:lnTo>
                  <a:lnTo>
                    <a:pt x="6221218" y="2566430"/>
                  </a:lnTo>
                  <a:lnTo>
                    <a:pt x="6217910" y="2579142"/>
                  </a:lnTo>
                  <a:lnTo>
                    <a:pt x="6220137" y="2592144"/>
                  </a:lnTo>
                  <a:close/>
                </a:path>
                <a:path w="8348344" h="7197725">
                  <a:moveTo>
                    <a:pt x="7074048" y="2351506"/>
                  </a:moveTo>
                  <a:lnTo>
                    <a:pt x="7094329" y="2342770"/>
                  </a:lnTo>
                  <a:lnTo>
                    <a:pt x="7101089" y="2323551"/>
                  </a:lnTo>
                  <a:lnTo>
                    <a:pt x="7094329" y="2304332"/>
                  </a:lnTo>
                  <a:lnTo>
                    <a:pt x="7074048" y="2295596"/>
                  </a:lnTo>
                  <a:lnTo>
                    <a:pt x="7053768" y="2304332"/>
                  </a:lnTo>
                  <a:lnTo>
                    <a:pt x="7047007" y="2323551"/>
                  </a:lnTo>
                  <a:lnTo>
                    <a:pt x="7053768" y="2342770"/>
                  </a:lnTo>
                  <a:lnTo>
                    <a:pt x="7074048" y="2351506"/>
                  </a:lnTo>
                  <a:close/>
                </a:path>
                <a:path w="8348344" h="7197725">
                  <a:moveTo>
                    <a:pt x="7074048" y="2736455"/>
                  </a:moveTo>
                  <a:lnTo>
                    <a:pt x="7093940" y="2727886"/>
                  </a:lnTo>
                  <a:lnTo>
                    <a:pt x="7100571" y="2709034"/>
                  </a:lnTo>
                  <a:lnTo>
                    <a:pt x="7093940" y="2690182"/>
                  </a:lnTo>
                  <a:lnTo>
                    <a:pt x="7074048" y="2681612"/>
                  </a:lnTo>
                  <a:lnTo>
                    <a:pt x="7054157" y="2690182"/>
                  </a:lnTo>
                  <a:lnTo>
                    <a:pt x="7047526" y="2709034"/>
                  </a:lnTo>
                  <a:lnTo>
                    <a:pt x="7054157" y="2727886"/>
                  </a:lnTo>
                  <a:lnTo>
                    <a:pt x="7074048" y="2736455"/>
                  </a:lnTo>
                  <a:close/>
                </a:path>
                <a:path w="8348344" h="7197725">
                  <a:moveTo>
                    <a:pt x="7074048" y="2608136"/>
                  </a:moveTo>
                  <a:lnTo>
                    <a:pt x="7094070" y="2599512"/>
                  </a:lnTo>
                  <a:lnTo>
                    <a:pt x="7100744" y="2580538"/>
                  </a:lnTo>
                  <a:lnTo>
                    <a:pt x="7094070" y="2561565"/>
                  </a:lnTo>
                  <a:lnTo>
                    <a:pt x="7074048" y="2552940"/>
                  </a:lnTo>
                  <a:lnTo>
                    <a:pt x="7054027" y="2561565"/>
                  </a:lnTo>
                  <a:lnTo>
                    <a:pt x="7047353" y="2580538"/>
                  </a:lnTo>
                  <a:lnTo>
                    <a:pt x="7054027" y="2599512"/>
                  </a:lnTo>
                  <a:lnTo>
                    <a:pt x="7074048" y="2608136"/>
                  </a:lnTo>
                  <a:close/>
                </a:path>
                <a:path w="8348344" h="7197725">
                  <a:moveTo>
                    <a:pt x="6935790" y="2479817"/>
                  </a:moveTo>
                  <a:lnTo>
                    <a:pt x="6955942" y="2471138"/>
                  </a:lnTo>
                  <a:lnTo>
                    <a:pt x="6962659" y="2452043"/>
                  </a:lnTo>
                  <a:lnTo>
                    <a:pt x="6955942" y="2432948"/>
                  </a:lnTo>
                  <a:lnTo>
                    <a:pt x="6935790" y="2424268"/>
                  </a:lnTo>
                  <a:lnTo>
                    <a:pt x="6915639" y="2432948"/>
                  </a:lnTo>
                  <a:lnTo>
                    <a:pt x="6908922" y="2452043"/>
                  </a:lnTo>
                  <a:lnTo>
                    <a:pt x="6915639" y="2471138"/>
                  </a:lnTo>
                  <a:lnTo>
                    <a:pt x="6935790" y="2479817"/>
                  </a:lnTo>
                  <a:close/>
                </a:path>
                <a:path w="8348344" h="7197725">
                  <a:moveTo>
                    <a:pt x="6935790" y="2351506"/>
                  </a:moveTo>
                  <a:lnTo>
                    <a:pt x="6953646" y="2345224"/>
                  </a:lnTo>
                  <a:lnTo>
                    <a:pt x="6962048" y="2330441"/>
                  </a:lnTo>
                  <a:lnTo>
                    <a:pt x="6961014" y="2313250"/>
                  </a:lnTo>
                  <a:lnTo>
                    <a:pt x="6950561" y="2299744"/>
                  </a:lnTo>
                  <a:lnTo>
                    <a:pt x="6909867" y="2331543"/>
                  </a:lnTo>
                  <a:lnTo>
                    <a:pt x="6913063" y="2339238"/>
                  </a:lnTo>
                  <a:lnTo>
                    <a:pt x="6918436" y="2345592"/>
                  </a:lnTo>
                  <a:lnTo>
                    <a:pt x="6926005" y="2349912"/>
                  </a:lnTo>
                  <a:lnTo>
                    <a:pt x="6935790" y="2351506"/>
                  </a:lnTo>
                  <a:close/>
                </a:path>
                <a:path w="8348344" h="7197725">
                  <a:moveTo>
                    <a:pt x="7074048" y="2479817"/>
                  </a:moveTo>
                  <a:lnTo>
                    <a:pt x="7094199" y="2471138"/>
                  </a:lnTo>
                  <a:lnTo>
                    <a:pt x="7100917" y="2452043"/>
                  </a:lnTo>
                  <a:lnTo>
                    <a:pt x="7094199" y="2432948"/>
                  </a:lnTo>
                  <a:lnTo>
                    <a:pt x="7074048" y="2424268"/>
                  </a:lnTo>
                  <a:lnTo>
                    <a:pt x="7053897" y="2432948"/>
                  </a:lnTo>
                  <a:lnTo>
                    <a:pt x="7047180" y="2452043"/>
                  </a:lnTo>
                  <a:lnTo>
                    <a:pt x="7053897" y="2471138"/>
                  </a:lnTo>
                  <a:lnTo>
                    <a:pt x="7074048" y="2479817"/>
                  </a:lnTo>
                  <a:close/>
                </a:path>
                <a:path w="8348344" h="7197725">
                  <a:moveTo>
                    <a:pt x="6791434" y="2094876"/>
                  </a:moveTo>
                  <a:lnTo>
                    <a:pt x="6797532" y="2094876"/>
                  </a:lnTo>
                  <a:lnTo>
                    <a:pt x="6818072" y="2086029"/>
                  </a:lnTo>
                  <a:lnTo>
                    <a:pt x="6824919" y="2066564"/>
                  </a:lnTo>
                  <a:lnTo>
                    <a:pt x="6818072" y="2047100"/>
                  </a:lnTo>
                  <a:lnTo>
                    <a:pt x="6797532" y="2038252"/>
                  </a:lnTo>
                  <a:lnTo>
                    <a:pt x="6791434" y="2038252"/>
                  </a:lnTo>
                  <a:lnTo>
                    <a:pt x="6786434" y="2039934"/>
                  </a:lnTo>
                  <a:lnTo>
                    <a:pt x="6782378" y="2042569"/>
                  </a:lnTo>
                  <a:lnTo>
                    <a:pt x="6782378" y="2090560"/>
                  </a:lnTo>
                  <a:lnTo>
                    <a:pt x="6786441" y="2093194"/>
                  </a:lnTo>
                  <a:lnTo>
                    <a:pt x="6791434" y="2094876"/>
                  </a:lnTo>
                  <a:close/>
                </a:path>
                <a:path w="8348344" h="7197725">
                  <a:moveTo>
                    <a:pt x="6775910" y="2177463"/>
                  </a:moveTo>
                  <a:lnTo>
                    <a:pt x="6787647" y="2168691"/>
                  </a:lnTo>
                  <a:lnTo>
                    <a:pt x="6782639" y="2170481"/>
                  </a:lnTo>
                  <a:lnTo>
                    <a:pt x="6778729" y="2173560"/>
                  </a:lnTo>
                  <a:lnTo>
                    <a:pt x="6775910" y="2177463"/>
                  </a:lnTo>
                  <a:close/>
                </a:path>
                <a:path w="8348344" h="7197725">
                  <a:moveTo>
                    <a:pt x="6935790" y="2608136"/>
                  </a:moveTo>
                  <a:lnTo>
                    <a:pt x="6955812" y="2599512"/>
                  </a:lnTo>
                  <a:lnTo>
                    <a:pt x="6962486" y="2580538"/>
                  </a:lnTo>
                  <a:lnTo>
                    <a:pt x="6955812" y="2561565"/>
                  </a:lnTo>
                  <a:lnTo>
                    <a:pt x="6935790" y="2552940"/>
                  </a:lnTo>
                  <a:lnTo>
                    <a:pt x="6915769" y="2561565"/>
                  </a:lnTo>
                  <a:lnTo>
                    <a:pt x="6909095" y="2580538"/>
                  </a:lnTo>
                  <a:lnTo>
                    <a:pt x="6915769" y="2599512"/>
                  </a:lnTo>
                  <a:lnTo>
                    <a:pt x="6935790" y="2608136"/>
                  </a:lnTo>
                  <a:close/>
                </a:path>
                <a:path w="8348344" h="7197725">
                  <a:moveTo>
                    <a:pt x="6791441" y="1966558"/>
                  </a:moveTo>
                  <a:lnTo>
                    <a:pt x="6797532" y="1966558"/>
                  </a:lnTo>
                  <a:lnTo>
                    <a:pt x="6818202" y="1957655"/>
                  </a:lnTo>
                  <a:lnTo>
                    <a:pt x="6825092" y="1938069"/>
                  </a:lnTo>
                  <a:lnTo>
                    <a:pt x="6818202" y="1918483"/>
                  </a:lnTo>
                  <a:lnTo>
                    <a:pt x="6797532" y="1909580"/>
                  </a:lnTo>
                  <a:lnTo>
                    <a:pt x="6791441" y="1909580"/>
                  </a:lnTo>
                  <a:lnTo>
                    <a:pt x="6786449" y="1911254"/>
                  </a:lnTo>
                  <a:lnTo>
                    <a:pt x="6782378" y="1913866"/>
                  </a:lnTo>
                  <a:lnTo>
                    <a:pt x="6782378" y="1962272"/>
                  </a:lnTo>
                  <a:lnTo>
                    <a:pt x="6786457" y="1964883"/>
                  </a:lnTo>
                  <a:lnTo>
                    <a:pt x="6791441" y="1966558"/>
                  </a:lnTo>
                  <a:close/>
                </a:path>
                <a:path w="8348344" h="7197725">
                  <a:moveTo>
                    <a:pt x="6521017" y="2736455"/>
                  </a:moveTo>
                  <a:lnTo>
                    <a:pt x="6540908" y="2727886"/>
                  </a:lnTo>
                  <a:lnTo>
                    <a:pt x="6547539" y="2709034"/>
                  </a:lnTo>
                  <a:lnTo>
                    <a:pt x="6540908" y="2690182"/>
                  </a:lnTo>
                  <a:lnTo>
                    <a:pt x="6521017" y="2681612"/>
                  </a:lnTo>
                  <a:lnTo>
                    <a:pt x="6501125" y="2690182"/>
                  </a:lnTo>
                  <a:lnTo>
                    <a:pt x="6494494" y="2709034"/>
                  </a:lnTo>
                  <a:lnTo>
                    <a:pt x="6501125" y="2727886"/>
                  </a:lnTo>
                  <a:lnTo>
                    <a:pt x="6521017" y="2736455"/>
                  </a:lnTo>
                  <a:close/>
                </a:path>
                <a:path w="8348344" h="7197725">
                  <a:moveTo>
                    <a:pt x="6935790" y="2864766"/>
                  </a:moveTo>
                  <a:lnTo>
                    <a:pt x="6955553" y="2856253"/>
                  </a:lnTo>
                  <a:lnTo>
                    <a:pt x="6962140" y="2837525"/>
                  </a:lnTo>
                  <a:lnTo>
                    <a:pt x="6955553" y="2818797"/>
                  </a:lnTo>
                  <a:lnTo>
                    <a:pt x="6935790" y="2810285"/>
                  </a:lnTo>
                  <a:lnTo>
                    <a:pt x="6916028" y="2818797"/>
                  </a:lnTo>
                  <a:lnTo>
                    <a:pt x="6909441" y="2837525"/>
                  </a:lnTo>
                  <a:lnTo>
                    <a:pt x="6916028" y="2856253"/>
                  </a:lnTo>
                  <a:lnTo>
                    <a:pt x="6935790" y="2864766"/>
                  </a:lnTo>
                  <a:close/>
                </a:path>
                <a:path w="8348344" h="7197725">
                  <a:moveTo>
                    <a:pt x="6935790" y="2736455"/>
                  </a:moveTo>
                  <a:lnTo>
                    <a:pt x="6955682" y="2727886"/>
                  </a:lnTo>
                  <a:lnTo>
                    <a:pt x="6962313" y="2709034"/>
                  </a:lnTo>
                  <a:lnTo>
                    <a:pt x="6955682" y="2690182"/>
                  </a:lnTo>
                  <a:lnTo>
                    <a:pt x="6935790" y="2681612"/>
                  </a:lnTo>
                  <a:lnTo>
                    <a:pt x="6915899" y="2690182"/>
                  </a:lnTo>
                  <a:lnTo>
                    <a:pt x="6909268" y="2709034"/>
                  </a:lnTo>
                  <a:lnTo>
                    <a:pt x="6915899" y="2727886"/>
                  </a:lnTo>
                  <a:lnTo>
                    <a:pt x="6935790" y="2736455"/>
                  </a:lnTo>
                  <a:close/>
                </a:path>
                <a:path w="8348344" h="7197725">
                  <a:moveTo>
                    <a:pt x="6521017" y="2864766"/>
                  </a:moveTo>
                  <a:lnTo>
                    <a:pt x="6540779" y="2856253"/>
                  </a:lnTo>
                  <a:lnTo>
                    <a:pt x="6547366" y="2837525"/>
                  </a:lnTo>
                  <a:lnTo>
                    <a:pt x="6540779" y="2818797"/>
                  </a:lnTo>
                  <a:lnTo>
                    <a:pt x="6521017" y="2810285"/>
                  </a:lnTo>
                  <a:lnTo>
                    <a:pt x="6501254" y="2818797"/>
                  </a:lnTo>
                  <a:lnTo>
                    <a:pt x="6494667" y="2837525"/>
                  </a:lnTo>
                  <a:lnTo>
                    <a:pt x="6501254" y="2856253"/>
                  </a:lnTo>
                  <a:lnTo>
                    <a:pt x="6521017" y="2864766"/>
                  </a:lnTo>
                  <a:close/>
                </a:path>
                <a:path w="8348344" h="7197725">
                  <a:moveTo>
                    <a:pt x="7751727" y="1450049"/>
                  </a:moveTo>
                  <a:lnTo>
                    <a:pt x="7774993" y="1432705"/>
                  </a:lnTo>
                  <a:lnTo>
                    <a:pt x="7775608" y="1432398"/>
                  </a:lnTo>
                  <a:lnTo>
                    <a:pt x="7776145" y="1432014"/>
                  </a:lnTo>
                  <a:lnTo>
                    <a:pt x="7776837" y="1431392"/>
                  </a:lnTo>
                  <a:lnTo>
                    <a:pt x="7793190" y="1419210"/>
                  </a:lnTo>
                  <a:lnTo>
                    <a:pt x="7790399" y="1410008"/>
                  </a:lnTo>
                  <a:lnTo>
                    <a:pt x="7784832" y="1402249"/>
                  </a:lnTo>
                  <a:lnTo>
                    <a:pt x="7776481" y="1396891"/>
                  </a:lnTo>
                  <a:lnTo>
                    <a:pt x="7765338" y="1394892"/>
                  </a:lnTo>
                  <a:lnTo>
                    <a:pt x="7762412" y="1394892"/>
                  </a:lnTo>
                  <a:lnTo>
                    <a:pt x="7759800" y="1395353"/>
                  </a:lnTo>
                  <a:lnTo>
                    <a:pt x="7757327" y="1395998"/>
                  </a:lnTo>
                  <a:lnTo>
                    <a:pt x="7757327" y="1417420"/>
                  </a:lnTo>
                  <a:lnTo>
                    <a:pt x="7738086" y="1431753"/>
                  </a:lnTo>
                  <a:lnTo>
                    <a:pt x="7739891" y="1439395"/>
                  </a:lnTo>
                  <a:lnTo>
                    <a:pt x="7744423" y="1446224"/>
                  </a:lnTo>
                  <a:lnTo>
                    <a:pt x="7751727" y="1450049"/>
                  </a:lnTo>
                  <a:close/>
                </a:path>
                <a:path w="8348344" h="7197725">
                  <a:moveTo>
                    <a:pt x="7350564" y="2479817"/>
                  </a:moveTo>
                  <a:lnTo>
                    <a:pt x="7370715" y="2471138"/>
                  </a:lnTo>
                  <a:lnTo>
                    <a:pt x="7377432" y="2452043"/>
                  </a:lnTo>
                  <a:lnTo>
                    <a:pt x="7370715" y="2432948"/>
                  </a:lnTo>
                  <a:lnTo>
                    <a:pt x="7350564" y="2424268"/>
                  </a:lnTo>
                  <a:lnTo>
                    <a:pt x="7330413" y="2432948"/>
                  </a:lnTo>
                  <a:lnTo>
                    <a:pt x="7323696" y="2452043"/>
                  </a:lnTo>
                  <a:lnTo>
                    <a:pt x="7330413" y="2471138"/>
                  </a:lnTo>
                  <a:lnTo>
                    <a:pt x="7350564" y="2479817"/>
                  </a:lnTo>
                  <a:close/>
                </a:path>
                <a:path w="8348344" h="7197725">
                  <a:moveTo>
                    <a:pt x="7350564" y="2351506"/>
                  </a:moveTo>
                  <a:lnTo>
                    <a:pt x="7370845" y="2342770"/>
                  </a:lnTo>
                  <a:lnTo>
                    <a:pt x="7377605" y="2323551"/>
                  </a:lnTo>
                  <a:lnTo>
                    <a:pt x="7370845" y="2304332"/>
                  </a:lnTo>
                  <a:lnTo>
                    <a:pt x="7350564" y="2295596"/>
                  </a:lnTo>
                  <a:lnTo>
                    <a:pt x="7330284" y="2304332"/>
                  </a:lnTo>
                  <a:lnTo>
                    <a:pt x="7323523" y="2323551"/>
                  </a:lnTo>
                  <a:lnTo>
                    <a:pt x="7330284" y="2342770"/>
                  </a:lnTo>
                  <a:lnTo>
                    <a:pt x="7350564" y="2351506"/>
                  </a:lnTo>
                  <a:close/>
                </a:path>
                <a:path w="8348344" h="7197725">
                  <a:moveTo>
                    <a:pt x="7350564" y="2608136"/>
                  </a:moveTo>
                  <a:lnTo>
                    <a:pt x="7370586" y="2599512"/>
                  </a:lnTo>
                  <a:lnTo>
                    <a:pt x="7377260" y="2580538"/>
                  </a:lnTo>
                  <a:lnTo>
                    <a:pt x="7370586" y="2561565"/>
                  </a:lnTo>
                  <a:lnTo>
                    <a:pt x="7350564" y="2552940"/>
                  </a:lnTo>
                  <a:lnTo>
                    <a:pt x="7330543" y="2561565"/>
                  </a:lnTo>
                  <a:lnTo>
                    <a:pt x="7323869" y="2580538"/>
                  </a:lnTo>
                  <a:lnTo>
                    <a:pt x="7330543" y="2599512"/>
                  </a:lnTo>
                  <a:lnTo>
                    <a:pt x="7350564" y="2608136"/>
                  </a:lnTo>
                  <a:close/>
                </a:path>
                <a:path w="8348344" h="7197725">
                  <a:moveTo>
                    <a:pt x="7212306" y="2223195"/>
                  </a:moveTo>
                  <a:lnTo>
                    <a:pt x="7232717" y="2214403"/>
                  </a:lnTo>
                  <a:lnTo>
                    <a:pt x="7239520" y="2195060"/>
                  </a:lnTo>
                  <a:lnTo>
                    <a:pt x="7232717" y="2175717"/>
                  </a:lnTo>
                  <a:lnTo>
                    <a:pt x="7212306" y="2166924"/>
                  </a:lnTo>
                  <a:lnTo>
                    <a:pt x="7191896" y="2175717"/>
                  </a:lnTo>
                  <a:lnTo>
                    <a:pt x="7185093" y="2195060"/>
                  </a:lnTo>
                  <a:lnTo>
                    <a:pt x="7191896" y="2214403"/>
                  </a:lnTo>
                  <a:lnTo>
                    <a:pt x="7212306" y="2223195"/>
                  </a:lnTo>
                  <a:close/>
                </a:path>
                <a:path w="8348344" h="7197725">
                  <a:moveTo>
                    <a:pt x="7350564" y="2094876"/>
                  </a:moveTo>
                  <a:lnTo>
                    <a:pt x="7371104" y="2086029"/>
                  </a:lnTo>
                  <a:lnTo>
                    <a:pt x="7377951" y="2066564"/>
                  </a:lnTo>
                  <a:lnTo>
                    <a:pt x="7371104" y="2047100"/>
                  </a:lnTo>
                  <a:lnTo>
                    <a:pt x="7350564" y="2038252"/>
                  </a:lnTo>
                  <a:lnTo>
                    <a:pt x="7330024" y="2047100"/>
                  </a:lnTo>
                  <a:lnTo>
                    <a:pt x="7323178" y="2066564"/>
                  </a:lnTo>
                  <a:lnTo>
                    <a:pt x="7330024" y="2086029"/>
                  </a:lnTo>
                  <a:lnTo>
                    <a:pt x="7350564" y="2094876"/>
                  </a:lnTo>
                  <a:close/>
                </a:path>
                <a:path w="8348344" h="7197725">
                  <a:moveTo>
                    <a:pt x="7488822" y="2351506"/>
                  </a:moveTo>
                  <a:lnTo>
                    <a:pt x="7509103" y="2342770"/>
                  </a:lnTo>
                  <a:lnTo>
                    <a:pt x="7515863" y="2323551"/>
                  </a:lnTo>
                  <a:lnTo>
                    <a:pt x="7509103" y="2304332"/>
                  </a:lnTo>
                  <a:lnTo>
                    <a:pt x="7488822" y="2295596"/>
                  </a:lnTo>
                  <a:lnTo>
                    <a:pt x="7468542" y="2304332"/>
                  </a:lnTo>
                  <a:lnTo>
                    <a:pt x="7461781" y="2323551"/>
                  </a:lnTo>
                  <a:lnTo>
                    <a:pt x="7468542" y="2342770"/>
                  </a:lnTo>
                  <a:lnTo>
                    <a:pt x="7488822" y="2351506"/>
                  </a:lnTo>
                  <a:close/>
                </a:path>
                <a:path w="8348344" h="7197725">
                  <a:moveTo>
                    <a:pt x="7350564" y="2223195"/>
                  </a:moveTo>
                  <a:lnTo>
                    <a:pt x="7370975" y="2214403"/>
                  </a:lnTo>
                  <a:lnTo>
                    <a:pt x="7377778" y="2195060"/>
                  </a:lnTo>
                  <a:lnTo>
                    <a:pt x="7370975" y="2175717"/>
                  </a:lnTo>
                  <a:lnTo>
                    <a:pt x="7350564" y="2166924"/>
                  </a:lnTo>
                  <a:lnTo>
                    <a:pt x="7330154" y="2175717"/>
                  </a:lnTo>
                  <a:lnTo>
                    <a:pt x="7323351" y="2195060"/>
                  </a:lnTo>
                  <a:lnTo>
                    <a:pt x="7330154" y="2214403"/>
                  </a:lnTo>
                  <a:lnTo>
                    <a:pt x="7350564" y="2223195"/>
                  </a:lnTo>
                  <a:close/>
                </a:path>
                <a:path w="8348344" h="7197725">
                  <a:moveTo>
                    <a:pt x="7488822" y="2479817"/>
                  </a:moveTo>
                  <a:lnTo>
                    <a:pt x="7508973" y="2471138"/>
                  </a:lnTo>
                  <a:lnTo>
                    <a:pt x="7515690" y="2452043"/>
                  </a:lnTo>
                  <a:lnTo>
                    <a:pt x="7508973" y="2432948"/>
                  </a:lnTo>
                  <a:lnTo>
                    <a:pt x="7488822" y="2424268"/>
                  </a:lnTo>
                  <a:lnTo>
                    <a:pt x="7468671" y="2432948"/>
                  </a:lnTo>
                  <a:lnTo>
                    <a:pt x="7461954" y="2452043"/>
                  </a:lnTo>
                  <a:lnTo>
                    <a:pt x="7468671" y="2471138"/>
                  </a:lnTo>
                  <a:lnTo>
                    <a:pt x="7488822" y="2479817"/>
                  </a:lnTo>
                  <a:close/>
                </a:path>
                <a:path w="8348344" h="7197725">
                  <a:moveTo>
                    <a:pt x="7212306" y="2351506"/>
                  </a:moveTo>
                  <a:lnTo>
                    <a:pt x="7232587" y="2342770"/>
                  </a:lnTo>
                  <a:lnTo>
                    <a:pt x="7239347" y="2323551"/>
                  </a:lnTo>
                  <a:lnTo>
                    <a:pt x="7232587" y="2304332"/>
                  </a:lnTo>
                  <a:lnTo>
                    <a:pt x="7212306" y="2295596"/>
                  </a:lnTo>
                  <a:lnTo>
                    <a:pt x="7192026" y="2304332"/>
                  </a:lnTo>
                  <a:lnTo>
                    <a:pt x="7185265" y="2323551"/>
                  </a:lnTo>
                  <a:lnTo>
                    <a:pt x="7192026" y="2342770"/>
                  </a:lnTo>
                  <a:lnTo>
                    <a:pt x="7212306" y="2351506"/>
                  </a:lnTo>
                  <a:close/>
                </a:path>
                <a:path w="8348344" h="7197725">
                  <a:moveTo>
                    <a:pt x="6244501" y="2993077"/>
                  </a:moveTo>
                  <a:lnTo>
                    <a:pt x="6264133" y="2984621"/>
                  </a:lnTo>
                  <a:lnTo>
                    <a:pt x="6270678" y="2966017"/>
                  </a:lnTo>
                  <a:lnTo>
                    <a:pt x="6264133" y="2947413"/>
                  </a:lnTo>
                  <a:lnTo>
                    <a:pt x="6244501" y="2938957"/>
                  </a:lnTo>
                  <a:lnTo>
                    <a:pt x="6224868" y="2947413"/>
                  </a:lnTo>
                  <a:lnTo>
                    <a:pt x="6218324" y="2966017"/>
                  </a:lnTo>
                  <a:lnTo>
                    <a:pt x="6224868" y="2984621"/>
                  </a:lnTo>
                  <a:lnTo>
                    <a:pt x="6244501" y="2993077"/>
                  </a:lnTo>
                  <a:close/>
                </a:path>
                <a:path w="8348344" h="7197725">
                  <a:moveTo>
                    <a:pt x="6244501" y="3121396"/>
                  </a:moveTo>
                  <a:lnTo>
                    <a:pt x="6264004" y="3112995"/>
                  </a:lnTo>
                  <a:lnTo>
                    <a:pt x="6270505" y="3094512"/>
                  </a:lnTo>
                  <a:lnTo>
                    <a:pt x="6264004" y="3076030"/>
                  </a:lnTo>
                  <a:lnTo>
                    <a:pt x="6244501" y="3067629"/>
                  </a:lnTo>
                  <a:lnTo>
                    <a:pt x="6224998" y="3076030"/>
                  </a:lnTo>
                  <a:lnTo>
                    <a:pt x="6218497" y="3094512"/>
                  </a:lnTo>
                  <a:lnTo>
                    <a:pt x="6224998" y="3112995"/>
                  </a:lnTo>
                  <a:lnTo>
                    <a:pt x="6244501" y="3121396"/>
                  </a:lnTo>
                  <a:close/>
                </a:path>
                <a:path w="8348344" h="7197725">
                  <a:moveTo>
                    <a:pt x="7212306" y="2479817"/>
                  </a:moveTo>
                  <a:lnTo>
                    <a:pt x="7232457" y="2471138"/>
                  </a:lnTo>
                  <a:lnTo>
                    <a:pt x="7239174" y="2452043"/>
                  </a:lnTo>
                  <a:lnTo>
                    <a:pt x="7232457" y="2432948"/>
                  </a:lnTo>
                  <a:lnTo>
                    <a:pt x="7212306" y="2424268"/>
                  </a:lnTo>
                  <a:lnTo>
                    <a:pt x="7192155" y="2432948"/>
                  </a:lnTo>
                  <a:lnTo>
                    <a:pt x="7185438" y="2452043"/>
                  </a:lnTo>
                  <a:lnTo>
                    <a:pt x="7192155" y="2471138"/>
                  </a:lnTo>
                  <a:lnTo>
                    <a:pt x="7212306" y="2479817"/>
                  </a:lnTo>
                  <a:close/>
                </a:path>
                <a:path w="8348344" h="7197725">
                  <a:moveTo>
                    <a:pt x="6244501" y="3506329"/>
                  </a:moveTo>
                  <a:lnTo>
                    <a:pt x="6263615" y="3498095"/>
                  </a:lnTo>
                  <a:lnTo>
                    <a:pt x="6269986" y="3479979"/>
                  </a:lnTo>
                  <a:lnTo>
                    <a:pt x="6263615" y="3461864"/>
                  </a:lnTo>
                  <a:lnTo>
                    <a:pt x="6244501" y="3453630"/>
                  </a:lnTo>
                  <a:lnTo>
                    <a:pt x="6225387" y="3461864"/>
                  </a:lnTo>
                  <a:lnTo>
                    <a:pt x="6219015" y="3479979"/>
                  </a:lnTo>
                  <a:lnTo>
                    <a:pt x="6225386" y="3498095"/>
                  </a:lnTo>
                  <a:lnTo>
                    <a:pt x="6244501" y="3506329"/>
                  </a:lnTo>
                  <a:close/>
                </a:path>
                <a:path w="8348344" h="7197725">
                  <a:moveTo>
                    <a:pt x="7488822" y="2223195"/>
                  </a:moveTo>
                  <a:lnTo>
                    <a:pt x="7509233" y="2214403"/>
                  </a:lnTo>
                  <a:lnTo>
                    <a:pt x="7516036" y="2195060"/>
                  </a:lnTo>
                  <a:lnTo>
                    <a:pt x="7509233" y="2175717"/>
                  </a:lnTo>
                  <a:lnTo>
                    <a:pt x="7488822" y="2166924"/>
                  </a:lnTo>
                  <a:lnTo>
                    <a:pt x="7468412" y="2175717"/>
                  </a:lnTo>
                  <a:lnTo>
                    <a:pt x="7461609" y="2195060"/>
                  </a:lnTo>
                  <a:lnTo>
                    <a:pt x="7468412" y="2214403"/>
                  </a:lnTo>
                  <a:lnTo>
                    <a:pt x="7488822" y="2223195"/>
                  </a:lnTo>
                  <a:close/>
                </a:path>
                <a:path w="8348344" h="7197725">
                  <a:moveTo>
                    <a:pt x="6244501" y="3249714"/>
                  </a:moveTo>
                  <a:lnTo>
                    <a:pt x="6263874" y="3241367"/>
                  </a:lnTo>
                  <a:lnTo>
                    <a:pt x="6270332" y="3223004"/>
                  </a:lnTo>
                  <a:lnTo>
                    <a:pt x="6263874" y="3204640"/>
                  </a:lnTo>
                  <a:lnTo>
                    <a:pt x="6244501" y="3196293"/>
                  </a:lnTo>
                  <a:lnTo>
                    <a:pt x="6225127" y="3204640"/>
                  </a:lnTo>
                  <a:lnTo>
                    <a:pt x="6218670" y="3223004"/>
                  </a:lnTo>
                  <a:lnTo>
                    <a:pt x="6225127" y="3241367"/>
                  </a:lnTo>
                  <a:lnTo>
                    <a:pt x="6244501" y="3249714"/>
                  </a:lnTo>
                  <a:close/>
                </a:path>
                <a:path w="8348344" h="7197725">
                  <a:moveTo>
                    <a:pt x="7212306" y="2736455"/>
                  </a:moveTo>
                  <a:lnTo>
                    <a:pt x="7232198" y="2727886"/>
                  </a:lnTo>
                  <a:lnTo>
                    <a:pt x="7238829" y="2709034"/>
                  </a:lnTo>
                  <a:lnTo>
                    <a:pt x="7232198" y="2690182"/>
                  </a:lnTo>
                  <a:lnTo>
                    <a:pt x="7212306" y="2681612"/>
                  </a:lnTo>
                  <a:lnTo>
                    <a:pt x="7192414" y="2690182"/>
                  </a:lnTo>
                  <a:lnTo>
                    <a:pt x="7185784" y="2709034"/>
                  </a:lnTo>
                  <a:lnTo>
                    <a:pt x="7192414" y="2727886"/>
                  </a:lnTo>
                  <a:lnTo>
                    <a:pt x="7212306" y="2736455"/>
                  </a:lnTo>
                  <a:close/>
                </a:path>
                <a:path w="8348344" h="7197725">
                  <a:moveTo>
                    <a:pt x="7212306" y="2608136"/>
                  </a:moveTo>
                  <a:lnTo>
                    <a:pt x="7232328" y="2599512"/>
                  </a:lnTo>
                  <a:lnTo>
                    <a:pt x="7239002" y="2580538"/>
                  </a:lnTo>
                  <a:lnTo>
                    <a:pt x="7232328" y="2561565"/>
                  </a:lnTo>
                  <a:lnTo>
                    <a:pt x="7212306" y="2552940"/>
                  </a:lnTo>
                  <a:lnTo>
                    <a:pt x="7192285" y="2561565"/>
                  </a:lnTo>
                  <a:lnTo>
                    <a:pt x="7185611" y="2580538"/>
                  </a:lnTo>
                  <a:lnTo>
                    <a:pt x="7192285" y="2599512"/>
                  </a:lnTo>
                  <a:lnTo>
                    <a:pt x="7212306" y="2608136"/>
                  </a:lnTo>
                  <a:close/>
                </a:path>
                <a:path w="8348344" h="7197725">
                  <a:moveTo>
                    <a:pt x="6239385" y="2864758"/>
                  </a:moveTo>
                  <a:lnTo>
                    <a:pt x="6244501" y="2864758"/>
                  </a:lnTo>
                  <a:lnTo>
                    <a:pt x="6257495" y="2861691"/>
                  </a:lnTo>
                  <a:lnTo>
                    <a:pt x="6266094" y="2853791"/>
                  </a:lnTo>
                  <a:lnTo>
                    <a:pt x="6270312" y="2843012"/>
                  </a:lnTo>
                  <a:lnTo>
                    <a:pt x="6270163" y="2831307"/>
                  </a:lnTo>
                  <a:lnTo>
                    <a:pt x="6231481" y="2861532"/>
                  </a:lnTo>
                  <a:lnTo>
                    <a:pt x="6235107" y="2863506"/>
                  </a:lnTo>
                  <a:lnTo>
                    <a:pt x="6239385" y="2864758"/>
                  </a:lnTo>
                  <a:close/>
                </a:path>
                <a:path w="8348344" h="7197725">
                  <a:moveTo>
                    <a:pt x="7627080" y="2351506"/>
                  </a:moveTo>
                  <a:lnTo>
                    <a:pt x="7647361" y="2342770"/>
                  </a:lnTo>
                  <a:lnTo>
                    <a:pt x="7654121" y="2323551"/>
                  </a:lnTo>
                  <a:lnTo>
                    <a:pt x="7647361" y="2304332"/>
                  </a:lnTo>
                  <a:lnTo>
                    <a:pt x="7627080" y="2295596"/>
                  </a:lnTo>
                  <a:lnTo>
                    <a:pt x="7606800" y="2304332"/>
                  </a:lnTo>
                  <a:lnTo>
                    <a:pt x="7600039" y="2323551"/>
                  </a:lnTo>
                  <a:lnTo>
                    <a:pt x="7606800" y="2342770"/>
                  </a:lnTo>
                  <a:lnTo>
                    <a:pt x="7627080" y="2351506"/>
                  </a:lnTo>
                  <a:close/>
                </a:path>
                <a:path w="8348344" h="7197725">
                  <a:moveTo>
                    <a:pt x="7903596" y="1966558"/>
                  </a:moveTo>
                  <a:lnTo>
                    <a:pt x="7924266" y="1957655"/>
                  </a:lnTo>
                  <a:lnTo>
                    <a:pt x="7931156" y="1938069"/>
                  </a:lnTo>
                  <a:lnTo>
                    <a:pt x="7924266" y="1918483"/>
                  </a:lnTo>
                  <a:lnTo>
                    <a:pt x="7903596" y="1909580"/>
                  </a:lnTo>
                  <a:lnTo>
                    <a:pt x="7882927" y="1918483"/>
                  </a:lnTo>
                  <a:lnTo>
                    <a:pt x="7876037" y="1938069"/>
                  </a:lnTo>
                  <a:lnTo>
                    <a:pt x="7882927" y="1957655"/>
                  </a:lnTo>
                  <a:lnTo>
                    <a:pt x="7903596" y="1966558"/>
                  </a:lnTo>
                  <a:close/>
                </a:path>
                <a:path w="8348344" h="7197725">
                  <a:moveTo>
                    <a:pt x="7765338" y="1709936"/>
                  </a:moveTo>
                  <a:lnTo>
                    <a:pt x="7784573" y="1702711"/>
                  </a:lnTo>
                  <a:lnTo>
                    <a:pt x="7792846" y="1686043"/>
                  </a:lnTo>
                  <a:lnTo>
                    <a:pt x="7790171" y="1667437"/>
                  </a:lnTo>
                  <a:lnTo>
                    <a:pt x="7776560" y="1654402"/>
                  </a:lnTo>
                  <a:lnTo>
                    <a:pt x="7737733" y="1684734"/>
                  </a:lnTo>
                  <a:lnTo>
                    <a:pt x="7740257" y="1694200"/>
                  </a:lnTo>
                  <a:lnTo>
                    <a:pt x="7745688" y="1702249"/>
                  </a:lnTo>
                  <a:lnTo>
                    <a:pt x="7754043" y="1707841"/>
                  </a:lnTo>
                  <a:lnTo>
                    <a:pt x="7765338" y="1709936"/>
                  </a:lnTo>
                  <a:close/>
                </a:path>
                <a:path w="8348344" h="7197725">
                  <a:moveTo>
                    <a:pt x="7765338" y="1838247"/>
                  </a:moveTo>
                  <a:lnTo>
                    <a:pt x="7786137" y="1829287"/>
                  </a:lnTo>
                  <a:lnTo>
                    <a:pt x="7793071" y="1809577"/>
                  </a:lnTo>
                  <a:lnTo>
                    <a:pt x="7786137" y="1789867"/>
                  </a:lnTo>
                  <a:lnTo>
                    <a:pt x="7765338" y="1780908"/>
                  </a:lnTo>
                  <a:lnTo>
                    <a:pt x="7744539" y="1789867"/>
                  </a:lnTo>
                  <a:lnTo>
                    <a:pt x="7737606" y="1809577"/>
                  </a:lnTo>
                  <a:lnTo>
                    <a:pt x="7744539" y="1829287"/>
                  </a:lnTo>
                  <a:lnTo>
                    <a:pt x="7765338" y="1838247"/>
                  </a:lnTo>
                  <a:close/>
                </a:path>
                <a:path w="8348344" h="7197725">
                  <a:moveTo>
                    <a:pt x="7903596" y="2094876"/>
                  </a:moveTo>
                  <a:lnTo>
                    <a:pt x="7924136" y="2086029"/>
                  </a:lnTo>
                  <a:lnTo>
                    <a:pt x="7930983" y="2066564"/>
                  </a:lnTo>
                  <a:lnTo>
                    <a:pt x="7924136" y="2047100"/>
                  </a:lnTo>
                  <a:lnTo>
                    <a:pt x="7903596" y="2038252"/>
                  </a:lnTo>
                  <a:lnTo>
                    <a:pt x="7883056" y="2047100"/>
                  </a:lnTo>
                  <a:lnTo>
                    <a:pt x="7876210" y="2066564"/>
                  </a:lnTo>
                  <a:lnTo>
                    <a:pt x="7883056" y="2086029"/>
                  </a:lnTo>
                  <a:lnTo>
                    <a:pt x="7903596" y="2094876"/>
                  </a:lnTo>
                  <a:close/>
                </a:path>
                <a:path w="8348344" h="7197725">
                  <a:moveTo>
                    <a:pt x="7765338" y="1966558"/>
                  </a:moveTo>
                  <a:lnTo>
                    <a:pt x="7786008" y="1957655"/>
                  </a:lnTo>
                  <a:lnTo>
                    <a:pt x="7792898" y="1938069"/>
                  </a:lnTo>
                  <a:lnTo>
                    <a:pt x="7786008" y="1918483"/>
                  </a:lnTo>
                  <a:lnTo>
                    <a:pt x="7765338" y="1909580"/>
                  </a:lnTo>
                  <a:lnTo>
                    <a:pt x="7744669" y="1918483"/>
                  </a:lnTo>
                  <a:lnTo>
                    <a:pt x="7737779" y="1938069"/>
                  </a:lnTo>
                  <a:lnTo>
                    <a:pt x="7744669" y="1957655"/>
                  </a:lnTo>
                  <a:lnTo>
                    <a:pt x="7765338" y="1966558"/>
                  </a:lnTo>
                  <a:close/>
                </a:path>
                <a:path w="8348344" h="7197725">
                  <a:moveTo>
                    <a:pt x="7893918" y="1581617"/>
                  </a:moveTo>
                  <a:lnTo>
                    <a:pt x="7903596" y="1581617"/>
                  </a:lnTo>
                  <a:lnTo>
                    <a:pt x="7919696" y="1576984"/>
                  </a:lnTo>
                  <a:lnTo>
                    <a:pt x="7929024" y="1565509"/>
                  </a:lnTo>
                  <a:lnTo>
                    <a:pt x="7931589" y="1550823"/>
                  </a:lnTo>
                  <a:lnTo>
                    <a:pt x="7927400" y="1536560"/>
                  </a:lnTo>
                  <a:lnTo>
                    <a:pt x="7882113" y="1571939"/>
                  </a:lnTo>
                  <a:lnTo>
                    <a:pt x="7886790" y="1577700"/>
                  </a:lnTo>
                  <a:lnTo>
                    <a:pt x="7893918" y="1581617"/>
                  </a:lnTo>
                  <a:close/>
                </a:path>
                <a:path w="8348344" h="7197725">
                  <a:moveTo>
                    <a:pt x="7903596" y="1709936"/>
                  </a:moveTo>
                  <a:lnTo>
                    <a:pt x="7924525" y="1700920"/>
                  </a:lnTo>
                  <a:lnTo>
                    <a:pt x="7931501" y="1681086"/>
                  </a:lnTo>
                  <a:lnTo>
                    <a:pt x="7924525" y="1661252"/>
                  </a:lnTo>
                  <a:lnTo>
                    <a:pt x="7903596" y="1652236"/>
                  </a:lnTo>
                  <a:lnTo>
                    <a:pt x="7882667" y="1661252"/>
                  </a:lnTo>
                  <a:lnTo>
                    <a:pt x="7875691" y="1681086"/>
                  </a:lnTo>
                  <a:lnTo>
                    <a:pt x="7882667" y="1700920"/>
                  </a:lnTo>
                  <a:lnTo>
                    <a:pt x="7903596" y="1709936"/>
                  </a:lnTo>
                  <a:close/>
                </a:path>
                <a:path w="8348344" h="7197725">
                  <a:moveTo>
                    <a:pt x="7903596" y="1838247"/>
                  </a:moveTo>
                  <a:lnTo>
                    <a:pt x="7924395" y="1829287"/>
                  </a:lnTo>
                  <a:lnTo>
                    <a:pt x="7931328" y="1809577"/>
                  </a:lnTo>
                  <a:lnTo>
                    <a:pt x="7924395" y="1789867"/>
                  </a:lnTo>
                  <a:lnTo>
                    <a:pt x="7903596" y="1780908"/>
                  </a:lnTo>
                  <a:lnTo>
                    <a:pt x="7882797" y="1789867"/>
                  </a:lnTo>
                  <a:lnTo>
                    <a:pt x="7875864" y="1809577"/>
                  </a:lnTo>
                  <a:lnTo>
                    <a:pt x="7882797" y="1829287"/>
                  </a:lnTo>
                  <a:lnTo>
                    <a:pt x="7903596" y="1838247"/>
                  </a:lnTo>
                  <a:close/>
                </a:path>
                <a:path w="8348344" h="7197725">
                  <a:moveTo>
                    <a:pt x="7627080" y="2223195"/>
                  </a:moveTo>
                  <a:lnTo>
                    <a:pt x="7647491" y="2214403"/>
                  </a:lnTo>
                  <a:lnTo>
                    <a:pt x="7654294" y="2195060"/>
                  </a:lnTo>
                  <a:lnTo>
                    <a:pt x="7647491" y="2175717"/>
                  </a:lnTo>
                  <a:lnTo>
                    <a:pt x="7627080" y="2166924"/>
                  </a:lnTo>
                  <a:lnTo>
                    <a:pt x="7606670" y="2175717"/>
                  </a:lnTo>
                  <a:lnTo>
                    <a:pt x="7599867" y="2195060"/>
                  </a:lnTo>
                  <a:lnTo>
                    <a:pt x="7606670" y="2214403"/>
                  </a:lnTo>
                  <a:lnTo>
                    <a:pt x="7627080" y="2223195"/>
                  </a:lnTo>
                  <a:close/>
                </a:path>
                <a:path w="8348344" h="7197725">
                  <a:moveTo>
                    <a:pt x="7765338" y="2223195"/>
                  </a:moveTo>
                  <a:lnTo>
                    <a:pt x="7785749" y="2214403"/>
                  </a:lnTo>
                  <a:lnTo>
                    <a:pt x="7792552" y="2195060"/>
                  </a:lnTo>
                  <a:lnTo>
                    <a:pt x="7785749" y="2175717"/>
                  </a:lnTo>
                  <a:lnTo>
                    <a:pt x="7765338" y="2166924"/>
                  </a:lnTo>
                  <a:lnTo>
                    <a:pt x="7744928" y="2175717"/>
                  </a:lnTo>
                  <a:lnTo>
                    <a:pt x="7738125" y="2195060"/>
                  </a:lnTo>
                  <a:lnTo>
                    <a:pt x="7744928" y="2214403"/>
                  </a:lnTo>
                  <a:lnTo>
                    <a:pt x="7765338" y="2223195"/>
                  </a:lnTo>
                  <a:close/>
                </a:path>
                <a:path w="8348344" h="7197725">
                  <a:moveTo>
                    <a:pt x="7897137" y="1324995"/>
                  </a:moveTo>
                  <a:lnTo>
                    <a:pt x="7903596" y="1324995"/>
                  </a:lnTo>
                  <a:lnTo>
                    <a:pt x="7917826" y="1321568"/>
                  </a:lnTo>
                  <a:lnTo>
                    <a:pt x="7927129" y="1312776"/>
                  </a:lnTo>
                  <a:lnTo>
                    <a:pt x="7931527" y="1300847"/>
                  </a:lnTo>
                  <a:lnTo>
                    <a:pt x="7931041" y="1288011"/>
                  </a:lnTo>
                  <a:lnTo>
                    <a:pt x="7887612" y="1320363"/>
                  </a:lnTo>
                  <a:lnTo>
                    <a:pt x="7891867" y="1323197"/>
                  </a:lnTo>
                  <a:lnTo>
                    <a:pt x="7897137" y="1324995"/>
                  </a:lnTo>
                  <a:close/>
                </a:path>
                <a:path w="8348344" h="7197725">
                  <a:moveTo>
                    <a:pt x="7488822" y="2094876"/>
                  </a:moveTo>
                  <a:lnTo>
                    <a:pt x="7509362" y="2086029"/>
                  </a:lnTo>
                  <a:lnTo>
                    <a:pt x="7516209" y="2066564"/>
                  </a:lnTo>
                  <a:lnTo>
                    <a:pt x="7509362" y="2047100"/>
                  </a:lnTo>
                  <a:lnTo>
                    <a:pt x="7488822" y="2038252"/>
                  </a:lnTo>
                  <a:lnTo>
                    <a:pt x="7468282" y="2047100"/>
                  </a:lnTo>
                  <a:lnTo>
                    <a:pt x="7461436" y="2066564"/>
                  </a:lnTo>
                  <a:lnTo>
                    <a:pt x="7468282" y="2086029"/>
                  </a:lnTo>
                  <a:lnTo>
                    <a:pt x="7488822" y="2094876"/>
                  </a:lnTo>
                  <a:close/>
                </a:path>
                <a:path w="8348344" h="7197725">
                  <a:moveTo>
                    <a:pt x="7488822" y="1966558"/>
                  </a:moveTo>
                  <a:lnTo>
                    <a:pt x="7509492" y="1957655"/>
                  </a:lnTo>
                  <a:lnTo>
                    <a:pt x="7516382" y="1938069"/>
                  </a:lnTo>
                  <a:lnTo>
                    <a:pt x="7509492" y="1918483"/>
                  </a:lnTo>
                  <a:lnTo>
                    <a:pt x="7488822" y="1909580"/>
                  </a:lnTo>
                  <a:lnTo>
                    <a:pt x="7468153" y="1918483"/>
                  </a:lnTo>
                  <a:lnTo>
                    <a:pt x="7461263" y="1938069"/>
                  </a:lnTo>
                  <a:lnTo>
                    <a:pt x="7468153" y="1957655"/>
                  </a:lnTo>
                  <a:lnTo>
                    <a:pt x="7488822" y="1966558"/>
                  </a:lnTo>
                  <a:close/>
                </a:path>
                <a:path w="8348344" h="7197725">
                  <a:moveTo>
                    <a:pt x="7627080" y="2094876"/>
                  </a:moveTo>
                  <a:lnTo>
                    <a:pt x="7647620" y="2086029"/>
                  </a:lnTo>
                  <a:lnTo>
                    <a:pt x="7654467" y="2066564"/>
                  </a:lnTo>
                  <a:lnTo>
                    <a:pt x="7647620" y="2047100"/>
                  </a:lnTo>
                  <a:lnTo>
                    <a:pt x="7627080" y="2038252"/>
                  </a:lnTo>
                  <a:lnTo>
                    <a:pt x="7606540" y="2047100"/>
                  </a:lnTo>
                  <a:lnTo>
                    <a:pt x="7599694" y="2066564"/>
                  </a:lnTo>
                  <a:lnTo>
                    <a:pt x="7606540" y="2086029"/>
                  </a:lnTo>
                  <a:lnTo>
                    <a:pt x="7627080" y="2094876"/>
                  </a:lnTo>
                  <a:close/>
                </a:path>
                <a:path w="8348344" h="7197725">
                  <a:moveTo>
                    <a:pt x="7627080" y="1966558"/>
                  </a:moveTo>
                  <a:lnTo>
                    <a:pt x="7647750" y="1957655"/>
                  </a:lnTo>
                  <a:lnTo>
                    <a:pt x="7654640" y="1938069"/>
                  </a:lnTo>
                  <a:lnTo>
                    <a:pt x="7647750" y="1918483"/>
                  </a:lnTo>
                  <a:lnTo>
                    <a:pt x="7627080" y="1909580"/>
                  </a:lnTo>
                  <a:lnTo>
                    <a:pt x="7606411" y="1918483"/>
                  </a:lnTo>
                  <a:lnTo>
                    <a:pt x="7599521" y="1938069"/>
                  </a:lnTo>
                  <a:lnTo>
                    <a:pt x="7606411" y="1957655"/>
                  </a:lnTo>
                  <a:lnTo>
                    <a:pt x="7627080" y="1966558"/>
                  </a:lnTo>
                  <a:close/>
                </a:path>
                <a:path w="8348344" h="7197725">
                  <a:moveTo>
                    <a:pt x="6797532" y="2864766"/>
                  </a:moveTo>
                  <a:lnTo>
                    <a:pt x="6817295" y="2856253"/>
                  </a:lnTo>
                  <a:lnTo>
                    <a:pt x="6823882" y="2837525"/>
                  </a:lnTo>
                  <a:lnTo>
                    <a:pt x="6817295" y="2818797"/>
                  </a:lnTo>
                  <a:lnTo>
                    <a:pt x="6797532" y="2810285"/>
                  </a:lnTo>
                  <a:lnTo>
                    <a:pt x="6777770" y="2818797"/>
                  </a:lnTo>
                  <a:lnTo>
                    <a:pt x="6771183" y="2837525"/>
                  </a:lnTo>
                  <a:lnTo>
                    <a:pt x="6777770" y="2856253"/>
                  </a:lnTo>
                  <a:lnTo>
                    <a:pt x="6797532" y="2864766"/>
                  </a:lnTo>
                  <a:close/>
                </a:path>
                <a:path w="8348344" h="7197725">
                  <a:moveTo>
                    <a:pt x="7627080" y="1838247"/>
                  </a:moveTo>
                  <a:lnTo>
                    <a:pt x="7647880" y="1829287"/>
                  </a:lnTo>
                  <a:lnTo>
                    <a:pt x="7654813" y="1809577"/>
                  </a:lnTo>
                  <a:lnTo>
                    <a:pt x="7647880" y="1789867"/>
                  </a:lnTo>
                  <a:lnTo>
                    <a:pt x="7627080" y="1780908"/>
                  </a:lnTo>
                  <a:lnTo>
                    <a:pt x="7606281" y="1789867"/>
                  </a:lnTo>
                  <a:lnTo>
                    <a:pt x="7599348" y="1809577"/>
                  </a:lnTo>
                  <a:lnTo>
                    <a:pt x="7606281" y="1829287"/>
                  </a:lnTo>
                  <a:lnTo>
                    <a:pt x="7627080" y="1838247"/>
                  </a:lnTo>
                  <a:close/>
                </a:path>
                <a:path w="8348344" h="7197725">
                  <a:moveTo>
                    <a:pt x="6106243" y="2351498"/>
                  </a:moveTo>
                  <a:lnTo>
                    <a:pt x="6107441" y="2351498"/>
                  </a:lnTo>
                  <a:lnTo>
                    <a:pt x="6108485" y="2351291"/>
                  </a:lnTo>
                  <a:lnTo>
                    <a:pt x="6109607" y="2351168"/>
                  </a:lnTo>
                  <a:lnTo>
                    <a:pt x="6109607" y="2295926"/>
                  </a:lnTo>
                  <a:lnTo>
                    <a:pt x="6108485" y="2295811"/>
                  </a:lnTo>
                  <a:lnTo>
                    <a:pt x="6107433" y="2295596"/>
                  </a:lnTo>
                  <a:lnTo>
                    <a:pt x="6106243" y="2295596"/>
                  </a:lnTo>
                  <a:lnTo>
                    <a:pt x="6085962" y="2304332"/>
                  </a:lnTo>
                  <a:lnTo>
                    <a:pt x="6079202" y="2323550"/>
                  </a:lnTo>
                  <a:lnTo>
                    <a:pt x="6085962" y="2342767"/>
                  </a:lnTo>
                  <a:lnTo>
                    <a:pt x="6106243" y="2351498"/>
                  </a:lnTo>
                  <a:close/>
                </a:path>
                <a:path w="8348344" h="7197725">
                  <a:moveTo>
                    <a:pt x="5691469" y="2094876"/>
                  </a:moveTo>
                  <a:lnTo>
                    <a:pt x="5712009" y="2086029"/>
                  </a:lnTo>
                  <a:lnTo>
                    <a:pt x="5718855" y="2066564"/>
                  </a:lnTo>
                  <a:lnTo>
                    <a:pt x="5712009" y="2047100"/>
                  </a:lnTo>
                  <a:lnTo>
                    <a:pt x="5691469" y="2038252"/>
                  </a:lnTo>
                  <a:lnTo>
                    <a:pt x="5670929" y="2047100"/>
                  </a:lnTo>
                  <a:lnTo>
                    <a:pt x="5664082" y="2066564"/>
                  </a:lnTo>
                  <a:lnTo>
                    <a:pt x="5670929" y="2086029"/>
                  </a:lnTo>
                  <a:lnTo>
                    <a:pt x="5691469" y="2094876"/>
                  </a:lnTo>
                  <a:close/>
                </a:path>
                <a:path w="8348344" h="7197725">
                  <a:moveTo>
                    <a:pt x="5691469" y="1966558"/>
                  </a:moveTo>
                  <a:lnTo>
                    <a:pt x="5712138" y="1957655"/>
                  </a:lnTo>
                  <a:lnTo>
                    <a:pt x="5719028" y="1938069"/>
                  </a:lnTo>
                  <a:lnTo>
                    <a:pt x="5712138" y="1918483"/>
                  </a:lnTo>
                  <a:lnTo>
                    <a:pt x="5691469" y="1909580"/>
                  </a:lnTo>
                  <a:lnTo>
                    <a:pt x="5670799" y="1918483"/>
                  </a:lnTo>
                  <a:lnTo>
                    <a:pt x="5663909" y="1938069"/>
                  </a:lnTo>
                  <a:lnTo>
                    <a:pt x="5670799" y="1957655"/>
                  </a:lnTo>
                  <a:lnTo>
                    <a:pt x="5691469" y="1966558"/>
                  </a:lnTo>
                  <a:close/>
                </a:path>
                <a:path w="8348344" h="7197725">
                  <a:moveTo>
                    <a:pt x="5691469" y="1838247"/>
                  </a:moveTo>
                  <a:lnTo>
                    <a:pt x="5712268" y="1829287"/>
                  </a:lnTo>
                  <a:lnTo>
                    <a:pt x="5719201" y="1809577"/>
                  </a:lnTo>
                  <a:lnTo>
                    <a:pt x="5712268" y="1789867"/>
                  </a:lnTo>
                  <a:lnTo>
                    <a:pt x="5691469" y="1780908"/>
                  </a:lnTo>
                  <a:lnTo>
                    <a:pt x="5670670" y="1789867"/>
                  </a:lnTo>
                  <a:lnTo>
                    <a:pt x="5663737" y="1809577"/>
                  </a:lnTo>
                  <a:lnTo>
                    <a:pt x="5670670" y="1829287"/>
                  </a:lnTo>
                  <a:lnTo>
                    <a:pt x="5691469" y="1838247"/>
                  </a:lnTo>
                  <a:close/>
                </a:path>
                <a:path w="8348344" h="7197725">
                  <a:moveTo>
                    <a:pt x="5691469" y="2351506"/>
                  </a:moveTo>
                  <a:lnTo>
                    <a:pt x="5711750" y="2342770"/>
                  </a:lnTo>
                  <a:lnTo>
                    <a:pt x="5718510" y="2323551"/>
                  </a:lnTo>
                  <a:lnTo>
                    <a:pt x="5711750" y="2304332"/>
                  </a:lnTo>
                  <a:lnTo>
                    <a:pt x="5691469" y="2295596"/>
                  </a:lnTo>
                  <a:lnTo>
                    <a:pt x="5671188" y="2304332"/>
                  </a:lnTo>
                  <a:lnTo>
                    <a:pt x="5664428" y="2323551"/>
                  </a:lnTo>
                  <a:lnTo>
                    <a:pt x="5671188" y="2342770"/>
                  </a:lnTo>
                  <a:lnTo>
                    <a:pt x="5691469" y="2351506"/>
                  </a:lnTo>
                  <a:close/>
                </a:path>
                <a:path w="8348344" h="7197725">
                  <a:moveTo>
                    <a:pt x="5691469" y="1581617"/>
                  </a:moveTo>
                  <a:lnTo>
                    <a:pt x="5712527" y="1572546"/>
                  </a:lnTo>
                  <a:lnTo>
                    <a:pt x="5719547" y="1552590"/>
                  </a:lnTo>
                  <a:lnTo>
                    <a:pt x="5712527" y="1532635"/>
                  </a:lnTo>
                  <a:lnTo>
                    <a:pt x="5691469" y="1523564"/>
                  </a:lnTo>
                  <a:lnTo>
                    <a:pt x="5670410" y="1532635"/>
                  </a:lnTo>
                  <a:lnTo>
                    <a:pt x="5663391" y="1552590"/>
                  </a:lnTo>
                  <a:lnTo>
                    <a:pt x="5670410" y="1572546"/>
                  </a:lnTo>
                  <a:lnTo>
                    <a:pt x="5691469" y="1581617"/>
                  </a:lnTo>
                  <a:close/>
                </a:path>
                <a:path w="8348344" h="7197725">
                  <a:moveTo>
                    <a:pt x="5829727" y="1453298"/>
                  </a:moveTo>
                  <a:lnTo>
                    <a:pt x="5850915" y="1444172"/>
                  </a:lnTo>
                  <a:lnTo>
                    <a:pt x="5857977" y="1424095"/>
                  </a:lnTo>
                  <a:lnTo>
                    <a:pt x="5850915" y="1404018"/>
                  </a:lnTo>
                  <a:lnTo>
                    <a:pt x="5829727" y="1394892"/>
                  </a:lnTo>
                  <a:lnTo>
                    <a:pt x="5808539" y="1404018"/>
                  </a:lnTo>
                  <a:lnTo>
                    <a:pt x="5801476" y="1424095"/>
                  </a:lnTo>
                  <a:lnTo>
                    <a:pt x="5808539" y="1444172"/>
                  </a:lnTo>
                  <a:lnTo>
                    <a:pt x="5829727" y="1453298"/>
                  </a:lnTo>
                  <a:close/>
                </a:path>
                <a:path w="8348344" h="7197725">
                  <a:moveTo>
                    <a:pt x="6106243" y="1196676"/>
                  </a:moveTo>
                  <a:lnTo>
                    <a:pt x="6126952" y="1188263"/>
                  </a:lnTo>
                  <a:lnTo>
                    <a:pt x="6134730" y="1169357"/>
                  </a:lnTo>
                  <a:lnTo>
                    <a:pt x="6129589" y="1149460"/>
                  </a:lnTo>
                  <a:lnTo>
                    <a:pt x="6111543" y="1138070"/>
                  </a:lnTo>
                  <a:lnTo>
                    <a:pt x="6080496" y="1153885"/>
                  </a:lnTo>
                  <a:lnTo>
                    <a:pt x="6077755" y="1167956"/>
                  </a:lnTo>
                  <a:lnTo>
                    <a:pt x="6081116" y="1181845"/>
                  </a:lnTo>
                  <a:lnTo>
                    <a:pt x="6090604" y="1192451"/>
                  </a:lnTo>
                  <a:lnTo>
                    <a:pt x="6106243" y="1196676"/>
                  </a:lnTo>
                  <a:close/>
                </a:path>
                <a:path w="8348344" h="7197725">
                  <a:moveTo>
                    <a:pt x="5691469" y="2223195"/>
                  </a:moveTo>
                  <a:lnTo>
                    <a:pt x="5711879" y="2214403"/>
                  </a:lnTo>
                  <a:lnTo>
                    <a:pt x="5718683" y="2195060"/>
                  </a:lnTo>
                  <a:lnTo>
                    <a:pt x="5711879" y="2175717"/>
                  </a:lnTo>
                  <a:lnTo>
                    <a:pt x="5691469" y="2166924"/>
                  </a:lnTo>
                  <a:lnTo>
                    <a:pt x="5671058" y="2175717"/>
                  </a:lnTo>
                  <a:lnTo>
                    <a:pt x="5664255" y="2195060"/>
                  </a:lnTo>
                  <a:lnTo>
                    <a:pt x="5671058" y="2214403"/>
                  </a:lnTo>
                  <a:lnTo>
                    <a:pt x="5691469" y="2223195"/>
                  </a:lnTo>
                  <a:close/>
                </a:path>
                <a:path w="8348344" h="7197725">
                  <a:moveTo>
                    <a:pt x="5691469" y="1709936"/>
                  </a:moveTo>
                  <a:lnTo>
                    <a:pt x="5712398" y="1700920"/>
                  </a:lnTo>
                  <a:lnTo>
                    <a:pt x="5719374" y="1681086"/>
                  </a:lnTo>
                  <a:lnTo>
                    <a:pt x="5712398" y="1661252"/>
                  </a:lnTo>
                  <a:lnTo>
                    <a:pt x="5691469" y="1652236"/>
                  </a:lnTo>
                  <a:lnTo>
                    <a:pt x="5670540" y="1661252"/>
                  </a:lnTo>
                  <a:lnTo>
                    <a:pt x="5663564" y="1681086"/>
                  </a:lnTo>
                  <a:lnTo>
                    <a:pt x="5670540" y="1700920"/>
                  </a:lnTo>
                  <a:lnTo>
                    <a:pt x="5691469" y="1709936"/>
                  </a:lnTo>
                  <a:close/>
                </a:path>
                <a:path w="8348344" h="7197725">
                  <a:moveTo>
                    <a:pt x="3731186" y="3995493"/>
                  </a:moveTo>
                  <a:lnTo>
                    <a:pt x="3759721" y="3968702"/>
                  </a:lnTo>
                  <a:lnTo>
                    <a:pt x="3758461" y="3968533"/>
                  </a:lnTo>
                  <a:lnTo>
                    <a:pt x="3757233" y="3968318"/>
                  </a:lnTo>
                  <a:lnTo>
                    <a:pt x="3755858" y="3968318"/>
                  </a:lnTo>
                  <a:lnTo>
                    <a:pt x="3744654" y="3970692"/>
                  </a:lnTo>
                  <a:lnTo>
                    <a:pt x="3736819" y="3976914"/>
                  </a:lnTo>
                  <a:lnTo>
                    <a:pt x="3732335" y="3985631"/>
                  </a:lnTo>
                  <a:lnTo>
                    <a:pt x="3731186" y="3995493"/>
                  </a:lnTo>
                  <a:close/>
                </a:path>
                <a:path w="8348344" h="7197725">
                  <a:moveTo>
                    <a:pt x="4308889" y="2094876"/>
                  </a:moveTo>
                  <a:lnTo>
                    <a:pt x="4325878" y="2089422"/>
                  </a:lnTo>
                  <a:lnTo>
                    <a:pt x="4334766" y="2076263"/>
                  </a:lnTo>
                  <a:lnTo>
                    <a:pt x="4335570" y="2060201"/>
                  </a:lnTo>
                  <a:lnTo>
                    <a:pt x="4328307" y="2046041"/>
                  </a:lnTo>
                  <a:lnTo>
                    <a:pt x="4281760" y="2069729"/>
                  </a:lnTo>
                  <a:lnTo>
                    <a:pt x="4284155" y="2079151"/>
                  </a:lnTo>
                  <a:lnTo>
                    <a:pt x="4289463" y="2087185"/>
                  </a:lnTo>
                  <a:lnTo>
                    <a:pt x="4297702" y="2092778"/>
                  </a:lnTo>
                  <a:lnTo>
                    <a:pt x="4308889" y="2094876"/>
                  </a:lnTo>
                  <a:close/>
                </a:path>
                <a:path w="8348344" h="7197725">
                  <a:moveTo>
                    <a:pt x="4032374" y="2223195"/>
                  </a:moveTo>
                  <a:lnTo>
                    <a:pt x="4046918" y="2219385"/>
                  </a:lnTo>
                  <a:lnTo>
                    <a:pt x="4055950" y="2209760"/>
                  </a:lnTo>
                  <a:lnTo>
                    <a:pt x="4059481" y="2197029"/>
                  </a:lnTo>
                  <a:lnTo>
                    <a:pt x="4057522" y="2183899"/>
                  </a:lnTo>
                  <a:lnTo>
                    <a:pt x="4008424" y="2208893"/>
                  </a:lnTo>
                  <a:lnTo>
                    <a:pt x="4012209" y="2214576"/>
                  </a:lnTo>
                  <a:lnTo>
                    <a:pt x="4017452" y="2219109"/>
                  </a:lnTo>
                  <a:lnTo>
                    <a:pt x="4024169" y="2222110"/>
                  </a:lnTo>
                  <a:lnTo>
                    <a:pt x="4032374" y="2223195"/>
                  </a:lnTo>
                  <a:close/>
                </a:path>
                <a:path w="8348344" h="7197725">
                  <a:moveTo>
                    <a:pt x="6249417" y="1067873"/>
                  </a:moveTo>
                  <a:lnTo>
                    <a:pt x="6256137" y="1066875"/>
                  </a:lnTo>
                  <a:lnTo>
                    <a:pt x="6261445" y="1063941"/>
                  </a:lnTo>
                  <a:lnTo>
                    <a:pt x="6265316" y="1059777"/>
                  </a:lnTo>
                  <a:lnTo>
                    <a:pt x="6249417" y="1067873"/>
                  </a:lnTo>
                  <a:close/>
                </a:path>
                <a:path w="8348344" h="7197725">
                  <a:moveTo>
                    <a:pt x="4585405" y="1966558"/>
                  </a:moveTo>
                  <a:lnTo>
                    <a:pt x="4604846" y="1958986"/>
                  </a:lnTo>
                  <a:lnTo>
                    <a:pt x="4612716" y="1941724"/>
                  </a:lnTo>
                  <a:lnTo>
                    <a:pt x="4609031" y="1922951"/>
                  </a:lnTo>
                  <a:lnTo>
                    <a:pt x="4593808" y="1910847"/>
                  </a:lnTo>
                  <a:lnTo>
                    <a:pt x="4559375" y="1928383"/>
                  </a:lnTo>
                  <a:lnTo>
                    <a:pt x="4558059" y="1941350"/>
                  </a:lnTo>
                  <a:lnTo>
                    <a:pt x="4561952" y="1953695"/>
                  </a:lnTo>
                  <a:lnTo>
                    <a:pt x="4571064" y="1962927"/>
                  </a:lnTo>
                  <a:lnTo>
                    <a:pt x="4585405" y="1966558"/>
                  </a:lnTo>
                  <a:close/>
                </a:path>
                <a:path w="8348344" h="7197725">
                  <a:moveTo>
                    <a:pt x="5691469" y="1453306"/>
                  </a:moveTo>
                  <a:lnTo>
                    <a:pt x="5712657" y="1444180"/>
                  </a:lnTo>
                  <a:lnTo>
                    <a:pt x="5719720" y="1424103"/>
                  </a:lnTo>
                  <a:lnTo>
                    <a:pt x="5712657" y="1404025"/>
                  </a:lnTo>
                  <a:lnTo>
                    <a:pt x="5691469" y="1394899"/>
                  </a:lnTo>
                  <a:lnTo>
                    <a:pt x="5670281" y="1404025"/>
                  </a:lnTo>
                  <a:lnTo>
                    <a:pt x="5663218" y="1424103"/>
                  </a:lnTo>
                  <a:lnTo>
                    <a:pt x="5670281" y="1444180"/>
                  </a:lnTo>
                  <a:lnTo>
                    <a:pt x="5691469" y="1453306"/>
                  </a:lnTo>
                  <a:close/>
                </a:path>
                <a:path w="8348344" h="7197725">
                  <a:moveTo>
                    <a:pt x="5553211" y="1453306"/>
                  </a:moveTo>
                  <a:lnTo>
                    <a:pt x="5568980" y="1448928"/>
                  </a:lnTo>
                  <a:lnTo>
                    <a:pt x="5578367" y="1438000"/>
                  </a:lnTo>
                  <a:lnTo>
                    <a:pt x="5581391" y="1423828"/>
                  </a:lnTo>
                  <a:lnTo>
                    <a:pt x="5578066" y="1409716"/>
                  </a:lnTo>
                  <a:lnTo>
                    <a:pt x="5527111" y="1435663"/>
                  </a:lnTo>
                  <a:lnTo>
                    <a:pt x="5530824" y="1442577"/>
                  </a:lnTo>
                  <a:lnTo>
                    <a:pt x="5536405" y="1448180"/>
                  </a:lnTo>
                  <a:lnTo>
                    <a:pt x="5543864" y="1451935"/>
                  </a:lnTo>
                  <a:lnTo>
                    <a:pt x="5553211" y="1453306"/>
                  </a:lnTo>
                  <a:close/>
                </a:path>
                <a:path w="8348344" h="7197725">
                  <a:moveTo>
                    <a:pt x="5267893" y="1581617"/>
                  </a:moveTo>
                  <a:lnTo>
                    <a:pt x="5276695" y="1581617"/>
                  </a:lnTo>
                  <a:lnTo>
                    <a:pt x="5289824" y="1578716"/>
                  </a:lnTo>
                  <a:lnTo>
                    <a:pt x="5298819" y="1571164"/>
                  </a:lnTo>
                  <a:lnTo>
                    <a:pt x="5303700" y="1560687"/>
                  </a:lnTo>
                  <a:lnTo>
                    <a:pt x="5304485" y="1549011"/>
                  </a:lnTo>
                  <a:lnTo>
                    <a:pt x="5256556" y="1573414"/>
                  </a:lnTo>
                  <a:lnTo>
                    <a:pt x="5261218" y="1578329"/>
                  </a:lnTo>
                  <a:lnTo>
                    <a:pt x="5267893" y="1581617"/>
                  </a:lnTo>
                  <a:close/>
                </a:path>
                <a:path w="8348344" h="7197725">
                  <a:moveTo>
                    <a:pt x="4996861" y="1709936"/>
                  </a:moveTo>
                  <a:lnTo>
                    <a:pt x="5000179" y="1709936"/>
                  </a:lnTo>
                  <a:lnTo>
                    <a:pt x="5009975" y="1708398"/>
                  </a:lnTo>
                  <a:lnTo>
                    <a:pt x="5017640" y="1704213"/>
                  </a:lnTo>
                  <a:lnTo>
                    <a:pt x="5023188" y="1698024"/>
                  </a:lnTo>
                  <a:lnTo>
                    <a:pt x="5026632" y="1690472"/>
                  </a:lnTo>
                  <a:lnTo>
                    <a:pt x="4991223" y="1708507"/>
                  </a:lnTo>
                  <a:lnTo>
                    <a:pt x="4993950" y="1709344"/>
                  </a:lnTo>
                  <a:lnTo>
                    <a:pt x="4996861" y="1709936"/>
                  </a:lnTo>
                  <a:close/>
                </a:path>
                <a:path w="8348344" h="7197725">
                  <a:moveTo>
                    <a:pt x="7328074" y="1277088"/>
                  </a:moveTo>
                  <a:lnTo>
                    <a:pt x="7342853" y="1267226"/>
                  </a:lnTo>
                  <a:lnTo>
                    <a:pt x="7336401" y="1268831"/>
                  </a:lnTo>
                  <a:lnTo>
                    <a:pt x="7331500" y="1272418"/>
                  </a:lnTo>
                  <a:lnTo>
                    <a:pt x="7328074" y="1277088"/>
                  </a:lnTo>
                  <a:close/>
                </a:path>
                <a:path w="8348344" h="7197725">
                  <a:moveTo>
                    <a:pt x="7350564" y="555105"/>
                  </a:moveTo>
                  <a:lnTo>
                    <a:pt x="7369958" y="548313"/>
                  </a:lnTo>
                  <a:lnTo>
                    <a:pt x="7379139" y="532307"/>
                  </a:lnTo>
                  <a:lnTo>
                    <a:pt x="7378124" y="513644"/>
                  </a:lnTo>
                  <a:lnTo>
                    <a:pt x="7366933" y="498880"/>
                  </a:lnTo>
                  <a:lnTo>
                    <a:pt x="7321307" y="522108"/>
                  </a:lnTo>
                  <a:lnTo>
                    <a:pt x="7322476" y="534026"/>
                  </a:lnTo>
                  <a:lnTo>
                    <a:pt x="7327727" y="544618"/>
                  </a:lnTo>
                  <a:lnTo>
                    <a:pt x="7337082" y="552204"/>
                  </a:lnTo>
                  <a:lnTo>
                    <a:pt x="7350564" y="555105"/>
                  </a:lnTo>
                  <a:close/>
                </a:path>
                <a:path w="8348344" h="7197725">
                  <a:moveTo>
                    <a:pt x="7627080" y="426794"/>
                  </a:moveTo>
                  <a:lnTo>
                    <a:pt x="7649090" y="417472"/>
                  </a:lnTo>
                  <a:lnTo>
                    <a:pt x="7656669" y="396842"/>
                  </a:lnTo>
                  <a:lnTo>
                    <a:pt x="7649832" y="375907"/>
                  </a:lnTo>
                  <a:lnTo>
                    <a:pt x="7628593" y="365669"/>
                  </a:lnTo>
                  <a:lnTo>
                    <a:pt x="7601963" y="379226"/>
                  </a:lnTo>
                  <a:lnTo>
                    <a:pt x="7597532" y="394280"/>
                  </a:lnTo>
                  <a:lnTo>
                    <a:pt x="7600235" y="409785"/>
                  </a:lnTo>
                  <a:lnTo>
                    <a:pt x="7610082" y="421902"/>
                  </a:lnTo>
                  <a:lnTo>
                    <a:pt x="7627080" y="426794"/>
                  </a:lnTo>
                  <a:close/>
                </a:path>
                <a:path w="8348344" h="7197725">
                  <a:moveTo>
                    <a:pt x="7212306" y="683416"/>
                  </a:moveTo>
                  <a:lnTo>
                    <a:pt x="7234272" y="673954"/>
                  </a:lnTo>
                  <a:lnTo>
                    <a:pt x="7241594" y="653138"/>
                  </a:lnTo>
                  <a:lnTo>
                    <a:pt x="7234272" y="632321"/>
                  </a:lnTo>
                  <a:lnTo>
                    <a:pt x="7212306" y="622859"/>
                  </a:lnTo>
                  <a:lnTo>
                    <a:pt x="7190341" y="632321"/>
                  </a:lnTo>
                  <a:lnTo>
                    <a:pt x="7183019" y="653138"/>
                  </a:lnTo>
                  <a:lnTo>
                    <a:pt x="7190341" y="673954"/>
                  </a:lnTo>
                  <a:lnTo>
                    <a:pt x="7212306" y="683416"/>
                  </a:lnTo>
                  <a:close/>
                </a:path>
                <a:path w="8348344" h="7197725">
                  <a:moveTo>
                    <a:pt x="7763917" y="298475"/>
                  </a:moveTo>
                  <a:lnTo>
                    <a:pt x="7765338" y="298475"/>
                  </a:lnTo>
                  <a:lnTo>
                    <a:pt x="7774364" y="297274"/>
                  </a:lnTo>
                  <a:lnTo>
                    <a:pt x="7781741" y="293953"/>
                  </a:lnTo>
                  <a:lnTo>
                    <a:pt x="7787488" y="288942"/>
                  </a:lnTo>
                  <a:lnTo>
                    <a:pt x="7791623" y="282668"/>
                  </a:lnTo>
                  <a:lnTo>
                    <a:pt x="7761352" y="298084"/>
                  </a:lnTo>
                  <a:lnTo>
                    <a:pt x="7762673" y="298230"/>
                  </a:lnTo>
                  <a:lnTo>
                    <a:pt x="7763917" y="298475"/>
                  </a:lnTo>
                  <a:close/>
                </a:path>
                <a:path w="8348344" h="7197725">
                  <a:moveTo>
                    <a:pt x="8032668" y="810291"/>
                  </a:moveTo>
                  <a:lnTo>
                    <a:pt x="8070666" y="785374"/>
                  </a:lnTo>
                  <a:lnTo>
                    <a:pt x="8069859" y="773255"/>
                  </a:lnTo>
                  <a:lnTo>
                    <a:pt x="8064800" y="762381"/>
                  </a:lnTo>
                  <a:lnTo>
                    <a:pt x="8055471" y="754542"/>
                  </a:lnTo>
                  <a:lnTo>
                    <a:pt x="8041854" y="751531"/>
                  </a:lnTo>
                  <a:lnTo>
                    <a:pt x="8021364" y="759480"/>
                  </a:lnTo>
                  <a:lnTo>
                    <a:pt x="8013017" y="777625"/>
                  </a:lnTo>
                  <a:lnTo>
                    <a:pt x="8016792" y="797413"/>
                  </a:lnTo>
                  <a:lnTo>
                    <a:pt x="8032668" y="810291"/>
                  </a:lnTo>
                  <a:close/>
                </a:path>
                <a:path w="8348344" h="7197725">
                  <a:moveTo>
                    <a:pt x="7212306" y="811727"/>
                  </a:moveTo>
                  <a:lnTo>
                    <a:pt x="7234142" y="802322"/>
                  </a:lnTo>
                  <a:lnTo>
                    <a:pt x="7241421" y="781629"/>
                  </a:lnTo>
                  <a:lnTo>
                    <a:pt x="7234142" y="760937"/>
                  </a:lnTo>
                  <a:lnTo>
                    <a:pt x="7212306" y="751531"/>
                  </a:lnTo>
                  <a:lnTo>
                    <a:pt x="7190470" y="760937"/>
                  </a:lnTo>
                  <a:lnTo>
                    <a:pt x="7183192" y="781629"/>
                  </a:lnTo>
                  <a:lnTo>
                    <a:pt x="7190470" y="802322"/>
                  </a:lnTo>
                  <a:lnTo>
                    <a:pt x="7212306" y="811727"/>
                  </a:lnTo>
                  <a:close/>
                </a:path>
                <a:path w="8348344" h="7197725">
                  <a:moveTo>
                    <a:pt x="8291517" y="640664"/>
                  </a:moveTo>
                  <a:lnTo>
                    <a:pt x="8318662" y="622890"/>
                  </a:lnTo>
                  <a:lnTo>
                    <a:pt x="8318478" y="622859"/>
                  </a:lnTo>
                  <a:lnTo>
                    <a:pt x="8308824" y="624238"/>
                  </a:lnTo>
                  <a:lnTo>
                    <a:pt x="8301179" y="628020"/>
                  </a:lnTo>
                  <a:lnTo>
                    <a:pt x="8295416" y="633673"/>
                  </a:lnTo>
                  <a:lnTo>
                    <a:pt x="8291517" y="640664"/>
                  </a:lnTo>
                  <a:close/>
                </a:path>
                <a:path w="8348344" h="7197725">
                  <a:moveTo>
                    <a:pt x="8034419" y="170157"/>
                  </a:moveTo>
                  <a:lnTo>
                    <a:pt x="8041854" y="170157"/>
                  </a:lnTo>
                  <a:lnTo>
                    <a:pt x="8054743" y="167590"/>
                  </a:lnTo>
                  <a:lnTo>
                    <a:pt x="8064015" y="160802"/>
                  </a:lnTo>
                  <a:lnTo>
                    <a:pt x="8069682" y="151165"/>
                  </a:lnTo>
                  <a:lnTo>
                    <a:pt x="8071756" y="140047"/>
                  </a:lnTo>
                  <a:lnTo>
                    <a:pt x="8023712" y="164511"/>
                  </a:lnTo>
                  <a:lnTo>
                    <a:pt x="8028382" y="167998"/>
                  </a:lnTo>
                  <a:lnTo>
                    <a:pt x="8034419" y="170157"/>
                  </a:lnTo>
                  <a:close/>
                </a:path>
                <a:path w="8348344" h="7197725">
                  <a:moveTo>
                    <a:pt x="8041854" y="298475"/>
                  </a:moveTo>
                  <a:lnTo>
                    <a:pt x="8064209" y="288847"/>
                  </a:lnTo>
                  <a:lnTo>
                    <a:pt x="8071660" y="267663"/>
                  </a:lnTo>
                  <a:lnTo>
                    <a:pt x="8064209" y="246480"/>
                  </a:lnTo>
                  <a:lnTo>
                    <a:pt x="8041854" y="236851"/>
                  </a:lnTo>
                  <a:lnTo>
                    <a:pt x="8019500" y="246480"/>
                  </a:lnTo>
                  <a:lnTo>
                    <a:pt x="8012048" y="267663"/>
                  </a:lnTo>
                  <a:lnTo>
                    <a:pt x="8019500" y="288847"/>
                  </a:lnTo>
                  <a:lnTo>
                    <a:pt x="8041854" y="298475"/>
                  </a:lnTo>
                  <a:close/>
                </a:path>
                <a:path w="8348344" h="7197725">
                  <a:moveTo>
                    <a:pt x="6797532" y="811735"/>
                  </a:moveTo>
                  <a:lnTo>
                    <a:pt x="6811976" y="808297"/>
                  </a:lnTo>
                  <a:lnTo>
                    <a:pt x="6821490" y="799456"/>
                  </a:lnTo>
                  <a:lnTo>
                    <a:pt x="6826089" y="787422"/>
                  </a:lnTo>
                  <a:lnTo>
                    <a:pt x="6825791" y="774405"/>
                  </a:lnTo>
                  <a:lnTo>
                    <a:pt x="6774451" y="800544"/>
                  </a:lnTo>
                  <a:lnTo>
                    <a:pt x="6778588" y="805069"/>
                  </a:lnTo>
                  <a:lnTo>
                    <a:pt x="6783800" y="808608"/>
                  </a:lnTo>
                  <a:lnTo>
                    <a:pt x="6790108" y="810912"/>
                  </a:lnTo>
                  <a:lnTo>
                    <a:pt x="6797532" y="811735"/>
                  </a:lnTo>
                  <a:close/>
                </a:path>
                <a:path w="8348344" h="7197725">
                  <a:moveTo>
                    <a:pt x="3755858" y="2479817"/>
                  </a:moveTo>
                  <a:lnTo>
                    <a:pt x="3776009" y="2471138"/>
                  </a:lnTo>
                  <a:lnTo>
                    <a:pt x="3782726" y="2452043"/>
                  </a:lnTo>
                  <a:lnTo>
                    <a:pt x="3776009" y="2432948"/>
                  </a:lnTo>
                  <a:lnTo>
                    <a:pt x="3755858" y="2424268"/>
                  </a:lnTo>
                  <a:lnTo>
                    <a:pt x="3735707" y="2432948"/>
                  </a:lnTo>
                  <a:lnTo>
                    <a:pt x="3728989" y="2452043"/>
                  </a:lnTo>
                  <a:lnTo>
                    <a:pt x="3735707" y="2471138"/>
                  </a:lnTo>
                  <a:lnTo>
                    <a:pt x="3755858" y="2479817"/>
                  </a:lnTo>
                  <a:close/>
                </a:path>
                <a:path w="8348344" h="7197725">
                  <a:moveTo>
                    <a:pt x="7074048" y="683416"/>
                  </a:moveTo>
                  <a:lnTo>
                    <a:pt x="7091041" y="678447"/>
                  </a:lnTo>
                  <a:lnTo>
                    <a:pt x="7100740" y="666184"/>
                  </a:lnTo>
                  <a:lnTo>
                    <a:pt x="7103163" y="650591"/>
                  </a:lnTo>
                  <a:lnTo>
                    <a:pt x="7098328" y="635633"/>
                  </a:lnTo>
                  <a:lnTo>
                    <a:pt x="7046082" y="662232"/>
                  </a:lnTo>
                  <a:lnTo>
                    <a:pt x="7049601" y="670416"/>
                  </a:lnTo>
                  <a:lnTo>
                    <a:pt x="7055422" y="677156"/>
                  </a:lnTo>
                  <a:lnTo>
                    <a:pt x="7063565" y="681731"/>
                  </a:lnTo>
                  <a:lnTo>
                    <a:pt x="7074048" y="683416"/>
                  </a:lnTo>
                  <a:close/>
                </a:path>
                <a:path w="8348344" h="7197725">
                  <a:moveTo>
                    <a:pt x="7212306" y="940046"/>
                  </a:moveTo>
                  <a:lnTo>
                    <a:pt x="7234013" y="930696"/>
                  </a:lnTo>
                  <a:lnTo>
                    <a:pt x="7241248" y="910125"/>
                  </a:lnTo>
                  <a:lnTo>
                    <a:pt x="7234013" y="889554"/>
                  </a:lnTo>
                  <a:lnTo>
                    <a:pt x="7212306" y="880203"/>
                  </a:lnTo>
                  <a:lnTo>
                    <a:pt x="7190596" y="889554"/>
                  </a:lnTo>
                  <a:lnTo>
                    <a:pt x="7183359" y="910125"/>
                  </a:lnTo>
                  <a:lnTo>
                    <a:pt x="7190596" y="930696"/>
                  </a:lnTo>
                  <a:lnTo>
                    <a:pt x="7212306" y="940046"/>
                  </a:lnTo>
                  <a:close/>
                </a:path>
                <a:path w="8348344" h="7197725">
                  <a:moveTo>
                    <a:pt x="6515563" y="940046"/>
                  </a:moveTo>
                  <a:lnTo>
                    <a:pt x="6521017" y="940046"/>
                  </a:lnTo>
                  <a:lnTo>
                    <a:pt x="6532453" y="937989"/>
                  </a:lnTo>
                  <a:lnTo>
                    <a:pt x="6541017" y="932477"/>
                  </a:lnTo>
                  <a:lnTo>
                    <a:pt x="6546716" y="924502"/>
                  </a:lnTo>
                  <a:lnTo>
                    <a:pt x="6549559" y="915052"/>
                  </a:lnTo>
                  <a:lnTo>
                    <a:pt x="6507045" y="936697"/>
                  </a:lnTo>
                  <a:lnTo>
                    <a:pt x="6510954" y="938756"/>
                  </a:lnTo>
                  <a:lnTo>
                    <a:pt x="6515563" y="940046"/>
                  </a:lnTo>
                  <a:close/>
                </a:path>
                <a:path w="8348344" h="7197725">
                  <a:moveTo>
                    <a:pt x="7066613" y="1452384"/>
                  </a:moveTo>
                  <a:lnTo>
                    <a:pt x="7101923" y="1428665"/>
                  </a:lnTo>
                  <a:lnTo>
                    <a:pt x="7101417" y="1416658"/>
                  </a:lnTo>
                  <a:lnTo>
                    <a:pt x="7096609" y="1405796"/>
                  </a:lnTo>
                  <a:lnTo>
                    <a:pt x="7087490" y="1397925"/>
                  </a:lnTo>
                  <a:lnTo>
                    <a:pt x="7074048" y="1394892"/>
                  </a:lnTo>
                  <a:lnTo>
                    <a:pt x="7053913" y="1402865"/>
                  </a:lnTo>
                  <a:lnTo>
                    <a:pt x="7045969" y="1420945"/>
                  </a:lnTo>
                  <a:lnTo>
                    <a:pt x="7050205" y="1440371"/>
                  </a:lnTo>
                  <a:lnTo>
                    <a:pt x="7066613" y="1452384"/>
                  </a:lnTo>
                  <a:close/>
                </a:path>
                <a:path w="8348344" h="7197725">
                  <a:moveTo>
                    <a:pt x="7212306" y="1196676"/>
                  </a:moveTo>
                  <a:lnTo>
                    <a:pt x="7233754" y="1187437"/>
                  </a:lnTo>
                  <a:lnTo>
                    <a:pt x="7240903" y="1167112"/>
                  </a:lnTo>
                  <a:lnTo>
                    <a:pt x="7233754" y="1146786"/>
                  </a:lnTo>
                  <a:lnTo>
                    <a:pt x="7212306" y="1137548"/>
                  </a:lnTo>
                  <a:lnTo>
                    <a:pt x="7190859" y="1146786"/>
                  </a:lnTo>
                  <a:lnTo>
                    <a:pt x="7183710" y="1167112"/>
                  </a:lnTo>
                  <a:lnTo>
                    <a:pt x="7190859" y="1187437"/>
                  </a:lnTo>
                  <a:lnTo>
                    <a:pt x="7212306" y="1196676"/>
                  </a:lnTo>
                  <a:close/>
                </a:path>
                <a:path w="8348344" h="7197725">
                  <a:moveTo>
                    <a:pt x="7212306" y="1068357"/>
                  </a:moveTo>
                  <a:lnTo>
                    <a:pt x="7233883" y="1059063"/>
                  </a:lnTo>
                  <a:lnTo>
                    <a:pt x="7241075" y="1038616"/>
                  </a:lnTo>
                  <a:lnTo>
                    <a:pt x="7233883" y="1018170"/>
                  </a:lnTo>
                  <a:lnTo>
                    <a:pt x="7212306" y="1008876"/>
                  </a:lnTo>
                  <a:lnTo>
                    <a:pt x="7190730" y="1018170"/>
                  </a:lnTo>
                  <a:lnTo>
                    <a:pt x="7183537" y="1038616"/>
                  </a:lnTo>
                  <a:lnTo>
                    <a:pt x="7190730" y="1059063"/>
                  </a:lnTo>
                  <a:lnTo>
                    <a:pt x="7212306" y="1068357"/>
                  </a:lnTo>
                  <a:close/>
                </a:path>
                <a:path w="8348344" h="7197725">
                  <a:moveTo>
                    <a:pt x="7212306" y="1324987"/>
                  </a:moveTo>
                  <a:lnTo>
                    <a:pt x="7233624" y="1315805"/>
                  </a:lnTo>
                  <a:lnTo>
                    <a:pt x="7240730" y="1295603"/>
                  </a:lnTo>
                  <a:lnTo>
                    <a:pt x="7233624" y="1275402"/>
                  </a:lnTo>
                  <a:lnTo>
                    <a:pt x="7212306" y="1266220"/>
                  </a:lnTo>
                  <a:lnTo>
                    <a:pt x="7190989" y="1275402"/>
                  </a:lnTo>
                  <a:lnTo>
                    <a:pt x="7183883" y="1295603"/>
                  </a:lnTo>
                  <a:lnTo>
                    <a:pt x="7190989" y="1315805"/>
                  </a:lnTo>
                  <a:lnTo>
                    <a:pt x="7212306" y="1324987"/>
                  </a:lnTo>
                  <a:close/>
                </a:path>
                <a:path w="8348344" h="7197725">
                  <a:moveTo>
                    <a:pt x="3478428" y="2479817"/>
                  </a:moveTo>
                  <a:lnTo>
                    <a:pt x="3479342" y="2479817"/>
                  </a:lnTo>
                  <a:lnTo>
                    <a:pt x="3487246" y="2478805"/>
                  </a:lnTo>
                  <a:lnTo>
                    <a:pt x="3493764" y="2475997"/>
                  </a:lnTo>
                  <a:lnTo>
                    <a:pt x="3498906" y="2471739"/>
                  </a:lnTo>
                  <a:lnTo>
                    <a:pt x="3502684" y="2466375"/>
                  </a:lnTo>
                  <a:lnTo>
                    <a:pt x="3476776" y="2479564"/>
                  </a:lnTo>
                  <a:lnTo>
                    <a:pt x="3477637" y="2479633"/>
                  </a:lnTo>
                  <a:lnTo>
                    <a:pt x="3478428" y="2479817"/>
                  </a:lnTo>
                  <a:close/>
                </a:path>
                <a:path w="8348344" h="7197725">
                  <a:moveTo>
                    <a:pt x="2649794" y="5559375"/>
                  </a:moveTo>
                  <a:lnTo>
                    <a:pt x="2658934" y="5559375"/>
                  </a:lnTo>
                  <a:lnTo>
                    <a:pt x="2665264" y="5555051"/>
                  </a:lnTo>
                  <a:lnTo>
                    <a:pt x="2668889" y="5549067"/>
                  </a:lnTo>
                  <a:lnTo>
                    <a:pt x="2671185" y="5539351"/>
                  </a:lnTo>
                  <a:lnTo>
                    <a:pt x="2672399" y="5534489"/>
                  </a:lnTo>
                  <a:lnTo>
                    <a:pt x="2670670" y="5526282"/>
                  </a:lnTo>
                  <a:lnTo>
                    <a:pt x="2666336" y="5519214"/>
                  </a:lnTo>
                  <a:lnTo>
                    <a:pt x="2659382" y="5514259"/>
                  </a:lnTo>
                  <a:lnTo>
                    <a:pt x="2649794" y="5512390"/>
                  </a:lnTo>
                  <a:lnTo>
                    <a:pt x="2632754" y="5519732"/>
                  </a:lnTo>
                  <a:lnTo>
                    <a:pt x="2627073" y="5535883"/>
                  </a:lnTo>
                  <a:lnTo>
                    <a:pt x="2632754" y="5552034"/>
                  </a:lnTo>
                  <a:lnTo>
                    <a:pt x="2649794" y="5559375"/>
                  </a:lnTo>
                  <a:close/>
                </a:path>
                <a:path w="8348344" h="7197725">
                  <a:moveTo>
                    <a:pt x="2649794" y="5431064"/>
                  </a:moveTo>
                  <a:lnTo>
                    <a:pt x="2666964" y="5423666"/>
                  </a:lnTo>
                  <a:lnTo>
                    <a:pt x="2672687" y="5407391"/>
                  </a:lnTo>
                  <a:lnTo>
                    <a:pt x="2666964" y="5391116"/>
                  </a:lnTo>
                  <a:lnTo>
                    <a:pt x="2649794" y="5383718"/>
                  </a:lnTo>
                  <a:lnTo>
                    <a:pt x="2632624" y="5391116"/>
                  </a:lnTo>
                  <a:lnTo>
                    <a:pt x="2626901" y="5407391"/>
                  </a:lnTo>
                  <a:lnTo>
                    <a:pt x="2632624" y="5423666"/>
                  </a:lnTo>
                  <a:lnTo>
                    <a:pt x="2649794" y="5431064"/>
                  </a:lnTo>
                  <a:close/>
                </a:path>
                <a:path w="8348344" h="7197725">
                  <a:moveTo>
                    <a:pt x="2766914" y="6561246"/>
                  </a:moveTo>
                  <a:lnTo>
                    <a:pt x="2789143" y="6541851"/>
                  </a:lnTo>
                  <a:lnTo>
                    <a:pt x="2788758" y="6541836"/>
                  </a:lnTo>
                  <a:lnTo>
                    <a:pt x="2788436" y="6541744"/>
                  </a:lnTo>
                  <a:lnTo>
                    <a:pt x="2788052" y="6541744"/>
                  </a:lnTo>
                  <a:lnTo>
                    <a:pt x="2779355" y="6543372"/>
                  </a:lnTo>
                  <a:lnTo>
                    <a:pt x="2772943" y="6547710"/>
                  </a:lnTo>
                  <a:lnTo>
                    <a:pt x="2768802" y="6553941"/>
                  </a:lnTo>
                  <a:lnTo>
                    <a:pt x="2766914" y="6561246"/>
                  </a:lnTo>
                  <a:close/>
                </a:path>
                <a:path w="8348344" h="7197725">
                  <a:moveTo>
                    <a:pt x="2788052" y="5687686"/>
                  </a:moveTo>
                  <a:lnTo>
                    <a:pt x="2804963" y="5680401"/>
                  </a:lnTo>
                  <a:lnTo>
                    <a:pt x="2810599" y="5664374"/>
                  </a:lnTo>
                  <a:lnTo>
                    <a:pt x="2804963" y="5648348"/>
                  </a:lnTo>
                  <a:lnTo>
                    <a:pt x="2788052" y="5641063"/>
                  </a:lnTo>
                  <a:lnTo>
                    <a:pt x="2771141" y="5648348"/>
                  </a:lnTo>
                  <a:lnTo>
                    <a:pt x="2765504" y="5664374"/>
                  </a:lnTo>
                  <a:lnTo>
                    <a:pt x="2771141" y="5680401"/>
                  </a:lnTo>
                  <a:lnTo>
                    <a:pt x="2788052" y="5687686"/>
                  </a:lnTo>
                  <a:close/>
                </a:path>
                <a:path w="8348344" h="7197725">
                  <a:moveTo>
                    <a:pt x="2642759" y="5686595"/>
                  </a:moveTo>
                  <a:lnTo>
                    <a:pt x="2644401" y="5675182"/>
                  </a:lnTo>
                  <a:lnTo>
                    <a:pt x="2646122" y="5663789"/>
                  </a:lnTo>
                  <a:lnTo>
                    <a:pt x="2647933" y="5652416"/>
                  </a:lnTo>
                  <a:lnTo>
                    <a:pt x="2649848" y="5641063"/>
                  </a:lnTo>
                  <a:lnTo>
                    <a:pt x="2633912" y="5647231"/>
                  </a:lnTo>
                  <a:lnTo>
                    <a:pt x="2627456" y="5661306"/>
                  </a:lnTo>
                  <a:lnTo>
                    <a:pt x="2630410" y="5676642"/>
                  </a:lnTo>
                  <a:lnTo>
                    <a:pt x="2642759" y="5686595"/>
                  </a:lnTo>
                  <a:close/>
                </a:path>
                <a:path w="8348344" h="7197725">
                  <a:moveTo>
                    <a:pt x="2649794" y="5046115"/>
                  </a:moveTo>
                  <a:lnTo>
                    <a:pt x="2667348" y="5038551"/>
                  </a:lnTo>
                  <a:lnTo>
                    <a:pt x="2673200" y="5021909"/>
                  </a:lnTo>
                  <a:lnTo>
                    <a:pt x="2667348" y="5005267"/>
                  </a:lnTo>
                  <a:lnTo>
                    <a:pt x="2649794" y="4997702"/>
                  </a:lnTo>
                  <a:lnTo>
                    <a:pt x="2632236" y="5005267"/>
                  </a:lnTo>
                  <a:lnTo>
                    <a:pt x="2626385" y="5021909"/>
                  </a:lnTo>
                  <a:lnTo>
                    <a:pt x="2632238" y="5038551"/>
                  </a:lnTo>
                  <a:lnTo>
                    <a:pt x="2649794" y="5046115"/>
                  </a:lnTo>
                  <a:close/>
                </a:path>
                <a:path w="8348344" h="7197725">
                  <a:moveTo>
                    <a:pt x="2649794" y="4917804"/>
                  </a:moveTo>
                  <a:lnTo>
                    <a:pt x="2667482" y="4910183"/>
                  </a:lnTo>
                  <a:lnTo>
                    <a:pt x="2673378" y="4893417"/>
                  </a:lnTo>
                  <a:lnTo>
                    <a:pt x="2667482" y="4876651"/>
                  </a:lnTo>
                  <a:lnTo>
                    <a:pt x="2649794" y="4869030"/>
                  </a:lnTo>
                  <a:lnTo>
                    <a:pt x="2632109" y="4876651"/>
                  </a:lnTo>
                  <a:lnTo>
                    <a:pt x="2626212" y="4893417"/>
                  </a:lnTo>
                  <a:lnTo>
                    <a:pt x="2632107" y="4910183"/>
                  </a:lnTo>
                  <a:lnTo>
                    <a:pt x="2649794" y="4917804"/>
                  </a:lnTo>
                  <a:close/>
                </a:path>
                <a:path w="8348344" h="7197725">
                  <a:moveTo>
                    <a:pt x="2649794" y="5174427"/>
                  </a:moveTo>
                  <a:lnTo>
                    <a:pt x="2667219" y="5166918"/>
                  </a:lnTo>
                  <a:lnTo>
                    <a:pt x="2673027" y="5150400"/>
                  </a:lnTo>
                  <a:lnTo>
                    <a:pt x="2667219" y="5133883"/>
                  </a:lnTo>
                  <a:lnTo>
                    <a:pt x="2649794" y="5126374"/>
                  </a:lnTo>
                  <a:lnTo>
                    <a:pt x="2632360" y="5133883"/>
                  </a:lnTo>
                  <a:lnTo>
                    <a:pt x="2626549" y="5150400"/>
                  </a:lnTo>
                  <a:lnTo>
                    <a:pt x="2632360" y="5166918"/>
                  </a:lnTo>
                  <a:lnTo>
                    <a:pt x="2649794" y="5174427"/>
                  </a:lnTo>
                  <a:close/>
                </a:path>
                <a:path w="8348344" h="7197725">
                  <a:moveTo>
                    <a:pt x="2649794" y="4789478"/>
                  </a:moveTo>
                  <a:lnTo>
                    <a:pt x="2667608" y="4781803"/>
                  </a:lnTo>
                  <a:lnTo>
                    <a:pt x="2673545" y="4764918"/>
                  </a:lnTo>
                  <a:lnTo>
                    <a:pt x="2667608" y="4748033"/>
                  </a:lnTo>
                  <a:lnTo>
                    <a:pt x="2649794" y="4740358"/>
                  </a:lnTo>
                  <a:lnTo>
                    <a:pt x="2631972" y="4748033"/>
                  </a:lnTo>
                  <a:lnTo>
                    <a:pt x="2626031" y="4764918"/>
                  </a:lnTo>
                  <a:lnTo>
                    <a:pt x="2631972" y="4781803"/>
                  </a:lnTo>
                  <a:lnTo>
                    <a:pt x="2649794" y="4789478"/>
                  </a:lnTo>
                  <a:close/>
                </a:path>
                <a:path w="8348344" h="7197725">
                  <a:moveTo>
                    <a:pt x="2649794" y="5302753"/>
                  </a:moveTo>
                  <a:lnTo>
                    <a:pt x="2667094" y="5295299"/>
                  </a:lnTo>
                  <a:lnTo>
                    <a:pt x="2672860" y="5278900"/>
                  </a:lnTo>
                  <a:lnTo>
                    <a:pt x="2667094" y="5262501"/>
                  </a:lnTo>
                  <a:lnTo>
                    <a:pt x="2649794" y="5255047"/>
                  </a:lnTo>
                  <a:lnTo>
                    <a:pt x="2632494" y="5262501"/>
                  </a:lnTo>
                  <a:lnTo>
                    <a:pt x="2626728" y="5278900"/>
                  </a:lnTo>
                  <a:lnTo>
                    <a:pt x="2632494" y="5295299"/>
                  </a:lnTo>
                  <a:lnTo>
                    <a:pt x="2649794" y="5302753"/>
                  </a:lnTo>
                  <a:close/>
                </a:path>
                <a:path w="8348344" h="7197725">
                  <a:moveTo>
                    <a:pt x="2926310" y="5944293"/>
                  </a:moveTo>
                  <a:lnTo>
                    <a:pt x="2942962" y="5937119"/>
                  </a:lnTo>
                  <a:lnTo>
                    <a:pt x="2948509" y="5921338"/>
                  </a:lnTo>
                  <a:lnTo>
                    <a:pt x="2942961" y="5905567"/>
                  </a:lnTo>
                  <a:lnTo>
                    <a:pt x="2926310" y="5898384"/>
                  </a:lnTo>
                  <a:lnTo>
                    <a:pt x="2909655" y="5905567"/>
                  </a:lnTo>
                  <a:lnTo>
                    <a:pt x="2904111" y="5921347"/>
                  </a:lnTo>
                  <a:lnTo>
                    <a:pt x="2909666" y="5937123"/>
                  </a:lnTo>
                  <a:lnTo>
                    <a:pt x="2926310" y="5944293"/>
                  </a:lnTo>
                  <a:close/>
                </a:path>
                <a:path w="8348344" h="7197725">
                  <a:moveTo>
                    <a:pt x="2782353" y="6714205"/>
                  </a:moveTo>
                  <a:lnTo>
                    <a:pt x="2788052" y="6714205"/>
                  </a:lnTo>
                  <a:lnTo>
                    <a:pt x="2800018" y="6710825"/>
                  </a:lnTo>
                  <a:lnTo>
                    <a:pt x="2807058" y="6702417"/>
                  </a:lnTo>
                  <a:lnTo>
                    <a:pt x="2809179" y="6691581"/>
                  </a:lnTo>
                  <a:lnTo>
                    <a:pt x="2806387" y="6680916"/>
                  </a:lnTo>
                  <a:lnTo>
                    <a:pt x="2774464" y="6709512"/>
                  </a:lnTo>
                  <a:lnTo>
                    <a:pt x="2777867" y="6712362"/>
                  </a:lnTo>
                  <a:lnTo>
                    <a:pt x="2782353" y="6714205"/>
                  </a:lnTo>
                  <a:close/>
                </a:path>
                <a:path w="8348344" h="7197725">
                  <a:moveTo>
                    <a:pt x="2926310" y="5687686"/>
                  </a:moveTo>
                  <a:lnTo>
                    <a:pt x="2943221" y="5680401"/>
                  </a:lnTo>
                  <a:lnTo>
                    <a:pt x="2948857" y="5664374"/>
                  </a:lnTo>
                  <a:lnTo>
                    <a:pt x="2943221" y="5648348"/>
                  </a:lnTo>
                  <a:lnTo>
                    <a:pt x="2926310" y="5641063"/>
                  </a:lnTo>
                  <a:lnTo>
                    <a:pt x="2909399" y="5648348"/>
                  </a:lnTo>
                  <a:lnTo>
                    <a:pt x="2903762" y="5664374"/>
                  </a:lnTo>
                  <a:lnTo>
                    <a:pt x="2909399" y="5680401"/>
                  </a:lnTo>
                  <a:lnTo>
                    <a:pt x="2926310" y="5687686"/>
                  </a:lnTo>
                  <a:close/>
                </a:path>
                <a:path w="8348344" h="7197725">
                  <a:moveTo>
                    <a:pt x="2926310" y="6200931"/>
                  </a:moveTo>
                  <a:lnTo>
                    <a:pt x="2942698" y="6193868"/>
                  </a:lnTo>
                  <a:lnTo>
                    <a:pt x="2948159" y="6178329"/>
                  </a:lnTo>
                  <a:lnTo>
                    <a:pt x="2942690" y="6162791"/>
                  </a:lnTo>
                  <a:lnTo>
                    <a:pt x="2926310" y="6155728"/>
                  </a:lnTo>
                  <a:lnTo>
                    <a:pt x="2909912" y="6162794"/>
                  </a:lnTo>
                  <a:lnTo>
                    <a:pt x="2904449" y="6178332"/>
                  </a:lnTo>
                  <a:lnTo>
                    <a:pt x="2909916" y="6193869"/>
                  </a:lnTo>
                  <a:lnTo>
                    <a:pt x="2926310" y="6200931"/>
                  </a:lnTo>
                  <a:close/>
                </a:path>
                <a:path w="8348344" h="7197725">
                  <a:moveTo>
                    <a:pt x="2926310" y="6072619"/>
                  </a:moveTo>
                  <a:lnTo>
                    <a:pt x="2942835" y="6065500"/>
                  </a:lnTo>
                  <a:lnTo>
                    <a:pt x="2948342" y="6049838"/>
                  </a:lnTo>
                  <a:lnTo>
                    <a:pt x="2942833" y="6034175"/>
                  </a:lnTo>
                  <a:lnTo>
                    <a:pt x="2926310" y="6027056"/>
                  </a:lnTo>
                  <a:lnTo>
                    <a:pt x="2909788" y="6034175"/>
                  </a:lnTo>
                  <a:lnTo>
                    <a:pt x="2904281" y="6049838"/>
                  </a:lnTo>
                  <a:lnTo>
                    <a:pt x="2909788" y="6065500"/>
                  </a:lnTo>
                  <a:lnTo>
                    <a:pt x="2926310" y="6072619"/>
                  </a:lnTo>
                  <a:close/>
                </a:path>
                <a:path w="8348344" h="7197725">
                  <a:moveTo>
                    <a:pt x="2926310" y="6329241"/>
                  </a:moveTo>
                  <a:lnTo>
                    <a:pt x="2942577" y="6322235"/>
                  </a:lnTo>
                  <a:lnTo>
                    <a:pt x="2947999" y="6306820"/>
                  </a:lnTo>
                  <a:lnTo>
                    <a:pt x="2942577" y="6291406"/>
                  </a:lnTo>
                  <a:lnTo>
                    <a:pt x="2926310" y="6284400"/>
                  </a:lnTo>
                  <a:lnTo>
                    <a:pt x="2910043" y="6291406"/>
                  </a:lnTo>
                  <a:lnTo>
                    <a:pt x="2904621" y="6306820"/>
                  </a:lnTo>
                  <a:lnTo>
                    <a:pt x="2910043" y="6322235"/>
                  </a:lnTo>
                  <a:lnTo>
                    <a:pt x="2926310" y="6329241"/>
                  </a:lnTo>
                  <a:close/>
                </a:path>
                <a:path w="8348344" h="7197725">
                  <a:moveTo>
                    <a:pt x="2905364" y="6440393"/>
                  </a:moveTo>
                  <a:lnTo>
                    <a:pt x="2934943" y="6414738"/>
                  </a:lnTo>
                  <a:lnTo>
                    <a:pt x="2932424" y="6413717"/>
                  </a:lnTo>
                  <a:lnTo>
                    <a:pt x="2929574" y="6413072"/>
                  </a:lnTo>
                  <a:lnTo>
                    <a:pt x="2926310" y="6413072"/>
                  </a:lnTo>
                  <a:lnTo>
                    <a:pt x="2915704" y="6415579"/>
                  </a:lnTo>
                  <a:lnTo>
                    <a:pt x="2908685" y="6422035"/>
                  </a:lnTo>
                  <a:lnTo>
                    <a:pt x="2905242" y="6430839"/>
                  </a:lnTo>
                  <a:lnTo>
                    <a:pt x="2905364" y="6440393"/>
                  </a:lnTo>
                  <a:close/>
                </a:path>
                <a:path w="8348344" h="7197725">
                  <a:moveTo>
                    <a:pt x="2926310" y="5559375"/>
                  </a:moveTo>
                  <a:lnTo>
                    <a:pt x="2943346" y="5552034"/>
                  </a:lnTo>
                  <a:lnTo>
                    <a:pt x="2949024" y="5535883"/>
                  </a:lnTo>
                  <a:lnTo>
                    <a:pt x="2943346" y="5519732"/>
                  </a:lnTo>
                  <a:lnTo>
                    <a:pt x="2926310" y="5512390"/>
                  </a:lnTo>
                  <a:lnTo>
                    <a:pt x="2909269" y="5519732"/>
                  </a:lnTo>
                  <a:lnTo>
                    <a:pt x="2903589" y="5535883"/>
                  </a:lnTo>
                  <a:lnTo>
                    <a:pt x="2909269" y="5552034"/>
                  </a:lnTo>
                  <a:lnTo>
                    <a:pt x="2926310" y="5559375"/>
                  </a:lnTo>
                  <a:close/>
                </a:path>
                <a:path w="8348344" h="7197725">
                  <a:moveTo>
                    <a:pt x="2649794" y="3634640"/>
                  </a:moveTo>
                  <a:lnTo>
                    <a:pt x="2668778" y="3626462"/>
                  </a:lnTo>
                  <a:lnTo>
                    <a:pt x="2675107" y="3608471"/>
                  </a:lnTo>
                  <a:lnTo>
                    <a:pt x="2668778" y="3590479"/>
                  </a:lnTo>
                  <a:lnTo>
                    <a:pt x="2649794" y="3582302"/>
                  </a:lnTo>
                  <a:lnTo>
                    <a:pt x="2630809" y="3590480"/>
                  </a:lnTo>
                  <a:lnTo>
                    <a:pt x="2624481" y="3608474"/>
                  </a:lnTo>
                  <a:lnTo>
                    <a:pt x="2630809" y="3626465"/>
                  </a:lnTo>
                  <a:lnTo>
                    <a:pt x="2649794" y="3634640"/>
                  </a:lnTo>
                  <a:close/>
                </a:path>
                <a:path w="8348344" h="7197725">
                  <a:moveTo>
                    <a:pt x="2649794" y="3121396"/>
                  </a:moveTo>
                  <a:lnTo>
                    <a:pt x="2669303" y="3112991"/>
                  </a:lnTo>
                  <a:lnTo>
                    <a:pt x="2675803" y="3094509"/>
                  </a:lnTo>
                  <a:lnTo>
                    <a:pt x="2669299" y="3076029"/>
                  </a:lnTo>
                  <a:lnTo>
                    <a:pt x="2649794" y="3067629"/>
                  </a:lnTo>
                  <a:lnTo>
                    <a:pt x="2630290" y="3076030"/>
                  </a:lnTo>
                  <a:lnTo>
                    <a:pt x="2623791" y="3094512"/>
                  </a:lnTo>
                  <a:lnTo>
                    <a:pt x="2630298" y="3112995"/>
                  </a:lnTo>
                  <a:lnTo>
                    <a:pt x="2649794" y="3121396"/>
                  </a:lnTo>
                  <a:close/>
                </a:path>
                <a:path w="8348344" h="7197725">
                  <a:moveTo>
                    <a:pt x="2649794" y="3249714"/>
                  </a:moveTo>
                  <a:lnTo>
                    <a:pt x="2669163" y="3241367"/>
                  </a:lnTo>
                  <a:lnTo>
                    <a:pt x="2675619" y="3223004"/>
                  </a:lnTo>
                  <a:lnTo>
                    <a:pt x="2669163" y="3204640"/>
                  </a:lnTo>
                  <a:lnTo>
                    <a:pt x="2649794" y="3196293"/>
                  </a:lnTo>
                  <a:lnTo>
                    <a:pt x="2630422" y="3204640"/>
                  </a:lnTo>
                  <a:lnTo>
                    <a:pt x="2623966" y="3223004"/>
                  </a:lnTo>
                  <a:lnTo>
                    <a:pt x="2630424" y="3241367"/>
                  </a:lnTo>
                  <a:lnTo>
                    <a:pt x="2649794" y="3249714"/>
                  </a:lnTo>
                  <a:close/>
                </a:path>
                <a:path w="8348344" h="7197725">
                  <a:moveTo>
                    <a:pt x="2649794" y="3378025"/>
                  </a:moveTo>
                  <a:lnTo>
                    <a:pt x="2669033" y="3369735"/>
                  </a:lnTo>
                  <a:lnTo>
                    <a:pt x="2675447" y="3351495"/>
                  </a:lnTo>
                  <a:lnTo>
                    <a:pt x="2669033" y="3333256"/>
                  </a:lnTo>
                  <a:lnTo>
                    <a:pt x="2649794" y="3324965"/>
                  </a:lnTo>
                  <a:lnTo>
                    <a:pt x="2630546" y="3333256"/>
                  </a:lnTo>
                  <a:lnTo>
                    <a:pt x="2624130" y="3351495"/>
                  </a:lnTo>
                  <a:lnTo>
                    <a:pt x="2630546" y="3369735"/>
                  </a:lnTo>
                  <a:lnTo>
                    <a:pt x="2649794" y="3378025"/>
                  </a:lnTo>
                  <a:close/>
                </a:path>
                <a:path w="8348344" h="7197725">
                  <a:moveTo>
                    <a:pt x="2649794" y="2993077"/>
                  </a:moveTo>
                  <a:lnTo>
                    <a:pt x="2669422" y="2984621"/>
                  </a:lnTo>
                  <a:lnTo>
                    <a:pt x="2675965" y="2966017"/>
                  </a:lnTo>
                  <a:lnTo>
                    <a:pt x="2669422" y="2947413"/>
                  </a:lnTo>
                  <a:lnTo>
                    <a:pt x="2649794" y="2938957"/>
                  </a:lnTo>
                  <a:lnTo>
                    <a:pt x="2630157" y="2947413"/>
                  </a:lnTo>
                  <a:lnTo>
                    <a:pt x="2623611" y="2966017"/>
                  </a:lnTo>
                  <a:lnTo>
                    <a:pt x="2630157" y="2984621"/>
                  </a:lnTo>
                  <a:lnTo>
                    <a:pt x="2649794" y="2993077"/>
                  </a:lnTo>
                  <a:close/>
                </a:path>
                <a:path w="8348344" h="7197725">
                  <a:moveTo>
                    <a:pt x="8180112" y="555105"/>
                  </a:moveTo>
                  <a:lnTo>
                    <a:pt x="8202208" y="545588"/>
                  </a:lnTo>
                  <a:lnTo>
                    <a:pt x="8209573" y="524650"/>
                  </a:lnTo>
                  <a:lnTo>
                    <a:pt x="8202208" y="503712"/>
                  </a:lnTo>
                  <a:lnTo>
                    <a:pt x="8180112" y="494195"/>
                  </a:lnTo>
                  <a:lnTo>
                    <a:pt x="8158017" y="503712"/>
                  </a:lnTo>
                  <a:lnTo>
                    <a:pt x="8150652" y="524650"/>
                  </a:lnTo>
                  <a:lnTo>
                    <a:pt x="8158017" y="545588"/>
                  </a:lnTo>
                  <a:lnTo>
                    <a:pt x="8180112" y="555105"/>
                  </a:lnTo>
                  <a:close/>
                </a:path>
                <a:path w="8348344" h="7197725">
                  <a:moveTo>
                    <a:pt x="2649794" y="3506329"/>
                  </a:moveTo>
                  <a:lnTo>
                    <a:pt x="2668908" y="3498095"/>
                  </a:lnTo>
                  <a:lnTo>
                    <a:pt x="2675280" y="3479979"/>
                  </a:lnTo>
                  <a:lnTo>
                    <a:pt x="2668908" y="3461864"/>
                  </a:lnTo>
                  <a:lnTo>
                    <a:pt x="2649794" y="3453630"/>
                  </a:lnTo>
                  <a:lnTo>
                    <a:pt x="2630683" y="3461864"/>
                  </a:lnTo>
                  <a:lnTo>
                    <a:pt x="2624311" y="3479979"/>
                  </a:lnTo>
                  <a:lnTo>
                    <a:pt x="2630681" y="3498095"/>
                  </a:lnTo>
                  <a:lnTo>
                    <a:pt x="2649794" y="3506329"/>
                  </a:lnTo>
                  <a:close/>
                </a:path>
                <a:path w="8348344" h="7197725">
                  <a:moveTo>
                    <a:pt x="2788052" y="2864758"/>
                  </a:moveTo>
                  <a:lnTo>
                    <a:pt x="2803844" y="2859928"/>
                  </a:lnTo>
                  <a:lnTo>
                    <a:pt x="2812509" y="2848132"/>
                  </a:lnTo>
                  <a:lnTo>
                    <a:pt x="2814061" y="2833407"/>
                  </a:lnTo>
                  <a:lnTo>
                    <a:pt x="2808514" y="2819794"/>
                  </a:lnTo>
                  <a:lnTo>
                    <a:pt x="2762290" y="2843328"/>
                  </a:lnTo>
                  <a:lnTo>
                    <a:pt x="2765113" y="2851498"/>
                  </a:lnTo>
                  <a:lnTo>
                    <a:pt x="2770340" y="2858329"/>
                  </a:lnTo>
                  <a:lnTo>
                    <a:pt x="2777983" y="2863017"/>
                  </a:lnTo>
                  <a:lnTo>
                    <a:pt x="2788052" y="2864758"/>
                  </a:lnTo>
                  <a:close/>
                </a:path>
                <a:path w="8348344" h="7197725">
                  <a:moveTo>
                    <a:pt x="3064568" y="2736447"/>
                  </a:moveTo>
                  <a:lnTo>
                    <a:pt x="3082788" y="2729644"/>
                  </a:lnTo>
                  <a:lnTo>
                    <a:pt x="3090702" y="2713917"/>
                  </a:lnTo>
                  <a:lnTo>
                    <a:pt x="3088322" y="2696292"/>
                  </a:lnTo>
                  <a:lnTo>
                    <a:pt x="3075659" y="2683794"/>
                  </a:lnTo>
                  <a:lnTo>
                    <a:pt x="3038806" y="2702551"/>
                  </a:lnTo>
                  <a:lnTo>
                    <a:pt x="3038568" y="2714383"/>
                  </a:lnTo>
                  <a:lnTo>
                    <a:pt x="3042772" y="2725309"/>
                  </a:lnTo>
                  <a:lnTo>
                    <a:pt x="3051434" y="2733329"/>
                  </a:lnTo>
                  <a:lnTo>
                    <a:pt x="3064568" y="2736447"/>
                  </a:lnTo>
                  <a:close/>
                </a:path>
                <a:path w="8348344" h="7197725">
                  <a:moveTo>
                    <a:pt x="3748899" y="2351506"/>
                  </a:moveTo>
                  <a:lnTo>
                    <a:pt x="3755858" y="2351506"/>
                  </a:lnTo>
                  <a:lnTo>
                    <a:pt x="3767646" y="2349121"/>
                  </a:lnTo>
                  <a:lnTo>
                    <a:pt x="3776077" y="2342831"/>
                  </a:lnTo>
                  <a:lnTo>
                    <a:pt x="3781153" y="2333930"/>
                  </a:lnTo>
                  <a:lnTo>
                    <a:pt x="3782879" y="2323716"/>
                  </a:lnTo>
                  <a:lnTo>
                    <a:pt x="3739052" y="2346037"/>
                  </a:lnTo>
                  <a:lnTo>
                    <a:pt x="3743315" y="2349394"/>
                  </a:lnTo>
                  <a:lnTo>
                    <a:pt x="3748899" y="2351506"/>
                  </a:lnTo>
                  <a:close/>
                </a:path>
                <a:path w="8348344" h="7197725">
                  <a:moveTo>
                    <a:pt x="2649794" y="4661159"/>
                  </a:moveTo>
                  <a:lnTo>
                    <a:pt x="2667737" y="4653427"/>
                  </a:lnTo>
                  <a:lnTo>
                    <a:pt x="2673718" y="4636415"/>
                  </a:lnTo>
                  <a:lnTo>
                    <a:pt x="2667737" y="4619403"/>
                  </a:lnTo>
                  <a:lnTo>
                    <a:pt x="2649794" y="4611671"/>
                  </a:lnTo>
                  <a:lnTo>
                    <a:pt x="2631851" y="4619403"/>
                  </a:lnTo>
                  <a:lnTo>
                    <a:pt x="2625869" y="4636415"/>
                  </a:lnTo>
                  <a:lnTo>
                    <a:pt x="2631851" y="4653427"/>
                  </a:lnTo>
                  <a:lnTo>
                    <a:pt x="2649794" y="4661159"/>
                  </a:lnTo>
                  <a:close/>
                </a:path>
                <a:path w="8348344" h="7197725">
                  <a:moveTo>
                    <a:pt x="2649794" y="4404521"/>
                  </a:moveTo>
                  <a:lnTo>
                    <a:pt x="2667997" y="4396678"/>
                  </a:lnTo>
                  <a:lnTo>
                    <a:pt x="2674064" y="4379424"/>
                  </a:lnTo>
                  <a:lnTo>
                    <a:pt x="2667997" y="4362169"/>
                  </a:lnTo>
                  <a:lnTo>
                    <a:pt x="2649794" y="4354326"/>
                  </a:lnTo>
                  <a:lnTo>
                    <a:pt x="2631587" y="4362169"/>
                  </a:lnTo>
                  <a:lnTo>
                    <a:pt x="2625518" y="4379424"/>
                  </a:lnTo>
                  <a:lnTo>
                    <a:pt x="2631587" y="4396679"/>
                  </a:lnTo>
                  <a:lnTo>
                    <a:pt x="2649794" y="4404521"/>
                  </a:lnTo>
                  <a:close/>
                </a:path>
                <a:path w="8348344" h="7197725">
                  <a:moveTo>
                    <a:pt x="2649794" y="4276218"/>
                  </a:moveTo>
                  <a:lnTo>
                    <a:pt x="2668130" y="4268319"/>
                  </a:lnTo>
                  <a:lnTo>
                    <a:pt x="2674243" y="4250940"/>
                  </a:lnTo>
                  <a:lnTo>
                    <a:pt x="2668130" y="4233561"/>
                  </a:lnTo>
                  <a:lnTo>
                    <a:pt x="2649794" y="4225662"/>
                  </a:lnTo>
                  <a:lnTo>
                    <a:pt x="2631457" y="4233561"/>
                  </a:lnTo>
                  <a:lnTo>
                    <a:pt x="2625345" y="4250940"/>
                  </a:lnTo>
                  <a:lnTo>
                    <a:pt x="2631457" y="4268319"/>
                  </a:lnTo>
                  <a:lnTo>
                    <a:pt x="2649794" y="4276218"/>
                  </a:lnTo>
                  <a:close/>
                </a:path>
                <a:path w="8348344" h="7197725">
                  <a:moveTo>
                    <a:pt x="2649794" y="4532833"/>
                  </a:moveTo>
                  <a:lnTo>
                    <a:pt x="2667875" y="4525046"/>
                  </a:lnTo>
                  <a:lnTo>
                    <a:pt x="2673903" y="4507915"/>
                  </a:lnTo>
                  <a:lnTo>
                    <a:pt x="2667875" y="4490785"/>
                  </a:lnTo>
                  <a:lnTo>
                    <a:pt x="2649794" y="4482998"/>
                  </a:lnTo>
                  <a:lnTo>
                    <a:pt x="2631717" y="4490785"/>
                  </a:lnTo>
                  <a:lnTo>
                    <a:pt x="2625691" y="4507916"/>
                  </a:lnTo>
                  <a:lnTo>
                    <a:pt x="2631717" y="4525046"/>
                  </a:lnTo>
                  <a:lnTo>
                    <a:pt x="2649794" y="4532833"/>
                  </a:lnTo>
                  <a:close/>
                </a:path>
                <a:path w="8348344" h="7197725">
                  <a:moveTo>
                    <a:pt x="2649794" y="4147907"/>
                  </a:moveTo>
                  <a:lnTo>
                    <a:pt x="2668256" y="4139951"/>
                  </a:lnTo>
                  <a:lnTo>
                    <a:pt x="2674410" y="4122449"/>
                  </a:lnTo>
                  <a:lnTo>
                    <a:pt x="2668256" y="4104946"/>
                  </a:lnTo>
                  <a:lnTo>
                    <a:pt x="2649794" y="4096990"/>
                  </a:lnTo>
                  <a:lnTo>
                    <a:pt x="2631323" y="4104946"/>
                  </a:lnTo>
                  <a:lnTo>
                    <a:pt x="2625167" y="4122449"/>
                  </a:lnTo>
                  <a:lnTo>
                    <a:pt x="2631323" y="4139951"/>
                  </a:lnTo>
                  <a:lnTo>
                    <a:pt x="2649794" y="4147907"/>
                  </a:lnTo>
                  <a:close/>
                </a:path>
                <a:path w="8348344" h="7197725">
                  <a:moveTo>
                    <a:pt x="2649794" y="4019596"/>
                  </a:moveTo>
                  <a:lnTo>
                    <a:pt x="2668385" y="4011584"/>
                  </a:lnTo>
                  <a:lnTo>
                    <a:pt x="2674582" y="3993957"/>
                  </a:lnTo>
                  <a:lnTo>
                    <a:pt x="2668385" y="3976330"/>
                  </a:lnTo>
                  <a:lnTo>
                    <a:pt x="2649794" y="3968318"/>
                  </a:lnTo>
                  <a:lnTo>
                    <a:pt x="2631198" y="3976330"/>
                  </a:lnTo>
                  <a:lnTo>
                    <a:pt x="2625000" y="3993957"/>
                  </a:lnTo>
                  <a:lnTo>
                    <a:pt x="2631198" y="4011584"/>
                  </a:lnTo>
                  <a:lnTo>
                    <a:pt x="2649794" y="4019596"/>
                  </a:lnTo>
                  <a:close/>
                </a:path>
                <a:path w="8348344" h="7197725">
                  <a:moveTo>
                    <a:pt x="2649794" y="3762966"/>
                  </a:moveTo>
                  <a:lnTo>
                    <a:pt x="2668646" y="3754839"/>
                  </a:lnTo>
                  <a:lnTo>
                    <a:pt x="2674927" y="3736967"/>
                  </a:lnTo>
                  <a:lnTo>
                    <a:pt x="2668642" y="3719096"/>
                  </a:lnTo>
                  <a:lnTo>
                    <a:pt x="2649794" y="3710974"/>
                  </a:lnTo>
                  <a:lnTo>
                    <a:pt x="2630939" y="3719098"/>
                  </a:lnTo>
                  <a:lnTo>
                    <a:pt x="2624655" y="3736970"/>
                  </a:lnTo>
                  <a:lnTo>
                    <a:pt x="2630946" y="3754842"/>
                  </a:lnTo>
                  <a:lnTo>
                    <a:pt x="2649794" y="3762966"/>
                  </a:lnTo>
                  <a:close/>
                </a:path>
                <a:path w="8348344" h="7197725">
                  <a:moveTo>
                    <a:pt x="2649794" y="3891293"/>
                  </a:moveTo>
                  <a:lnTo>
                    <a:pt x="2668519" y="3883223"/>
                  </a:lnTo>
                  <a:lnTo>
                    <a:pt x="2674761" y="3865469"/>
                  </a:lnTo>
                  <a:lnTo>
                    <a:pt x="2668519" y="3847716"/>
                  </a:lnTo>
                  <a:lnTo>
                    <a:pt x="2649794" y="3839646"/>
                  </a:lnTo>
                  <a:lnTo>
                    <a:pt x="2631069" y="3847716"/>
                  </a:lnTo>
                  <a:lnTo>
                    <a:pt x="2624827" y="3865469"/>
                  </a:lnTo>
                  <a:lnTo>
                    <a:pt x="2631069" y="3883223"/>
                  </a:lnTo>
                  <a:lnTo>
                    <a:pt x="2649794" y="3891293"/>
                  </a:lnTo>
                  <a:close/>
                </a:path>
                <a:path w="8348344" h="7197725">
                  <a:moveTo>
                    <a:pt x="2371719" y="7070250"/>
                  </a:moveTo>
                  <a:lnTo>
                    <a:pt x="2387948" y="7062324"/>
                  </a:lnTo>
                  <a:lnTo>
                    <a:pt x="2386789" y="7061140"/>
                  </a:lnTo>
                  <a:lnTo>
                    <a:pt x="2385460" y="7060119"/>
                  </a:lnTo>
                  <a:lnTo>
                    <a:pt x="2383985" y="7059251"/>
                  </a:lnTo>
                  <a:lnTo>
                    <a:pt x="2371719" y="7070250"/>
                  </a:lnTo>
                  <a:close/>
                </a:path>
                <a:path w="8348344" h="7197725">
                  <a:moveTo>
                    <a:pt x="2235020" y="6714190"/>
                  </a:moveTo>
                  <a:lnTo>
                    <a:pt x="2250894" y="6707350"/>
                  </a:lnTo>
                  <a:lnTo>
                    <a:pt x="2256185" y="6692303"/>
                  </a:lnTo>
                  <a:lnTo>
                    <a:pt x="2250894" y="6677256"/>
                  </a:lnTo>
                  <a:lnTo>
                    <a:pt x="2235020" y="6670416"/>
                  </a:lnTo>
                  <a:lnTo>
                    <a:pt x="2219149" y="6677256"/>
                  </a:lnTo>
                  <a:lnTo>
                    <a:pt x="2213858" y="6692303"/>
                  </a:lnTo>
                  <a:lnTo>
                    <a:pt x="2219147" y="6707350"/>
                  </a:lnTo>
                  <a:lnTo>
                    <a:pt x="2235020" y="6714190"/>
                  </a:lnTo>
                  <a:close/>
                </a:path>
                <a:path w="8348344" h="7197725">
                  <a:moveTo>
                    <a:pt x="3061833" y="6457553"/>
                  </a:moveTo>
                  <a:lnTo>
                    <a:pt x="3064575" y="6457553"/>
                  </a:lnTo>
                  <a:lnTo>
                    <a:pt x="3075054" y="6455116"/>
                  </a:lnTo>
                  <a:lnTo>
                    <a:pt x="3082056" y="6448826"/>
                  </a:lnTo>
                  <a:lnTo>
                    <a:pt x="3085586" y="6440213"/>
                  </a:lnTo>
                  <a:lnTo>
                    <a:pt x="3085652" y="6430807"/>
                  </a:lnTo>
                  <a:lnTo>
                    <a:pt x="3057186" y="6456293"/>
                  </a:lnTo>
                  <a:lnTo>
                    <a:pt x="3059414" y="6457046"/>
                  </a:lnTo>
                  <a:lnTo>
                    <a:pt x="3061833" y="6457553"/>
                  </a:lnTo>
                  <a:close/>
                </a:path>
                <a:path w="8348344" h="7197725">
                  <a:moveTo>
                    <a:pt x="2235020" y="6329242"/>
                  </a:moveTo>
                  <a:lnTo>
                    <a:pt x="2251287" y="6322235"/>
                  </a:lnTo>
                  <a:lnTo>
                    <a:pt x="2256709" y="6306821"/>
                  </a:lnTo>
                  <a:lnTo>
                    <a:pt x="2251287" y="6291407"/>
                  </a:lnTo>
                  <a:lnTo>
                    <a:pt x="2235020" y="6284400"/>
                  </a:lnTo>
                  <a:lnTo>
                    <a:pt x="2218757" y="6291407"/>
                  </a:lnTo>
                  <a:lnTo>
                    <a:pt x="2213336" y="6306821"/>
                  </a:lnTo>
                  <a:lnTo>
                    <a:pt x="2218758" y="6322235"/>
                  </a:lnTo>
                  <a:lnTo>
                    <a:pt x="2235020" y="6329242"/>
                  </a:lnTo>
                  <a:close/>
                </a:path>
                <a:path w="8348344" h="7197725">
                  <a:moveTo>
                    <a:pt x="2235020" y="6842501"/>
                  </a:moveTo>
                  <a:lnTo>
                    <a:pt x="2250764" y="6835718"/>
                  </a:lnTo>
                  <a:lnTo>
                    <a:pt x="2256012" y="6820795"/>
                  </a:lnTo>
                  <a:lnTo>
                    <a:pt x="2250764" y="6805872"/>
                  </a:lnTo>
                  <a:lnTo>
                    <a:pt x="2235020" y="6799088"/>
                  </a:lnTo>
                  <a:lnTo>
                    <a:pt x="2219276" y="6805875"/>
                  </a:lnTo>
                  <a:lnTo>
                    <a:pt x="2214028" y="6820803"/>
                  </a:lnTo>
                  <a:lnTo>
                    <a:pt x="2219276" y="6835728"/>
                  </a:lnTo>
                  <a:lnTo>
                    <a:pt x="2235020" y="6842501"/>
                  </a:lnTo>
                  <a:close/>
                </a:path>
                <a:path w="8348344" h="7197725">
                  <a:moveTo>
                    <a:pt x="5967854" y="4019589"/>
                  </a:moveTo>
                  <a:lnTo>
                    <a:pt x="5968024" y="4019589"/>
                  </a:lnTo>
                  <a:lnTo>
                    <a:pt x="5978210" y="4017655"/>
                  </a:lnTo>
                  <a:lnTo>
                    <a:pt x="5985706" y="4012489"/>
                  </a:lnTo>
                  <a:lnTo>
                    <a:pt x="5990490" y="4005086"/>
                  </a:lnTo>
                  <a:lnTo>
                    <a:pt x="5992579" y="3996430"/>
                  </a:lnTo>
                  <a:lnTo>
                    <a:pt x="5967854" y="4019589"/>
                  </a:lnTo>
                  <a:close/>
                </a:path>
                <a:path w="8348344" h="7197725">
                  <a:moveTo>
                    <a:pt x="5967985" y="4019596"/>
                  </a:moveTo>
                  <a:close/>
                </a:path>
                <a:path w="8348344" h="7197725">
                  <a:moveTo>
                    <a:pt x="2235020" y="6457553"/>
                  </a:moveTo>
                  <a:lnTo>
                    <a:pt x="2251149" y="6450602"/>
                  </a:lnTo>
                  <a:lnTo>
                    <a:pt x="2256525" y="6435312"/>
                  </a:lnTo>
                  <a:lnTo>
                    <a:pt x="2251149" y="6420022"/>
                  </a:lnTo>
                  <a:lnTo>
                    <a:pt x="2235020" y="6413072"/>
                  </a:lnTo>
                  <a:lnTo>
                    <a:pt x="2218888" y="6420022"/>
                  </a:lnTo>
                  <a:lnTo>
                    <a:pt x="2213512" y="6435312"/>
                  </a:lnTo>
                  <a:lnTo>
                    <a:pt x="2218890" y="6450602"/>
                  </a:lnTo>
                  <a:lnTo>
                    <a:pt x="2235020" y="6457553"/>
                  </a:lnTo>
                  <a:close/>
                </a:path>
                <a:path w="8348344" h="7197725">
                  <a:moveTo>
                    <a:pt x="2235020" y="6585864"/>
                  </a:moveTo>
                  <a:lnTo>
                    <a:pt x="2251019" y="6578970"/>
                  </a:lnTo>
                  <a:lnTo>
                    <a:pt x="2256352" y="6563804"/>
                  </a:lnTo>
                  <a:lnTo>
                    <a:pt x="2251019" y="6548638"/>
                  </a:lnTo>
                  <a:lnTo>
                    <a:pt x="2235020" y="6541744"/>
                  </a:lnTo>
                  <a:lnTo>
                    <a:pt x="2219012" y="6548639"/>
                  </a:lnTo>
                  <a:lnTo>
                    <a:pt x="2213676" y="6563807"/>
                  </a:lnTo>
                  <a:lnTo>
                    <a:pt x="2219012" y="6578973"/>
                  </a:lnTo>
                  <a:lnTo>
                    <a:pt x="2235020" y="6585864"/>
                  </a:lnTo>
                  <a:close/>
                </a:path>
                <a:path w="8348344" h="7197725">
                  <a:moveTo>
                    <a:pt x="2922070" y="6585871"/>
                  </a:moveTo>
                  <a:lnTo>
                    <a:pt x="2926310" y="6585871"/>
                  </a:lnTo>
                  <a:lnTo>
                    <a:pt x="2937581" y="6582966"/>
                  </a:lnTo>
                  <a:lnTo>
                    <a:pt x="2944666" y="6575606"/>
                  </a:lnTo>
                  <a:lnTo>
                    <a:pt x="2947568" y="6565820"/>
                  </a:lnTo>
                  <a:lnTo>
                    <a:pt x="2946288" y="6555639"/>
                  </a:lnTo>
                  <a:lnTo>
                    <a:pt x="2915564" y="6583152"/>
                  </a:lnTo>
                  <a:lnTo>
                    <a:pt x="2918537" y="6584804"/>
                  </a:lnTo>
                  <a:lnTo>
                    <a:pt x="2922070" y="6585871"/>
                  </a:lnTo>
                  <a:close/>
                </a:path>
                <a:path w="8348344" h="7197725">
                  <a:moveTo>
                    <a:pt x="6105790" y="3891285"/>
                  </a:moveTo>
                  <a:lnTo>
                    <a:pt x="6106243" y="3891285"/>
                  </a:lnTo>
                  <a:lnTo>
                    <a:pt x="6116856" y="3889196"/>
                  </a:lnTo>
                  <a:lnTo>
                    <a:pt x="6124531" y="3883664"/>
                  </a:lnTo>
                  <a:lnTo>
                    <a:pt x="6129280" y="3875789"/>
                  </a:lnTo>
                  <a:lnTo>
                    <a:pt x="6131114" y="3866675"/>
                  </a:lnTo>
                  <a:lnTo>
                    <a:pt x="6104968" y="3891147"/>
                  </a:lnTo>
                  <a:lnTo>
                    <a:pt x="6105413" y="3891170"/>
                  </a:lnTo>
                  <a:lnTo>
                    <a:pt x="6105790" y="3891285"/>
                  </a:lnTo>
                  <a:close/>
                </a:path>
                <a:path w="8348344" h="7197725">
                  <a:moveTo>
                    <a:pt x="2235020" y="6200938"/>
                  </a:moveTo>
                  <a:lnTo>
                    <a:pt x="2251409" y="6193872"/>
                  </a:lnTo>
                  <a:lnTo>
                    <a:pt x="2256870" y="6178334"/>
                  </a:lnTo>
                  <a:lnTo>
                    <a:pt x="2251406" y="6162797"/>
                  </a:lnTo>
                  <a:lnTo>
                    <a:pt x="2235020" y="6155735"/>
                  </a:lnTo>
                  <a:lnTo>
                    <a:pt x="2218623" y="6162798"/>
                  </a:lnTo>
                  <a:lnTo>
                    <a:pt x="2213159" y="6178337"/>
                  </a:lnTo>
                  <a:lnTo>
                    <a:pt x="2218631" y="6193875"/>
                  </a:lnTo>
                  <a:lnTo>
                    <a:pt x="2235020" y="6200938"/>
                  </a:lnTo>
                  <a:close/>
                </a:path>
                <a:path w="8348344" h="7197725">
                  <a:moveTo>
                    <a:pt x="1938196" y="7081841"/>
                  </a:moveTo>
                  <a:lnTo>
                    <a:pt x="1966485" y="7057930"/>
                  </a:lnTo>
                  <a:lnTo>
                    <a:pt x="1964134" y="7057016"/>
                  </a:lnTo>
                  <a:lnTo>
                    <a:pt x="1961515" y="7056432"/>
                  </a:lnTo>
                  <a:lnTo>
                    <a:pt x="1958504" y="7056432"/>
                  </a:lnTo>
                  <a:lnTo>
                    <a:pt x="1948508" y="7058741"/>
                  </a:lnTo>
                  <a:lnTo>
                    <a:pt x="1941791" y="7064707"/>
                  </a:lnTo>
                  <a:lnTo>
                    <a:pt x="1938354" y="7072887"/>
                  </a:lnTo>
                  <a:lnTo>
                    <a:pt x="1938196" y="7081841"/>
                  </a:lnTo>
                  <a:close/>
                </a:path>
                <a:path w="8348344" h="7197725">
                  <a:moveTo>
                    <a:pt x="1958504" y="6842524"/>
                  </a:moveTo>
                  <a:lnTo>
                    <a:pt x="1974244" y="6835738"/>
                  </a:lnTo>
                  <a:lnTo>
                    <a:pt x="1979489" y="6820809"/>
                  </a:lnTo>
                  <a:lnTo>
                    <a:pt x="1974238" y="6805885"/>
                  </a:lnTo>
                  <a:lnTo>
                    <a:pt x="1958489" y="6799111"/>
                  </a:lnTo>
                  <a:lnTo>
                    <a:pt x="1953934" y="6799111"/>
                  </a:lnTo>
                  <a:lnTo>
                    <a:pt x="1950171" y="6800340"/>
                  </a:lnTo>
                  <a:lnTo>
                    <a:pt x="1947106" y="6802291"/>
                  </a:lnTo>
                  <a:lnTo>
                    <a:pt x="1944149" y="6809911"/>
                  </a:lnTo>
                  <a:lnTo>
                    <a:pt x="1941115" y="6817515"/>
                  </a:lnTo>
                  <a:lnTo>
                    <a:pt x="1937873" y="6825035"/>
                  </a:lnTo>
                  <a:lnTo>
                    <a:pt x="1940055" y="6831678"/>
                  </a:lnTo>
                  <a:lnTo>
                    <a:pt x="1944219" y="6837256"/>
                  </a:lnTo>
                  <a:lnTo>
                    <a:pt x="1950368" y="6841095"/>
                  </a:lnTo>
                  <a:lnTo>
                    <a:pt x="1958504" y="6842524"/>
                  </a:lnTo>
                  <a:close/>
                </a:path>
                <a:path w="8348344" h="7197725">
                  <a:moveTo>
                    <a:pt x="1801558" y="7197409"/>
                  </a:moveTo>
                  <a:lnTo>
                    <a:pt x="1815522" y="7185588"/>
                  </a:lnTo>
                  <a:lnTo>
                    <a:pt x="1808479" y="7187009"/>
                  </a:lnTo>
                  <a:lnTo>
                    <a:pt x="1803870" y="7191694"/>
                  </a:lnTo>
                  <a:lnTo>
                    <a:pt x="1801558" y="7197409"/>
                  </a:lnTo>
                  <a:close/>
                </a:path>
                <a:path w="8348344" h="7197725">
                  <a:moveTo>
                    <a:pt x="2110273" y="5298659"/>
                  </a:moveTo>
                  <a:lnTo>
                    <a:pt x="2115296" y="5293604"/>
                  </a:lnTo>
                  <a:lnTo>
                    <a:pt x="2118443" y="5287286"/>
                  </a:lnTo>
                  <a:lnTo>
                    <a:pt x="2119722" y="5280276"/>
                  </a:lnTo>
                  <a:lnTo>
                    <a:pt x="2119137" y="5273143"/>
                  </a:lnTo>
                  <a:lnTo>
                    <a:pt x="2110273" y="5298659"/>
                  </a:lnTo>
                  <a:close/>
                </a:path>
                <a:path w="8348344" h="7197725">
                  <a:moveTo>
                    <a:pt x="5829727" y="3378025"/>
                  </a:moveTo>
                  <a:lnTo>
                    <a:pt x="5848971" y="3369735"/>
                  </a:lnTo>
                  <a:lnTo>
                    <a:pt x="5855385" y="3351495"/>
                  </a:lnTo>
                  <a:lnTo>
                    <a:pt x="5848971" y="3333256"/>
                  </a:lnTo>
                  <a:lnTo>
                    <a:pt x="5829727" y="3324965"/>
                  </a:lnTo>
                  <a:lnTo>
                    <a:pt x="5810483" y="3333256"/>
                  </a:lnTo>
                  <a:lnTo>
                    <a:pt x="5804068" y="3351495"/>
                  </a:lnTo>
                  <a:lnTo>
                    <a:pt x="5810483" y="3369735"/>
                  </a:lnTo>
                  <a:lnTo>
                    <a:pt x="5829727" y="3378025"/>
                  </a:lnTo>
                  <a:close/>
                </a:path>
                <a:path w="8348344" h="7197725">
                  <a:moveTo>
                    <a:pt x="1701882" y="7072078"/>
                  </a:moveTo>
                  <a:lnTo>
                    <a:pt x="1699839" y="7063637"/>
                  </a:lnTo>
                  <a:lnTo>
                    <a:pt x="1693272" y="7056432"/>
                  </a:lnTo>
                  <a:lnTo>
                    <a:pt x="1670812" y="7056432"/>
                  </a:lnTo>
                  <a:lnTo>
                    <a:pt x="1664261" y="7063499"/>
                  </a:lnTo>
                  <a:lnTo>
                    <a:pt x="1662157" y="7071871"/>
                  </a:lnTo>
                  <a:lnTo>
                    <a:pt x="1667687" y="7071871"/>
                  </a:lnTo>
                  <a:lnTo>
                    <a:pt x="1701882" y="7072078"/>
                  </a:lnTo>
                  <a:close/>
                </a:path>
                <a:path w="8348344" h="7197725">
                  <a:moveTo>
                    <a:pt x="2235020" y="5046115"/>
                  </a:moveTo>
                  <a:lnTo>
                    <a:pt x="2252574" y="5038551"/>
                  </a:lnTo>
                  <a:lnTo>
                    <a:pt x="2258426" y="5021909"/>
                  </a:lnTo>
                  <a:lnTo>
                    <a:pt x="2252574" y="5005267"/>
                  </a:lnTo>
                  <a:lnTo>
                    <a:pt x="2235020" y="4997702"/>
                  </a:lnTo>
                  <a:lnTo>
                    <a:pt x="2231809" y="4997702"/>
                  </a:lnTo>
                  <a:lnTo>
                    <a:pt x="2212891" y="5030077"/>
                  </a:lnTo>
                  <a:lnTo>
                    <a:pt x="2215825" y="5036306"/>
                  </a:lnTo>
                  <a:lnTo>
                    <a:pt x="2220485" y="5041406"/>
                  </a:lnTo>
                  <a:lnTo>
                    <a:pt x="2226880" y="5044850"/>
                  </a:lnTo>
                  <a:lnTo>
                    <a:pt x="2235020" y="5046115"/>
                  </a:lnTo>
                  <a:close/>
                </a:path>
                <a:path w="8348344" h="7197725">
                  <a:moveTo>
                    <a:pt x="17861" y="6714205"/>
                  </a:moveTo>
                  <a:lnTo>
                    <a:pt x="28892" y="6714198"/>
                  </a:lnTo>
                  <a:lnTo>
                    <a:pt x="33547" y="6712139"/>
                  </a:lnTo>
                  <a:lnTo>
                    <a:pt x="36995" y="6709021"/>
                  </a:lnTo>
                  <a:lnTo>
                    <a:pt x="32370" y="6699575"/>
                  </a:lnTo>
                  <a:lnTo>
                    <a:pt x="27886" y="6690052"/>
                  </a:lnTo>
                  <a:lnTo>
                    <a:pt x="23546" y="6680452"/>
                  </a:lnTo>
                  <a:lnTo>
                    <a:pt x="19352" y="6670777"/>
                  </a:lnTo>
                  <a:lnTo>
                    <a:pt x="11772" y="6673389"/>
                  </a:lnTo>
                  <a:lnTo>
                    <a:pt x="6309" y="6678247"/>
                  </a:lnTo>
                  <a:lnTo>
                    <a:pt x="2970" y="6684631"/>
                  </a:lnTo>
                  <a:lnTo>
                    <a:pt x="1762" y="6691823"/>
                  </a:lnTo>
                  <a:lnTo>
                    <a:pt x="4612" y="6698098"/>
                  </a:lnTo>
                  <a:lnTo>
                    <a:pt x="7523" y="6704305"/>
                  </a:lnTo>
                  <a:lnTo>
                    <a:pt x="10534" y="6710472"/>
                  </a:lnTo>
                  <a:lnTo>
                    <a:pt x="13768" y="6712769"/>
                  </a:lnTo>
                  <a:lnTo>
                    <a:pt x="17861" y="6714205"/>
                  </a:lnTo>
                  <a:close/>
                </a:path>
                <a:path w="8348344" h="7197725">
                  <a:moveTo>
                    <a:pt x="283155" y="7064221"/>
                  </a:moveTo>
                  <a:lnTo>
                    <a:pt x="288624" y="7059313"/>
                  </a:lnTo>
                  <a:lnTo>
                    <a:pt x="286436" y="7060603"/>
                  </a:lnTo>
                  <a:lnTo>
                    <a:pt x="284615" y="7062270"/>
                  </a:lnTo>
                  <a:lnTo>
                    <a:pt x="283155" y="7064221"/>
                  </a:lnTo>
                  <a:close/>
                </a:path>
                <a:path w="8348344" h="7197725">
                  <a:moveTo>
                    <a:pt x="2235020" y="5174427"/>
                  </a:moveTo>
                  <a:lnTo>
                    <a:pt x="2252445" y="5166918"/>
                  </a:lnTo>
                  <a:lnTo>
                    <a:pt x="2258253" y="5150400"/>
                  </a:lnTo>
                  <a:lnTo>
                    <a:pt x="2252445" y="5133883"/>
                  </a:lnTo>
                  <a:lnTo>
                    <a:pt x="2235020" y="5126374"/>
                  </a:lnTo>
                  <a:lnTo>
                    <a:pt x="2217586" y="5133883"/>
                  </a:lnTo>
                  <a:lnTo>
                    <a:pt x="2211775" y="5150400"/>
                  </a:lnTo>
                  <a:lnTo>
                    <a:pt x="2217586" y="5166918"/>
                  </a:lnTo>
                  <a:lnTo>
                    <a:pt x="2235020" y="5174427"/>
                  </a:lnTo>
                  <a:close/>
                </a:path>
                <a:path w="8348344" h="7197725">
                  <a:moveTo>
                    <a:pt x="2235020" y="5815982"/>
                  </a:moveTo>
                  <a:lnTo>
                    <a:pt x="2251797" y="5808756"/>
                  </a:lnTo>
                  <a:lnTo>
                    <a:pt x="2257389" y="5792858"/>
                  </a:lnTo>
                  <a:lnTo>
                    <a:pt x="2251797" y="5776961"/>
                  </a:lnTo>
                  <a:lnTo>
                    <a:pt x="2235020" y="5769735"/>
                  </a:lnTo>
                  <a:lnTo>
                    <a:pt x="2218239" y="5776961"/>
                  </a:lnTo>
                  <a:lnTo>
                    <a:pt x="2212645" y="5792858"/>
                  </a:lnTo>
                  <a:lnTo>
                    <a:pt x="2218239" y="5808756"/>
                  </a:lnTo>
                  <a:lnTo>
                    <a:pt x="2235020" y="5815982"/>
                  </a:lnTo>
                  <a:close/>
                </a:path>
                <a:path w="8348344" h="7197725">
                  <a:moveTo>
                    <a:pt x="2235020" y="5687686"/>
                  </a:moveTo>
                  <a:lnTo>
                    <a:pt x="2251931" y="5680401"/>
                  </a:lnTo>
                  <a:lnTo>
                    <a:pt x="2257568" y="5664374"/>
                  </a:lnTo>
                  <a:lnTo>
                    <a:pt x="2251931" y="5648348"/>
                  </a:lnTo>
                  <a:lnTo>
                    <a:pt x="2235020" y="5641063"/>
                  </a:lnTo>
                  <a:lnTo>
                    <a:pt x="2218109" y="5648348"/>
                  </a:lnTo>
                  <a:lnTo>
                    <a:pt x="2212472" y="5664374"/>
                  </a:lnTo>
                  <a:lnTo>
                    <a:pt x="2218109" y="5680401"/>
                  </a:lnTo>
                  <a:lnTo>
                    <a:pt x="2235020" y="5687686"/>
                  </a:lnTo>
                  <a:close/>
                </a:path>
                <a:path w="8348344" h="7197725">
                  <a:moveTo>
                    <a:pt x="2235020" y="5559375"/>
                  </a:moveTo>
                  <a:lnTo>
                    <a:pt x="2252056" y="5552034"/>
                  </a:lnTo>
                  <a:lnTo>
                    <a:pt x="2257735" y="5535883"/>
                  </a:lnTo>
                  <a:lnTo>
                    <a:pt x="2252056" y="5519732"/>
                  </a:lnTo>
                  <a:lnTo>
                    <a:pt x="2235020" y="5512390"/>
                  </a:lnTo>
                  <a:lnTo>
                    <a:pt x="2217980" y="5519732"/>
                  </a:lnTo>
                  <a:lnTo>
                    <a:pt x="2212299" y="5535883"/>
                  </a:lnTo>
                  <a:lnTo>
                    <a:pt x="2217980" y="5552034"/>
                  </a:lnTo>
                  <a:lnTo>
                    <a:pt x="2235020" y="5559375"/>
                  </a:lnTo>
                  <a:close/>
                </a:path>
                <a:path w="8348344" h="7197725">
                  <a:moveTo>
                    <a:pt x="2235020" y="5944316"/>
                  </a:moveTo>
                  <a:lnTo>
                    <a:pt x="2251675" y="5937133"/>
                  </a:lnTo>
                  <a:lnTo>
                    <a:pt x="2257219" y="5921352"/>
                  </a:lnTo>
                  <a:lnTo>
                    <a:pt x="2251664" y="5905577"/>
                  </a:lnTo>
                  <a:lnTo>
                    <a:pt x="2235020" y="5898406"/>
                  </a:lnTo>
                  <a:lnTo>
                    <a:pt x="2218367" y="5905580"/>
                  </a:lnTo>
                  <a:lnTo>
                    <a:pt x="2212821" y="5921361"/>
                  </a:lnTo>
                  <a:lnTo>
                    <a:pt x="2218369" y="5937133"/>
                  </a:lnTo>
                  <a:lnTo>
                    <a:pt x="2235020" y="5944316"/>
                  </a:lnTo>
                  <a:close/>
                </a:path>
                <a:path w="8348344" h="7197725">
                  <a:moveTo>
                    <a:pt x="2235020" y="5302753"/>
                  </a:moveTo>
                  <a:lnTo>
                    <a:pt x="2252320" y="5295299"/>
                  </a:lnTo>
                  <a:lnTo>
                    <a:pt x="2258086" y="5278900"/>
                  </a:lnTo>
                  <a:lnTo>
                    <a:pt x="2252320" y="5262501"/>
                  </a:lnTo>
                  <a:lnTo>
                    <a:pt x="2235020" y="5255047"/>
                  </a:lnTo>
                  <a:lnTo>
                    <a:pt x="2217720" y="5262501"/>
                  </a:lnTo>
                  <a:lnTo>
                    <a:pt x="2211954" y="5278900"/>
                  </a:lnTo>
                  <a:lnTo>
                    <a:pt x="2217720" y="5295299"/>
                  </a:lnTo>
                  <a:lnTo>
                    <a:pt x="2235020" y="5302753"/>
                  </a:lnTo>
                  <a:close/>
                </a:path>
                <a:path w="8348344" h="7197725">
                  <a:moveTo>
                    <a:pt x="2214405" y="6946694"/>
                  </a:moveTo>
                  <a:lnTo>
                    <a:pt x="2222468" y="6942846"/>
                  </a:lnTo>
                  <a:lnTo>
                    <a:pt x="2246496" y="6931032"/>
                  </a:lnTo>
                  <a:lnTo>
                    <a:pt x="2243423" y="6929035"/>
                  </a:lnTo>
                  <a:lnTo>
                    <a:pt x="2239652" y="6927760"/>
                  </a:lnTo>
                  <a:lnTo>
                    <a:pt x="2235020" y="6927760"/>
                  </a:lnTo>
                  <a:lnTo>
                    <a:pt x="2226562" y="6929337"/>
                  </a:lnTo>
                  <a:lnTo>
                    <a:pt x="2220317" y="6933543"/>
                  </a:lnTo>
                  <a:lnTo>
                    <a:pt x="2216269" y="6939591"/>
                  </a:lnTo>
                  <a:lnTo>
                    <a:pt x="2214405" y="6946694"/>
                  </a:lnTo>
                  <a:close/>
                </a:path>
                <a:path w="8348344" h="7197725">
                  <a:moveTo>
                    <a:pt x="2235020" y="5431064"/>
                  </a:moveTo>
                  <a:lnTo>
                    <a:pt x="2252190" y="5423666"/>
                  </a:lnTo>
                  <a:lnTo>
                    <a:pt x="2257913" y="5407391"/>
                  </a:lnTo>
                  <a:lnTo>
                    <a:pt x="2252190" y="5391116"/>
                  </a:lnTo>
                  <a:lnTo>
                    <a:pt x="2235020" y="5383718"/>
                  </a:lnTo>
                  <a:lnTo>
                    <a:pt x="2217850" y="5391116"/>
                  </a:lnTo>
                  <a:lnTo>
                    <a:pt x="2212127" y="5407391"/>
                  </a:lnTo>
                  <a:lnTo>
                    <a:pt x="2217850" y="5423666"/>
                  </a:lnTo>
                  <a:lnTo>
                    <a:pt x="2235020" y="5431064"/>
                  </a:lnTo>
                  <a:close/>
                </a:path>
                <a:path w="8348344" h="7197725">
                  <a:moveTo>
                    <a:pt x="2235020" y="6072642"/>
                  </a:moveTo>
                  <a:lnTo>
                    <a:pt x="2251542" y="6065523"/>
                  </a:lnTo>
                  <a:lnTo>
                    <a:pt x="2257049" y="6049861"/>
                  </a:lnTo>
                  <a:lnTo>
                    <a:pt x="2251542" y="6034198"/>
                  </a:lnTo>
                  <a:lnTo>
                    <a:pt x="2235020" y="6027079"/>
                  </a:lnTo>
                  <a:lnTo>
                    <a:pt x="2218498" y="6034198"/>
                  </a:lnTo>
                  <a:lnTo>
                    <a:pt x="2212991" y="6049861"/>
                  </a:lnTo>
                  <a:lnTo>
                    <a:pt x="2218498" y="6065523"/>
                  </a:lnTo>
                  <a:lnTo>
                    <a:pt x="2235020" y="6072642"/>
                  </a:lnTo>
                  <a:close/>
                </a:path>
                <a:path w="8348344" h="7197725">
                  <a:moveTo>
                    <a:pt x="8180112" y="426794"/>
                  </a:moveTo>
                  <a:lnTo>
                    <a:pt x="8202337" y="417220"/>
                  </a:lnTo>
                  <a:lnTo>
                    <a:pt x="8209745" y="396158"/>
                  </a:lnTo>
                  <a:lnTo>
                    <a:pt x="8202337" y="375096"/>
                  </a:lnTo>
                  <a:lnTo>
                    <a:pt x="8180112" y="365523"/>
                  </a:lnTo>
                  <a:lnTo>
                    <a:pt x="8157887" y="375096"/>
                  </a:lnTo>
                  <a:lnTo>
                    <a:pt x="8150479" y="396158"/>
                  </a:lnTo>
                  <a:lnTo>
                    <a:pt x="8157887" y="417220"/>
                  </a:lnTo>
                  <a:lnTo>
                    <a:pt x="8180112" y="426794"/>
                  </a:lnTo>
                  <a:close/>
                </a:path>
                <a:path w="8348344" h="7197725">
                  <a:moveTo>
                    <a:pt x="8180112" y="298475"/>
                  </a:moveTo>
                  <a:lnTo>
                    <a:pt x="8202467" y="288847"/>
                  </a:lnTo>
                  <a:lnTo>
                    <a:pt x="8209918" y="267663"/>
                  </a:lnTo>
                  <a:lnTo>
                    <a:pt x="8202467" y="246480"/>
                  </a:lnTo>
                  <a:lnTo>
                    <a:pt x="8180112" y="236851"/>
                  </a:lnTo>
                  <a:lnTo>
                    <a:pt x="8157758" y="246480"/>
                  </a:lnTo>
                  <a:lnTo>
                    <a:pt x="8150306" y="267663"/>
                  </a:lnTo>
                  <a:lnTo>
                    <a:pt x="8157758" y="288847"/>
                  </a:lnTo>
                  <a:lnTo>
                    <a:pt x="8180112" y="298475"/>
                  </a:lnTo>
                  <a:close/>
                </a:path>
                <a:path w="8348344" h="7197725">
                  <a:moveTo>
                    <a:pt x="8180112" y="170164"/>
                  </a:moveTo>
                  <a:lnTo>
                    <a:pt x="8202596" y="160479"/>
                  </a:lnTo>
                  <a:lnTo>
                    <a:pt x="8210091" y="139171"/>
                  </a:lnTo>
                  <a:lnTo>
                    <a:pt x="8202596" y="117864"/>
                  </a:lnTo>
                  <a:lnTo>
                    <a:pt x="8180112" y="108179"/>
                  </a:lnTo>
                  <a:lnTo>
                    <a:pt x="8157628" y="117864"/>
                  </a:lnTo>
                  <a:lnTo>
                    <a:pt x="8150133" y="139171"/>
                  </a:lnTo>
                  <a:lnTo>
                    <a:pt x="8157628" y="160479"/>
                  </a:lnTo>
                  <a:lnTo>
                    <a:pt x="8180112" y="170164"/>
                  </a:lnTo>
                  <a:close/>
                </a:path>
                <a:path w="8348344" h="7197725">
                  <a:moveTo>
                    <a:pt x="8318370" y="41846"/>
                  </a:moveTo>
                  <a:lnTo>
                    <a:pt x="8334082" y="37863"/>
                  </a:lnTo>
                  <a:lnTo>
                    <a:pt x="8344055" y="27738"/>
                  </a:lnTo>
                  <a:lnTo>
                    <a:pt x="8348303" y="14205"/>
                  </a:lnTo>
                  <a:lnTo>
                    <a:pt x="8346836" y="0"/>
                  </a:lnTo>
                  <a:lnTo>
                    <a:pt x="8292616" y="27605"/>
                  </a:lnTo>
                  <a:lnTo>
                    <a:pt x="8296889" y="33314"/>
                  </a:lnTo>
                  <a:lnTo>
                    <a:pt x="8302604" y="37822"/>
                  </a:lnTo>
                  <a:lnTo>
                    <a:pt x="8309763" y="40782"/>
                  </a:lnTo>
                  <a:lnTo>
                    <a:pt x="8318370" y="41846"/>
                  </a:lnTo>
                  <a:close/>
                </a:path>
                <a:path w="8348344" h="7197725">
                  <a:moveTo>
                    <a:pt x="8180112" y="683416"/>
                  </a:moveTo>
                  <a:lnTo>
                    <a:pt x="8202078" y="673954"/>
                  </a:lnTo>
                  <a:lnTo>
                    <a:pt x="8209400" y="653138"/>
                  </a:lnTo>
                  <a:lnTo>
                    <a:pt x="8202078" y="632321"/>
                  </a:lnTo>
                  <a:lnTo>
                    <a:pt x="8180112" y="622859"/>
                  </a:lnTo>
                  <a:lnTo>
                    <a:pt x="8158146" y="632321"/>
                  </a:lnTo>
                  <a:lnTo>
                    <a:pt x="8150825" y="653138"/>
                  </a:lnTo>
                  <a:lnTo>
                    <a:pt x="8158146" y="673954"/>
                  </a:lnTo>
                  <a:lnTo>
                    <a:pt x="8180112" y="683416"/>
                  </a:lnTo>
                  <a:close/>
                </a:path>
                <a:path w="8348344" h="7197725">
                  <a:moveTo>
                    <a:pt x="2926310" y="5815982"/>
                  </a:moveTo>
                  <a:lnTo>
                    <a:pt x="2943087" y="5808756"/>
                  </a:lnTo>
                  <a:lnTo>
                    <a:pt x="2948679" y="5792858"/>
                  </a:lnTo>
                  <a:lnTo>
                    <a:pt x="2943087" y="5776961"/>
                  </a:lnTo>
                  <a:lnTo>
                    <a:pt x="2926310" y="5769735"/>
                  </a:lnTo>
                  <a:lnTo>
                    <a:pt x="2909524" y="5776961"/>
                  </a:lnTo>
                  <a:lnTo>
                    <a:pt x="2903929" y="5792858"/>
                  </a:lnTo>
                  <a:lnTo>
                    <a:pt x="2909524" y="5808756"/>
                  </a:lnTo>
                  <a:lnTo>
                    <a:pt x="2926310" y="5815982"/>
                  </a:lnTo>
                  <a:close/>
                </a:path>
                <a:path w="8348344" h="7197725">
                  <a:moveTo>
                    <a:pt x="4170631" y="2223195"/>
                  </a:moveTo>
                  <a:lnTo>
                    <a:pt x="4191042" y="2214403"/>
                  </a:lnTo>
                  <a:lnTo>
                    <a:pt x="4197845" y="2195060"/>
                  </a:lnTo>
                  <a:lnTo>
                    <a:pt x="4191042" y="2175717"/>
                  </a:lnTo>
                  <a:lnTo>
                    <a:pt x="4170631" y="2166924"/>
                  </a:lnTo>
                  <a:lnTo>
                    <a:pt x="4150221" y="2175717"/>
                  </a:lnTo>
                  <a:lnTo>
                    <a:pt x="4143418" y="2195060"/>
                  </a:lnTo>
                  <a:lnTo>
                    <a:pt x="4150221" y="2214403"/>
                  </a:lnTo>
                  <a:lnTo>
                    <a:pt x="4170631" y="2223195"/>
                  </a:lnTo>
                  <a:close/>
                </a:path>
                <a:path w="8348344" h="7197725">
                  <a:moveTo>
                    <a:pt x="5829727" y="2223195"/>
                  </a:moveTo>
                  <a:lnTo>
                    <a:pt x="5850137" y="2214403"/>
                  </a:lnTo>
                  <a:lnTo>
                    <a:pt x="5856941" y="2195060"/>
                  </a:lnTo>
                  <a:lnTo>
                    <a:pt x="5850137" y="2175717"/>
                  </a:lnTo>
                  <a:lnTo>
                    <a:pt x="5829727" y="2166924"/>
                  </a:lnTo>
                  <a:lnTo>
                    <a:pt x="5809316" y="2175717"/>
                  </a:lnTo>
                  <a:lnTo>
                    <a:pt x="5802513" y="2195060"/>
                  </a:lnTo>
                  <a:lnTo>
                    <a:pt x="5809316" y="2214403"/>
                  </a:lnTo>
                  <a:lnTo>
                    <a:pt x="5829727" y="2223195"/>
                  </a:lnTo>
                  <a:close/>
                </a:path>
                <a:path w="8348344" h="7197725">
                  <a:moveTo>
                    <a:pt x="5809042" y="2470377"/>
                  </a:moveTo>
                  <a:lnTo>
                    <a:pt x="5853968" y="2439722"/>
                  </a:lnTo>
                  <a:lnTo>
                    <a:pt x="5850734" y="2432318"/>
                  </a:lnTo>
                  <a:lnTo>
                    <a:pt x="5844451" y="2426419"/>
                  </a:lnTo>
                  <a:lnTo>
                    <a:pt x="5835027" y="2424791"/>
                  </a:lnTo>
                  <a:lnTo>
                    <a:pt x="5803396" y="2446390"/>
                  </a:lnTo>
                  <a:lnTo>
                    <a:pt x="5802900" y="2452744"/>
                  </a:lnTo>
                  <a:lnTo>
                    <a:pt x="5803679" y="2459055"/>
                  </a:lnTo>
                  <a:lnTo>
                    <a:pt x="5805727" y="2465030"/>
                  </a:lnTo>
                  <a:lnTo>
                    <a:pt x="5809042" y="2470377"/>
                  </a:lnTo>
                  <a:close/>
                </a:path>
                <a:path w="8348344" h="7197725">
                  <a:moveTo>
                    <a:pt x="5854813" y="2334385"/>
                  </a:moveTo>
                  <a:lnTo>
                    <a:pt x="5856707" y="2324306"/>
                  </a:lnTo>
                  <a:lnTo>
                    <a:pt x="5855295" y="2314150"/>
                  </a:lnTo>
                  <a:lnTo>
                    <a:pt x="5850579" y="2305163"/>
                  </a:lnTo>
                  <a:lnTo>
                    <a:pt x="5842562" y="2298592"/>
                  </a:lnTo>
                  <a:lnTo>
                    <a:pt x="5846054" y="2307397"/>
                  </a:lnTo>
                  <a:lnTo>
                    <a:pt x="5849261" y="2316298"/>
                  </a:lnTo>
                  <a:lnTo>
                    <a:pt x="5852180" y="2325295"/>
                  </a:lnTo>
                  <a:lnTo>
                    <a:pt x="5854813" y="2334385"/>
                  </a:lnTo>
                  <a:close/>
                </a:path>
                <a:path w="8348344" h="7197725">
                  <a:moveTo>
                    <a:pt x="5528839" y="2464087"/>
                  </a:moveTo>
                  <a:lnTo>
                    <a:pt x="5538901" y="2457658"/>
                  </a:lnTo>
                  <a:lnTo>
                    <a:pt x="5539209" y="2457504"/>
                  </a:lnTo>
                  <a:lnTo>
                    <a:pt x="5539516" y="2457274"/>
                  </a:lnTo>
                  <a:lnTo>
                    <a:pt x="5539738" y="2457197"/>
                  </a:lnTo>
                  <a:lnTo>
                    <a:pt x="5574725" y="2434914"/>
                  </a:lnTo>
                  <a:lnTo>
                    <a:pt x="5570324" y="2428670"/>
                  </a:lnTo>
                  <a:lnTo>
                    <a:pt x="5563204" y="2424269"/>
                  </a:lnTo>
                  <a:lnTo>
                    <a:pt x="5553203" y="2424269"/>
                  </a:lnTo>
                  <a:lnTo>
                    <a:pt x="5538602" y="2428180"/>
                  </a:lnTo>
                  <a:lnTo>
                    <a:pt x="5529687" y="2438017"/>
                  </a:lnTo>
                  <a:lnTo>
                    <a:pt x="5526438" y="2450934"/>
                  </a:lnTo>
                  <a:lnTo>
                    <a:pt x="5528839" y="2464087"/>
                  </a:lnTo>
                  <a:close/>
                </a:path>
                <a:path w="8348344" h="7197725">
                  <a:moveTo>
                    <a:pt x="5829727" y="1838247"/>
                  </a:moveTo>
                  <a:lnTo>
                    <a:pt x="5850526" y="1829287"/>
                  </a:lnTo>
                  <a:lnTo>
                    <a:pt x="5857459" y="1809577"/>
                  </a:lnTo>
                  <a:lnTo>
                    <a:pt x="5850526" y="1789867"/>
                  </a:lnTo>
                  <a:lnTo>
                    <a:pt x="5829727" y="1780908"/>
                  </a:lnTo>
                  <a:lnTo>
                    <a:pt x="5808928" y="1789867"/>
                  </a:lnTo>
                  <a:lnTo>
                    <a:pt x="5801995" y="1809577"/>
                  </a:lnTo>
                  <a:lnTo>
                    <a:pt x="5808928" y="1829287"/>
                  </a:lnTo>
                  <a:lnTo>
                    <a:pt x="5829727" y="1838247"/>
                  </a:lnTo>
                  <a:close/>
                </a:path>
                <a:path w="8348344" h="7197725">
                  <a:moveTo>
                    <a:pt x="5829727" y="2094876"/>
                  </a:moveTo>
                  <a:lnTo>
                    <a:pt x="5850267" y="2086029"/>
                  </a:lnTo>
                  <a:lnTo>
                    <a:pt x="5857113" y="2066564"/>
                  </a:lnTo>
                  <a:lnTo>
                    <a:pt x="5850267" y="2047100"/>
                  </a:lnTo>
                  <a:lnTo>
                    <a:pt x="5829727" y="2038252"/>
                  </a:lnTo>
                  <a:lnTo>
                    <a:pt x="5809187" y="2047100"/>
                  </a:lnTo>
                  <a:lnTo>
                    <a:pt x="5802340" y="2066564"/>
                  </a:lnTo>
                  <a:lnTo>
                    <a:pt x="5809187" y="2086029"/>
                  </a:lnTo>
                  <a:lnTo>
                    <a:pt x="5829727" y="2094876"/>
                  </a:lnTo>
                  <a:close/>
                </a:path>
                <a:path w="8348344" h="7197725">
                  <a:moveTo>
                    <a:pt x="5829727" y="1709936"/>
                  </a:moveTo>
                  <a:lnTo>
                    <a:pt x="5850656" y="1700920"/>
                  </a:lnTo>
                  <a:lnTo>
                    <a:pt x="5857632" y="1681086"/>
                  </a:lnTo>
                  <a:lnTo>
                    <a:pt x="5850656" y="1661252"/>
                  </a:lnTo>
                  <a:lnTo>
                    <a:pt x="5829727" y="1652236"/>
                  </a:lnTo>
                  <a:lnTo>
                    <a:pt x="5808798" y="1661252"/>
                  </a:lnTo>
                  <a:lnTo>
                    <a:pt x="5801822" y="1681086"/>
                  </a:lnTo>
                  <a:lnTo>
                    <a:pt x="5808798" y="1700920"/>
                  </a:lnTo>
                  <a:lnTo>
                    <a:pt x="5829727" y="1709936"/>
                  </a:lnTo>
                  <a:close/>
                </a:path>
                <a:path w="8348344" h="7197725">
                  <a:moveTo>
                    <a:pt x="5553211" y="1581617"/>
                  </a:moveTo>
                  <a:lnTo>
                    <a:pt x="5574270" y="1572546"/>
                  </a:lnTo>
                  <a:lnTo>
                    <a:pt x="5581289" y="1552590"/>
                  </a:lnTo>
                  <a:lnTo>
                    <a:pt x="5574270" y="1532635"/>
                  </a:lnTo>
                  <a:lnTo>
                    <a:pt x="5553211" y="1523564"/>
                  </a:lnTo>
                  <a:lnTo>
                    <a:pt x="5532153" y="1532635"/>
                  </a:lnTo>
                  <a:lnTo>
                    <a:pt x="5525133" y="1552590"/>
                  </a:lnTo>
                  <a:lnTo>
                    <a:pt x="5532153" y="1572546"/>
                  </a:lnTo>
                  <a:lnTo>
                    <a:pt x="5553211" y="1581617"/>
                  </a:lnTo>
                  <a:close/>
                </a:path>
                <a:path w="8348344" h="7197725">
                  <a:moveTo>
                    <a:pt x="5829727" y="1966558"/>
                  </a:moveTo>
                  <a:lnTo>
                    <a:pt x="5850396" y="1957655"/>
                  </a:lnTo>
                  <a:lnTo>
                    <a:pt x="5857286" y="1938069"/>
                  </a:lnTo>
                  <a:lnTo>
                    <a:pt x="5850396" y="1918483"/>
                  </a:lnTo>
                  <a:lnTo>
                    <a:pt x="5829727" y="1909580"/>
                  </a:lnTo>
                  <a:lnTo>
                    <a:pt x="5809057" y="1918483"/>
                  </a:lnTo>
                  <a:lnTo>
                    <a:pt x="5802167" y="1938069"/>
                  </a:lnTo>
                  <a:lnTo>
                    <a:pt x="5809057" y="1957655"/>
                  </a:lnTo>
                  <a:lnTo>
                    <a:pt x="5829727" y="1966558"/>
                  </a:lnTo>
                  <a:close/>
                </a:path>
                <a:path w="8348344" h="7197725">
                  <a:moveTo>
                    <a:pt x="5553211" y="2094876"/>
                  </a:moveTo>
                  <a:lnTo>
                    <a:pt x="5573751" y="2086029"/>
                  </a:lnTo>
                  <a:lnTo>
                    <a:pt x="5580598" y="2066564"/>
                  </a:lnTo>
                  <a:lnTo>
                    <a:pt x="5573751" y="2047100"/>
                  </a:lnTo>
                  <a:lnTo>
                    <a:pt x="5553211" y="2038252"/>
                  </a:lnTo>
                  <a:lnTo>
                    <a:pt x="5532671" y="2047100"/>
                  </a:lnTo>
                  <a:lnTo>
                    <a:pt x="5525824" y="2066564"/>
                  </a:lnTo>
                  <a:lnTo>
                    <a:pt x="5532671" y="2086029"/>
                  </a:lnTo>
                  <a:lnTo>
                    <a:pt x="5553211" y="2094876"/>
                  </a:lnTo>
                  <a:close/>
                </a:path>
                <a:path w="8348344" h="7197725">
                  <a:moveTo>
                    <a:pt x="5120555" y="2729780"/>
                  </a:moveTo>
                  <a:lnTo>
                    <a:pt x="5139482" y="2713811"/>
                  </a:lnTo>
                  <a:lnTo>
                    <a:pt x="5163131" y="2698595"/>
                  </a:lnTo>
                  <a:lnTo>
                    <a:pt x="5159677" y="2691949"/>
                  </a:lnTo>
                  <a:lnTo>
                    <a:pt x="5154412" y="2686555"/>
                  </a:lnTo>
                  <a:lnTo>
                    <a:pt x="5147332" y="2682935"/>
                  </a:lnTo>
                  <a:lnTo>
                    <a:pt x="5138429" y="2681612"/>
                  </a:lnTo>
                  <a:lnTo>
                    <a:pt x="5121728" y="2687091"/>
                  </a:lnTo>
                  <a:lnTo>
                    <a:pt x="5113195" y="2700235"/>
                  </a:lnTo>
                  <a:lnTo>
                    <a:pt x="5112810" y="2716110"/>
                  </a:lnTo>
                  <a:lnTo>
                    <a:pt x="5120555" y="2729780"/>
                  </a:lnTo>
                  <a:close/>
                </a:path>
                <a:path w="8348344" h="7197725">
                  <a:moveTo>
                    <a:pt x="5553211" y="2351506"/>
                  </a:moveTo>
                  <a:lnTo>
                    <a:pt x="5573492" y="2342770"/>
                  </a:lnTo>
                  <a:lnTo>
                    <a:pt x="5580252" y="2323551"/>
                  </a:lnTo>
                  <a:lnTo>
                    <a:pt x="5573492" y="2304332"/>
                  </a:lnTo>
                  <a:lnTo>
                    <a:pt x="5553211" y="2295596"/>
                  </a:lnTo>
                  <a:lnTo>
                    <a:pt x="5532930" y="2304332"/>
                  </a:lnTo>
                  <a:lnTo>
                    <a:pt x="5526170" y="2323551"/>
                  </a:lnTo>
                  <a:lnTo>
                    <a:pt x="5532930" y="2342770"/>
                  </a:lnTo>
                  <a:lnTo>
                    <a:pt x="5553211" y="2351506"/>
                  </a:lnTo>
                  <a:close/>
                </a:path>
                <a:path w="8348344" h="7197725">
                  <a:moveTo>
                    <a:pt x="5138437" y="1709936"/>
                  </a:moveTo>
                  <a:lnTo>
                    <a:pt x="5159366" y="1700920"/>
                  </a:lnTo>
                  <a:lnTo>
                    <a:pt x="5166342" y="1681086"/>
                  </a:lnTo>
                  <a:lnTo>
                    <a:pt x="5159366" y="1661252"/>
                  </a:lnTo>
                  <a:lnTo>
                    <a:pt x="5138437" y="1652236"/>
                  </a:lnTo>
                  <a:lnTo>
                    <a:pt x="5117508" y="1661252"/>
                  </a:lnTo>
                  <a:lnTo>
                    <a:pt x="5110532" y="1681086"/>
                  </a:lnTo>
                  <a:lnTo>
                    <a:pt x="5117508" y="1700920"/>
                  </a:lnTo>
                  <a:lnTo>
                    <a:pt x="5138437" y="1709936"/>
                  </a:lnTo>
                  <a:close/>
                </a:path>
                <a:path w="8348344" h="7197725">
                  <a:moveTo>
                    <a:pt x="5138437" y="2608136"/>
                  </a:moveTo>
                  <a:lnTo>
                    <a:pt x="5158459" y="2599512"/>
                  </a:lnTo>
                  <a:lnTo>
                    <a:pt x="5165132" y="2580538"/>
                  </a:lnTo>
                  <a:lnTo>
                    <a:pt x="5158459" y="2561565"/>
                  </a:lnTo>
                  <a:lnTo>
                    <a:pt x="5138437" y="2552940"/>
                  </a:lnTo>
                  <a:lnTo>
                    <a:pt x="5118416" y="2561565"/>
                  </a:lnTo>
                  <a:lnTo>
                    <a:pt x="5111742" y="2580538"/>
                  </a:lnTo>
                  <a:lnTo>
                    <a:pt x="5118416" y="2599512"/>
                  </a:lnTo>
                  <a:lnTo>
                    <a:pt x="5138437" y="2608136"/>
                  </a:lnTo>
                  <a:close/>
                </a:path>
                <a:path w="8348344" h="7197725">
                  <a:moveTo>
                    <a:pt x="5553211" y="1838247"/>
                  </a:moveTo>
                  <a:lnTo>
                    <a:pt x="5574010" y="1829287"/>
                  </a:lnTo>
                  <a:lnTo>
                    <a:pt x="5580943" y="1809577"/>
                  </a:lnTo>
                  <a:lnTo>
                    <a:pt x="5574010" y="1789867"/>
                  </a:lnTo>
                  <a:lnTo>
                    <a:pt x="5553211" y="1780908"/>
                  </a:lnTo>
                  <a:lnTo>
                    <a:pt x="5532416" y="1789867"/>
                  </a:lnTo>
                  <a:lnTo>
                    <a:pt x="5525485" y="1809577"/>
                  </a:lnTo>
                  <a:lnTo>
                    <a:pt x="5532416" y="1829287"/>
                  </a:lnTo>
                  <a:lnTo>
                    <a:pt x="5553211" y="1838247"/>
                  </a:lnTo>
                  <a:close/>
                </a:path>
                <a:path w="8348344" h="7197725">
                  <a:moveTo>
                    <a:pt x="5553211" y="2223195"/>
                  </a:moveTo>
                  <a:lnTo>
                    <a:pt x="5573621" y="2214403"/>
                  </a:lnTo>
                  <a:lnTo>
                    <a:pt x="5580425" y="2195060"/>
                  </a:lnTo>
                  <a:lnTo>
                    <a:pt x="5573621" y="2175717"/>
                  </a:lnTo>
                  <a:lnTo>
                    <a:pt x="5553211" y="2166924"/>
                  </a:lnTo>
                  <a:lnTo>
                    <a:pt x="5532801" y="2175717"/>
                  </a:lnTo>
                  <a:lnTo>
                    <a:pt x="5525997" y="2195060"/>
                  </a:lnTo>
                  <a:lnTo>
                    <a:pt x="5532801" y="2214403"/>
                  </a:lnTo>
                  <a:lnTo>
                    <a:pt x="5553211" y="2223195"/>
                  </a:lnTo>
                  <a:close/>
                </a:path>
                <a:path w="8348344" h="7197725">
                  <a:moveTo>
                    <a:pt x="5829727" y="1581617"/>
                  </a:moveTo>
                  <a:lnTo>
                    <a:pt x="5850785" y="1572546"/>
                  </a:lnTo>
                  <a:lnTo>
                    <a:pt x="5857805" y="1552590"/>
                  </a:lnTo>
                  <a:lnTo>
                    <a:pt x="5850785" y="1532635"/>
                  </a:lnTo>
                  <a:lnTo>
                    <a:pt x="5829727" y="1523564"/>
                  </a:lnTo>
                  <a:lnTo>
                    <a:pt x="5808668" y="1532635"/>
                  </a:lnTo>
                  <a:lnTo>
                    <a:pt x="5801649" y="1552590"/>
                  </a:lnTo>
                  <a:lnTo>
                    <a:pt x="5808668" y="1572546"/>
                  </a:lnTo>
                  <a:lnTo>
                    <a:pt x="5829727" y="1581617"/>
                  </a:lnTo>
                  <a:close/>
                </a:path>
                <a:path w="8348344" h="7197725">
                  <a:moveTo>
                    <a:pt x="5553211" y="1966558"/>
                  </a:moveTo>
                  <a:lnTo>
                    <a:pt x="5573881" y="1957655"/>
                  </a:lnTo>
                  <a:lnTo>
                    <a:pt x="5580771" y="1938069"/>
                  </a:lnTo>
                  <a:lnTo>
                    <a:pt x="5573881" y="1918483"/>
                  </a:lnTo>
                  <a:lnTo>
                    <a:pt x="5553211" y="1909580"/>
                  </a:lnTo>
                  <a:lnTo>
                    <a:pt x="5532542" y="1918483"/>
                  </a:lnTo>
                  <a:lnTo>
                    <a:pt x="5525652" y="1938069"/>
                  </a:lnTo>
                  <a:lnTo>
                    <a:pt x="5532542" y="1957655"/>
                  </a:lnTo>
                  <a:lnTo>
                    <a:pt x="5553211" y="1966558"/>
                  </a:lnTo>
                  <a:close/>
                </a:path>
                <a:path w="8348344" h="7197725">
                  <a:moveTo>
                    <a:pt x="5553211" y="1709936"/>
                  </a:moveTo>
                  <a:lnTo>
                    <a:pt x="5574140" y="1700920"/>
                  </a:lnTo>
                  <a:lnTo>
                    <a:pt x="5581116" y="1681086"/>
                  </a:lnTo>
                  <a:lnTo>
                    <a:pt x="5574140" y="1661252"/>
                  </a:lnTo>
                  <a:lnTo>
                    <a:pt x="5553211" y="1652236"/>
                  </a:lnTo>
                  <a:lnTo>
                    <a:pt x="5532282" y="1661252"/>
                  </a:lnTo>
                  <a:lnTo>
                    <a:pt x="5525306" y="1681086"/>
                  </a:lnTo>
                  <a:lnTo>
                    <a:pt x="5532282" y="1700920"/>
                  </a:lnTo>
                  <a:lnTo>
                    <a:pt x="5553211" y="1709936"/>
                  </a:lnTo>
                  <a:close/>
                </a:path>
                <a:path w="8348344" h="7197725">
                  <a:moveTo>
                    <a:pt x="6106243" y="1453298"/>
                  </a:moveTo>
                  <a:lnTo>
                    <a:pt x="6127431" y="1444172"/>
                  </a:lnTo>
                  <a:lnTo>
                    <a:pt x="6134493" y="1424095"/>
                  </a:lnTo>
                  <a:lnTo>
                    <a:pt x="6127431" y="1404018"/>
                  </a:lnTo>
                  <a:lnTo>
                    <a:pt x="6106243" y="1394892"/>
                  </a:lnTo>
                  <a:lnTo>
                    <a:pt x="6085055" y="1404018"/>
                  </a:lnTo>
                  <a:lnTo>
                    <a:pt x="6077992" y="1424095"/>
                  </a:lnTo>
                  <a:lnTo>
                    <a:pt x="6085055" y="1444172"/>
                  </a:lnTo>
                  <a:lnTo>
                    <a:pt x="6106243" y="1453298"/>
                  </a:lnTo>
                  <a:close/>
                </a:path>
                <a:path w="8348344" h="7197725">
                  <a:moveTo>
                    <a:pt x="6106243" y="1838247"/>
                  </a:moveTo>
                  <a:lnTo>
                    <a:pt x="6127042" y="1829287"/>
                  </a:lnTo>
                  <a:lnTo>
                    <a:pt x="6133975" y="1809577"/>
                  </a:lnTo>
                  <a:lnTo>
                    <a:pt x="6127042" y="1789867"/>
                  </a:lnTo>
                  <a:lnTo>
                    <a:pt x="6106243" y="1780908"/>
                  </a:lnTo>
                  <a:lnTo>
                    <a:pt x="6085448" y="1789867"/>
                  </a:lnTo>
                  <a:lnTo>
                    <a:pt x="6078516" y="1809577"/>
                  </a:lnTo>
                  <a:lnTo>
                    <a:pt x="6085448" y="1829287"/>
                  </a:lnTo>
                  <a:lnTo>
                    <a:pt x="6106243" y="1838247"/>
                  </a:lnTo>
                  <a:close/>
                </a:path>
                <a:path w="8348344" h="7197725">
                  <a:moveTo>
                    <a:pt x="6106243" y="1709936"/>
                  </a:moveTo>
                  <a:lnTo>
                    <a:pt x="6127172" y="1700920"/>
                  </a:lnTo>
                  <a:lnTo>
                    <a:pt x="6134148" y="1681086"/>
                  </a:lnTo>
                  <a:lnTo>
                    <a:pt x="6127171" y="1661252"/>
                  </a:lnTo>
                  <a:lnTo>
                    <a:pt x="6106243" y="1652236"/>
                  </a:lnTo>
                  <a:lnTo>
                    <a:pt x="6085314" y="1661252"/>
                  </a:lnTo>
                  <a:lnTo>
                    <a:pt x="6078338" y="1681086"/>
                  </a:lnTo>
                  <a:lnTo>
                    <a:pt x="6085314" y="1700920"/>
                  </a:lnTo>
                  <a:lnTo>
                    <a:pt x="6106243" y="1709936"/>
                  </a:lnTo>
                  <a:close/>
                </a:path>
                <a:path w="8348344" h="7197725">
                  <a:moveTo>
                    <a:pt x="6106243" y="1324987"/>
                  </a:moveTo>
                  <a:lnTo>
                    <a:pt x="6127565" y="1315805"/>
                  </a:lnTo>
                  <a:lnTo>
                    <a:pt x="6134672" y="1295603"/>
                  </a:lnTo>
                  <a:lnTo>
                    <a:pt x="6127565" y="1275402"/>
                  </a:lnTo>
                  <a:lnTo>
                    <a:pt x="6106243" y="1266220"/>
                  </a:lnTo>
                  <a:lnTo>
                    <a:pt x="6084925" y="1275402"/>
                  </a:lnTo>
                  <a:lnTo>
                    <a:pt x="6077819" y="1295603"/>
                  </a:lnTo>
                  <a:lnTo>
                    <a:pt x="6084925" y="1315805"/>
                  </a:lnTo>
                  <a:lnTo>
                    <a:pt x="6106243" y="1324987"/>
                  </a:lnTo>
                  <a:close/>
                </a:path>
                <a:path w="8348344" h="7197725">
                  <a:moveTo>
                    <a:pt x="5967985" y="1581617"/>
                  </a:moveTo>
                  <a:lnTo>
                    <a:pt x="5989043" y="1572546"/>
                  </a:lnTo>
                  <a:lnTo>
                    <a:pt x="5996063" y="1552590"/>
                  </a:lnTo>
                  <a:lnTo>
                    <a:pt x="5989043" y="1532635"/>
                  </a:lnTo>
                  <a:lnTo>
                    <a:pt x="5967985" y="1523564"/>
                  </a:lnTo>
                  <a:lnTo>
                    <a:pt x="5946926" y="1532635"/>
                  </a:lnTo>
                  <a:lnTo>
                    <a:pt x="5939907" y="1552590"/>
                  </a:lnTo>
                  <a:lnTo>
                    <a:pt x="5946926" y="1572546"/>
                  </a:lnTo>
                  <a:lnTo>
                    <a:pt x="5967985" y="1581617"/>
                  </a:lnTo>
                  <a:close/>
                </a:path>
                <a:path w="8348344" h="7197725">
                  <a:moveTo>
                    <a:pt x="6382759" y="1196676"/>
                  </a:moveTo>
                  <a:lnTo>
                    <a:pt x="6404206" y="1187437"/>
                  </a:lnTo>
                  <a:lnTo>
                    <a:pt x="6411355" y="1167112"/>
                  </a:lnTo>
                  <a:lnTo>
                    <a:pt x="6404206" y="1146786"/>
                  </a:lnTo>
                  <a:lnTo>
                    <a:pt x="6382759" y="1137548"/>
                  </a:lnTo>
                  <a:lnTo>
                    <a:pt x="6361311" y="1146786"/>
                  </a:lnTo>
                  <a:lnTo>
                    <a:pt x="6354162" y="1167112"/>
                  </a:lnTo>
                  <a:lnTo>
                    <a:pt x="6361311" y="1187437"/>
                  </a:lnTo>
                  <a:lnTo>
                    <a:pt x="6382759" y="1196676"/>
                  </a:lnTo>
                  <a:close/>
                </a:path>
                <a:path w="8348344" h="7197725">
                  <a:moveTo>
                    <a:pt x="6104054" y="2094654"/>
                  </a:moveTo>
                  <a:lnTo>
                    <a:pt x="6132097" y="2076235"/>
                  </a:lnTo>
                  <a:lnTo>
                    <a:pt x="6133428" y="2063336"/>
                  </a:lnTo>
                  <a:lnTo>
                    <a:pt x="6129568" y="2051053"/>
                  </a:lnTo>
                  <a:lnTo>
                    <a:pt x="6120509" y="2041866"/>
                  </a:lnTo>
                  <a:lnTo>
                    <a:pt x="6106243" y="2038252"/>
                  </a:lnTo>
                  <a:lnTo>
                    <a:pt x="6086019" y="2046741"/>
                  </a:lnTo>
                  <a:lnTo>
                    <a:pt x="6078922" y="2065589"/>
                  </a:lnTo>
                  <a:lnTo>
                    <a:pt x="6084939" y="2084869"/>
                  </a:lnTo>
                  <a:lnTo>
                    <a:pt x="6104054" y="2094654"/>
                  </a:lnTo>
                  <a:close/>
                </a:path>
                <a:path w="8348344" h="7197725">
                  <a:moveTo>
                    <a:pt x="6382759" y="1453306"/>
                  </a:moveTo>
                  <a:lnTo>
                    <a:pt x="6403947" y="1444180"/>
                  </a:lnTo>
                  <a:lnTo>
                    <a:pt x="6411009" y="1424103"/>
                  </a:lnTo>
                  <a:lnTo>
                    <a:pt x="6403947" y="1404025"/>
                  </a:lnTo>
                  <a:lnTo>
                    <a:pt x="6382759" y="1394899"/>
                  </a:lnTo>
                  <a:lnTo>
                    <a:pt x="6361571" y="1404025"/>
                  </a:lnTo>
                  <a:lnTo>
                    <a:pt x="6354508" y="1424103"/>
                  </a:lnTo>
                  <a:lnTo>
                    <a:pt x="6361571" y="1444180"/>
                  </a:lnTo>
                  <a:lnTo>
                    <a:pt x="6382759" y="1453306"/>
                  </a:lnTo>
                  <a:close/>
                </a:path>
                <a:path w="8348344" h="7197725">
                  <a:moveTo>
                    <a:pt x="6382759" y="1324995"/>
                  </a:moveTo>
                  <a:lnTo>
                    <a:pt x="6404076" y="1315812"/>
                  </a:lnTo>
                  <a:lnTo>
                    <a:pt x="6411182" y="1295611"/>
                  </a:lnTo>
                  <a:lnTo>
                    <a:pt x="6404076" y="1275410"/>
                  </a:lnTo>
                  <a:lnTo>
                    <a:pt x="6382759" y="1266227"/>
                  </a:lnTo>
                  <a:lnTo>
                    <a:pt x="6361441" y="1275410"/>
                  </a:lnTo>
                  <a:lnTo>
                    <a:pt x="6354335" y="1295611"/>
                  </a:lnTo>
                  <a:lnTo>
                    <a:pt x="6361441" y="1315812"/>
                  </a:lnTo>
                  <a:lnTo>
                    <a:pt x="6382759" y="1324995"/>
                  </a:lnTo>
                  <a:close/>
                </a:path>
                <a:path w="8348344" h="7197725">
                  <a:moveTo>
                    <a:pt x="6106243" y="1966558"/>
                  </a:moveTo>
                  <a:lnTo>
                    <a:pt x="6126912" y="1957655"/>
                  </a:lnTo>
                  <a:lnTo>
                    <a:pt x="6133802" y="1938069"/>
                  </a:lnTo>
                  <a:lnTo>
                    <a:pt x="6126912" y="1918483"/>
                  </a:lnTo>
                  <a:lnTo>
                    <a:pt x="6106243" y="1909580"/>
                  </a:lnTo>
                  <a:lnTo>
                    <a:pt x="6085573" y="1918483"/>
                  </a:lnTo>
                  <a:lnTo>
                    <a:pt x="6078683" y="1938069"/>
                  </a:lnTo>
                  <a:lnTo>
                    <a:pt x="6085573" y="1957655"/>
                  </a:lnTo>
                  <a:lnTo>
                    <a:pt x="6106243" y="1966558"/>
                  </a:lnTo>
                  <a:close/>
                </a:path>
                <a:path w="8348344" h="7197725">
                  <a:moveTo>
                    <a:pt x="5967985" y="1838247"/>
                  </a:moveTo>
                  <a:lnTo>
                    <a:pt x="5988784" y="1829287"/>
                  </a:lnTo>
                  <a:lnTo>
                    <a:pt x="5995717" y="1809577"/>
                  </a:lnTo>
                  <a:lnTo>
                    <a:pt x="5988784" y="1789867"/>
                  </a:lnTo>
                  <a:lnTo>
                    <a:pt x="5967985" y="1780908"/>
                  </a:lnTo>
                  <a:lnTo>
                    <a:pt x="5947190" y="1789867"/>
                  </a:lnTo>
                  <a:lnTo>
                    <a:pt x="5940258" y="1809577"/>
                  </a:lnTo>
                  <a:lnTo>
                    <a:pt x="5947190" y="1829287"/>
                  </a:lnTo>
                  <a:lnTo>
                    <a:pt x="5967985" y="1838247"/>
                  </a:lnTo>
                  <a:close/>
                </a:path>
                <a:path w="8348344" h="7197725">
                  <a:moveTo>
                    <a:pt x="5967985" y="1966558"/>
                  </a:moveTo>
                  <a:lnTo>
                    <a:pt x="5988654" y="1957655"/>
                  </a:lnTo>
                  <a:lnTo>
                    <a:pt x="5995544" y="1938069"/>
                  </a:lnTo>
                  <a:lnTo>
                    <a:pt x="5988654" y="1918483"/>
                  </a:lnTo>
                  <a:lnTo>
                    <a:pt x="5967985" y="1909580"/>
                  </a:lnTo>
                  <a:lnTo>
                    <a:pt x="5947315" y="1918483"/>
                  </a:lnTo>
                  <a:lnTo>
                    <a:pt x="5940425" y="1938069"/>
                  </a:lnTo>
                  <a:lnTo>
                    <a:pt x="5947315" y="1957655"/>
                  </a:lnTo>
                  <a:lnTo>
                    <a:pt x="5967985" y="1966558"/>
                  </a:lnTo>
                  <a:close/>
                </a:path>
                <a:path w="8348344" h="7197725">
                  <a:moveTo>
                    <a:pt x="5967985" y="1709936"/>
                  </a:moveTo>
                  <a:lnTo>
                    <a:pt x="5988914" y="1700920"/>
                  </a:lnTo>
                  <a:lnTo>
                    <a:pt x="5995890" y="1681086"/>
                  </a:lnTo>
                  <a:lnTo>
                    <a:pt x="5988914" y="1661252"/>
                  </a:lnTo>
                  <a:lnTo>
                    <a:pt x="5967985" y="1652236"/>
                  </a:lnTo>
                  <a:lnTo>
                    <a:pt x="5947056" y="1661252"/>
                  </a:lnTo>
                  <a:lnTo>
                    <a:pt x="5940080" y="1681086"/>
                  </a:lnTo>
                  <a:lnTo>
                    <a:pt x="5947056" y="1700920"/>
                  </a:lnTo>
                  <a:lnTo>
                    <a:pt x="5967985" y="1709936"/>
                  </a:lnTo>
                  <a:close/>
                </a:path>
                <a:path w="8348344" h="7197725">
                  <a:moveTo>
                    <a:pt x="5967985" y="1453298"/>
                  </a:moveTo>
                  <a:lnTo>
                    <a:pt x="5989173" y="1444172"/>
                  </a:lnTo>
                  <a:lnTo>
                    <a:pt x="5996235" y="1424095"/>
                  </a:lnTo>
                  <a:lnTo>
                    <a:pt x="5989173" y="1404018"/>
                  </a:lnTo>
                  <a:lnTo>
                    <a:pt x="5967985" y="1394892"/>
                  </a:lnTo>
                  <a:lnTo>
                    <a:pt x="5946797" y="1404018"/>
                  </a:lnTo>
                  <a:lnTo>
                    <a:pt x="5939734" y="1424095"/>
                  </a:lnTo>
                  <a:lnTo>
                    <a:pt x="5946797" y="1444172"/>
                  </a:lnTo>
                  <a:lnTo>
                    <a:pt x="5967985" y="1453298"/>
                  </a:lnTo>
                  <a:close/>
                </a:path>
                <a:path w="8348344" h="7197725">
                  <a:moveTo>
                    <a:pt x="5941263" y="2200567"/>
                  </a:moveTo>
                  <a:lnTo>
                    <a:pt x="5984845" y="2172370"/>
                  </a:lnTo>
                  <a:lnTo>
                    <a:pt x="5980551" y="2169021"/>
                  </a:lnTo>
                  <a:lnTo>
                    <a:pt x="5974951" y="2166924"/>
                  </a:lnTo>
                  <a:lnTo>
                    <a:pt x="5967985" y="2166924"/>
                  </a:lnTo>
                  <a:lnTo>
                    <a:pt x="5954768" y="2169982"/>
                  </a:lnTo>
                  <a:lnTo>
                    <a:pt x="5945911" y="2177881"/>
                  </a:lnTo>
                  <a:lnTo>
                    <a:pt x="5941410" y="2188713"/>
                  </a:lnTo>
                  <a:lnTo>
                    <a:pt x="5941263" y="2200567"/>
                  </a:lnTo>
                  <a:close/>
                </a:path>
                <a:path w="8348344" h="7197725">
                  <a:moveTo>
                    <a:pt x="6106243" y="1581617"/>
                  </a:moveTo>
                  <a:lnTo>
                    <a:pt x="6127301" y="1572546"/>
                  </a:lnTo>
                  <a:lnTo>
                    <a:pt x="6134321" y="1552590"/>
                  </a:lnTo>
                  <a:lnTo>
                    <a:pt x="6127301" y="1532635"/>
                  </a:lnTo>
                  <a:lnTo>
                    <a:pt x="6106243" y="1523564"/>
                  </a:lnTo>
                  <a:lnTo>
                    <a:pt x="6085184" y="1532635"/>
                  </a:lnTo>
                  <a:lnTo>
                    <a:pt x="6078165" y="1552590"/>
                  </a:lnTo>
                  <a:lnTo>
                    <a:pt x="6085184" y="1572546"/>
                  </a:lnTo>
                  <a:lnTo>
                    <a:pt x="6106243" y="1581617"/>
                  </a:lnTo>
                  <a:close/>
                </a:path>
                <a:path w="8348344" h="7197725">
                  <a:moveTo>
                    <a:pt x="5967985" y="2094876"/>
                  </a:moveTo>
                  <a:lnTo>
                    <a:pt x="5988525" y="2086029"/>
                  </a:lnTo>
                  <a:lnTo>
                    <a:pt x="5995371" y="2066564"/>
                  </a:lnTo>
                  <a:lnTo>
                    <a:pt x="5988525" y="2047100"/>
                  </a:lnTo>
                  <a:lnTo>
                    <a:pt x="5967985" y="2038252"/>
                  </a:lnTo>
                  <a:lnTo>
                    <a:pt x="5947445" y="2047100"/>
                  </a:lnTo>
                  <a:lnTo>
                    <a:pt x="5940598" y="2066564"/>
                  </a:lnTo>
                  <a:lnTo>
                    <a:pt x="5947445" y="2086029"/>
                  </a:lnTo>
                  <a:lnTo>
                    <a:pt x="5967985" y="2094876"/>
                  </a:lnTo>
                  <a:close/>
                </a:path>
                <a:path w="8348344" h="7197725">
                  <a:moveTo>
                    <a:pt x="5967985" y="1324987"/>
                  </a:moveTo>
                  <a:lnTo>
                    <a:pt x="5989307" y="1315805"/>
                  </a:lnTo>
                  <a:lnTo>
                    <a:pt x="5996414" y="1295603"/>
                  </a:lnTo>
                  <a:lnTo>
                    <a:pt x="5989307" y="1275402"/>
                  </a:lnTo>
                  <a:lnTo>
                    <a:pt x="5967985" y="1266220"/>
                  </a:lnTo>
                  <a:lnTo>
                    <a:pt x="5946667" y="1275402"/>
                  </a:lnTo>
                  <a:lnTo>
                    <a:pt x="5939561" y="1295603"/>
                  </a:lnTo>
                  <a:lnTo>
                    <a:pt x="5946667" y="1315805"/>
                  </a:lnTo>
                  <a:lnTo>
                    <a:pt x="5967985" y="1324987"/>
                  </a:lnTo>
                  <a:close/>
                </a:path>
                <a:path w="8348344" h="7197725">
                  <a:moveTo>
                    <a:pt x="4723663" y="2094876"/>
                  </a:moveTo>
                  <a:lnTo>
                    <a:pt x="4744203" y="2086029"/>
                  </a:lnTo>
                  <a:lnTo>
                    <a:pt x="4751050" y="2066564"/>
                  </a:lnTo>
                  <a:lnTo>
                    <a:pt x="4744203" y="2047100"/>
                  </a:lnTo>
                  <a:lnTo>
                    <a:pt x="4723663" y="2038252"/>
                  </a:lnTo>
                  <a:lnTo>
                    <a:pt x="4703123" y="2047100"/>
                  </a:lnTo>
                  <a:lnTo>
                    <a:pt x="4696277" y="2066564"/>
                  </a:lnTo>
                  <a:lnTo>
                    <a:pt x="4703123" y="2086029"/>
                  </a:lnTo>
                  <a:lnTo>
                    <a:pt x="4723663" y="2094876"/>
                  </a:lnTo>
                  <a:close/>
                </a:path>
                <a:path w="8348344" h="7197725">
                  <a:moveTo>
                    <a:pt x="4585405" y="2223195"/>
                  </a:moveTo>
                  <a:lnTo>
                    <a:pt x="4605816" y="2214403"/>
                  </a:lnTo>
                  <a:lnTo>
                    <a:pt x="4612619" y="2195060"/>
                  </a:lnTo>
                  <a:lnTo>
                    <a:pt x="4605816" y="2175717"/>
                  </a:lnTo>
                  <a:lnTo>
                    <a:pt x="4585405" y="2166924"/>
                  </a:lnTo>
                  <a:lnTo>
                    <a:pt x="4564995" y="2175717"/>
                  </a:lnTo>
                  <a:lnTo>
                    <a:pt x="4558192" y="2195060"/>
                  </a:lnTo>
                  <a:lnTo>
                    <a:pt x="4564995" y="2214403"/>
                  </a:lnTo>
                  <a:lnTo>
                    <a:pt x="4585405" y="2223195"/>
                  </a:lnTo>
                  <a:close/>
                </a:path>
                <a:path w="8348344" h="7197725">
                  <a:moveTo>
                    <a:pt x="4585405" y="2351506"/>
                  </a:moveTo>
                  <a:lnTo>
                    <a:pt x="4605686" y="2342770"/>
                  </a:lnTo>
                  <a:lnTo>
                    <a:pt x="4612446" y="2323551"/>
                  </a:lnTo>
                  <a:lnTo>
                    <a:pt x="4605686" y="2304332"/>
                  </a:lnTo>
                  <a:lnTo>
                    <a:pt x="4585405" y="2295596"/>
                  </a:lnTo>
                  <a:lnTo>
                    <a:pt x="4565125" y="2304332"/>
                  </a:lnTo>
                  <a:lnTo>
                    <a:pt x="4558365" y="2323551"/>
                  </a:lnTo>
                  <a:lnTo>
                    <a:pt x="4565125" y="2342770"/>
                  </a:lnTo>
                  <a:lnTo>
                    <a:pt x="4585405" y="2351506"/>
                  </a:lnTo>
                  <a:close/>
                </a:path>
                <a:path w="8348344" h="7197725">
                  <a:moveTo>
                    <a:pt x="4585405" y="2479817"/>
                  </a:moveTo>
                  <a:lnTo>
                    <a:pt x="4605556" y="2471138"/>
                  </a:lnTo>
                  <a:lnTo>
                    <a:pt x="4612273" y="2452043"/>
                  </a:lnTo>
                  <a:lnTo>
                    <a:pt x="4605556" y="2432948"/>
                  </a:lnTo>
                  <a:lnTo>
                    <a:pt x="4585405" y="2424268"/>
                  </a:lnTo>
                  <a:lnTo>
                    <a:pt x="4565254" y="2432948"/>
                  </a:lnTo>
                  <a:lnTo>
                    <a:pt x="4558537" y="2452043"/>
                  </a:lnTo>
                  <a:lnTo>
                    <a:pt x="4565254" y="2471138"/>
                  </a:lnTo>
                  <a:lnTo>
                    <a:pt x="4585405" y="2479817"/>
                  </a:lnTo>
                  <a:close/>
                </a:path>
                <a:path w="8348344" h="7197725">
                  <a:moveTo>
                    <a:pt x="4447147" y="2094876"/>
                  </a:moveTo>
                  <a:lnTo>
                    <a:pt x="4467687" y="2086029"/>
                  </a:lnTo>
                  <a:lnTo>
                    <a:pt x="4474534" y="2066564"/>
                  </a:lnTo>
                  <a:lnTo>
                    <a:pt x="4467687" y="2047100"/>
                  </a:lnTo>
                  <a:lnTo>
                    <a:pt x="4447147" y="2038252"/>
                  </a:lnTo>
                  <a:lnTo>
                    <a:pt x="4426607" y="2047100"/>
                  </a:lnTo>
                  <a:lnTo>
                    <a:pt x="4419761" y="2066564"/>
                  </a:lnTo>
                  <a:lnTo>
                    <a:pt x="4426607" y="2086029"/>
                  </a:lnTo>
                  <a:lnTo>
                    <a:pt x="4447147" y="2094876"/>
                  </a:lnTo>
                  <a:close/>
                </a:path>
                <a:path w="8348344" h="7197725">
                  <a:moveTo>
                    <a:pt x="4585405" y="2864758"/>
                  </a:moveTo>
                  <a:lnTo>
                    <a:pt x="4605168" y="2856245"/>
                  </a:lnTo>
                  <a:lnTo>
                    <a:pt x="4611754" y="2837517"/>
                  </a:lnTo>
                  <a:lnTo>
                    <a:pt x="4605160" y="2818790"/>
                  </a:lnTo>
                  <a:lnTo>
                    <a:pt x="4585405" y="2810277"/>
                  </a:lnTo>
                  <a:lnTo>
                    <a:pt x="4565642" y="2818793"/>
                  </a:lnTo>
                  <a:lnTo>
                    <a:pt x="4559057" y="2837520"/>
                  </a:lnTo>
                  <a:lnTo>
                    <a:pt x="4565646" y="2856247"/>
                  </a:lnTo>
                  <a:lnTo>
                    <a:pt x="4585405" y="2864758"/>
                  </a:lnTo>
                  <a:close/>
                </a:path>
                <a:path w="8348344" h="7197725">
                  <a:moveTo>
                    <a:pt x="4447147" y="3121388"/>
                  </a:moveTo>
                  <a:lnTo>
                    <a:pt x="4466655" y="3112987"/>
                  </a:lnTo>
                  <a:lnTo>
                    <a:pt x="4473156" y="3094505"/>
                  </a:lnTo>
                  <a:lnTo>
                    <a:pt x="4466647" y="3076022"/>
                  </a:lnTo>
                  <a:lnTo>
                    <a:pt x="4447147" y="3067621"/>
                  </a:lnTo>
                  <a:lnTo>
                    <a:pt x="4427639" y="3076025"/>
                  </a:lnTo>
                  <a:lnTo>
                    <a:pt x="4421139" y="3094507"/>
                  </a:lnTo>
                  <a:lnTo>
                    <a:pt x="4427643" y="3112988"/>
                  </a:lnTo>
                  <a:lnTo>
                    <a:pt x="4447147" y="3121388"/>
                  </a:lnTo>
                  <a:close/>
                </a:path>
                <a:path w="8348344" h="7197725">
                  <a:moveTo>
                    <a:pt x="4585405" y="2608136"/>
                  </a:moveTo>
                  <a:lnTo>
                    <a:pt x="4605423" y="2599512"/>
                  </a:lnTo>
                  <a:lnTo>
                    <a:pt x="4612095" y="2580538"/>
                  </a:lnTo>
                  <a:lnTo>
                    <a:pt x="4605422" y="2561565"/>
                  </a:lnTo>
                  <a:lnTo>
                    <a:pt x="4585405" y="2552940"/>
                  </a:lnTo>
                  <a:lnTo>
                    <a:pt x="4565379" y="2561565"/>
                  </a:lnTo>
                  <a:lnTo>
                    <a:pt x="4558704" y="2580538"/>
                  </a:lnTo>
                  <a:lnTo>
                    <a:pt x="4565380" y="2599512"/>
                  </a:lnTo>
                  <a:lnTo>
                    <a:pt x="4585405" y="2608136"/>
                  </a:lnTo>
                  <a:close/>
                </a:path>
                <a:path w="8348344" h="7197725">
                  <a:moveTo>
                    <a:pt x="4585405" y="2993077"/>
                  </a:moveTo>
                  <a:lnTo>
                    <a:pt x="4605034" y="2984621"/>
                  </a:lnTo>
                  <a:lnTo>
                    <a:pt x="4611576" y="2966017"/>
                  </a:lnTo>
                  <a:lnTo>
                    <a:pt x="4605034" y="2947413"/>
                  </a:lnTo>
                  <a:lnTo>
                    <a:pt x="4585405" y="2938957"/>
                  </a:lnTo>
                  <a:lnTo>
                    <a:pt x="4565769" y="2947413"/>
                  </a:lnTo>
                  <a:lnTo>
                    <a:pt x="4559223" y="2966017"/>
                  </a:lnTo>
                  <a:lnTo>
                    <a:pt x="4565769" y="2984621"/>
                  </a:lnTo>
                  <a:lnTo>
                    <a:pt x="4585405" y="2993077"/>
                  </a:lnTo>
                  <a:close/>
                </a:path>
                <a:path w="8348344" h="7197725">
                  <a:moveTo>
                    <a:pt x="4585405" y="2736447"/>
                  </a:moveTo>
                  <a:lnTo>
                    <a:pt x="4605298" y="2727878"/>
                  </a:lnTo>
                  <a:lnTo>
                    <a:pt x="4611927" y="2709026"/>
                  </a:lnTo>
                  <a:lnTo>
                    <a:pt x="4605290" y="2690174"/>
                  </a:lnTo>
                  <a:lnTo>
                    <a:pt x="4585405" y="2681605"/>
                  </a:lnTo>
                  <a:lnTo>
                    <a:pt x="4565512" y="2690177"/>
                  </a:lnTo>
                  <a:lnTo>
                    <a:pt x="4558884" y="2709029"/>
                  </a:lnTo>
                  <a:lnTo>
                    <a:pt x="4565516" y="2727879"/>
                  </a:lnTo>
                  <a:lnTo>
                    <a:pt x="4585405" y="2736447"/>
                  </a:lnTo>
                  <a:close/>
                </a:path>
                <a:path w="8348344" h="7197725">
                  <a:moveTo>
                    <a:pt x="4447147" y="2864758"/>
                  </a:moveTo>
                  <a:lnTo>
                    <a:pt x="4466910" y="2856245"/>
                  </a:lnTo>
                  <a:lnTo>
                    <a:pt x="4473496" y="2837517"/>
                  </a:lnTo>
                  <a:lnTo>
                    <a:pt x="4466902" y="2818790"/>
                  </a:lnTo>
                  <a:lnTo>
                    <a:pt x="4447147" y="2810277"/>
                  </a:lnTo>
                  <a:lnTo>
                    <a:pt x="4427384" y="2818793"/>
                  </a:lnTo>
                  <a:lnTo>
                    <a:pt x="4420799" y="2837520"/>
                  </a:lnTo>
                  <a:lnTo>
                    <a:pt x="4427388" y="2856247"/>
                  </a:lnTo>
                  <a:lnTo>
                    <a:pt x="4447147" y="2864758"/>
                  </a:lnTo>
                  <a:close/>
                </a:path>
                <a:path w="8348344" h="7197725">
                  <a:moveTo>
                    <a:pt x="4447147" y="2223195"/>
                  </a:moveTo>
                  <a:lnTo>
                    <a:pt x="4467558" y="2214403"/>
                  </a:lnTo>
                  <a:lnTo>
                    <a:pt x="4474361" y="2195060"/>
                  </a:lnTo>
                  <a:lnTo>
                    <a:pt x="4467558" y="2175717"/>
                  </a:lnTo>
                  <a:lnTo>
                    <a:pt x="4447147" y="2166924"/>
                  </a:lnTo>
                  <a:lnTo>
                    <a:pt x="4426737" y="2175717"/>
                  </a:lnTo>
                  <a:lnTo>
                    <a:pt x="4419934" y="2195060"/>
                  </a:lnTo>
                  <a:lnTo>
                    <a:pt x="4426737" y="2214403"/>
                  </a:lnTo>
                  <a:lnTo>
                    <a:pt x="4447147" y="2223195"/>
                  </a:lnTo>
                  <a:close/>
                </a:path>
                <a:path w="8348344" h="7197725">
                  <a:moveTo>
                    <a:pt x="4447147" y="2351506"/>
                  </a:moveTo>
                  <a:lnTo>
                    <a:pt x="4467428" y="2342770"/>
                  </a:lnTo>
                  <a:lnTo>
                    <a:pt x="4474188" y="2323551"/>
                  </a:lnTo>
                  <a:lnTo>
                    <a:pt x="4467428" y="2304332"/>
                  </a:lnTo>
                  <a:lnTo>
                    <a:pt x="4447147" y="2295596"/>
                  </a:lnTo>
                  <a:lnTo>
                    <a:pt x="4426867" y="2304332"/>
                  </a:lnTo>
                  <a:lnTo>
                    <a:pt x="4420107" y="2323551"/>
                  </a:lnTo>
                  <a:lnTo>
                    <a:pt x="4426867" y="2342770"/>
                  </a:lnTo>
                  <a:lnTo>
                    <a:pt x="4447147" y="2351506"/>
                  </a:lnTo>
                  <a:close/>
                </a:path>
                <a:path w="8348344" h="7197725">
                  <a:moveTo>
                    <a:pt x="4447147" y="2479817"/>
                  </a:moveTo>
                  <a:lnTo>
                    <a:pt x="4467299" y="2471138"/>
                  </a:lnTo>
                  <a:lnTo>
                    <a:pt x="4474016" y="2452043"/>
                  </a:lnTo>
                  <a:lnTo>
                    <a:pt x="4467299" y="2432948"/>
                  </a:lnTo>
                  <a:lnTo>
                    <a:pt x="4447147" y="2424268"/>
                  </a:lnTo>
                  <a:lnTo>
                    <a:pt x="4426996" y="2432948"/>
                  </a:lnTo>
                  <a:lnTo>
                    <a:pt x="4420279" y="2452043"/>
                  </a:lnTo>
                  <a:lnTo>
                    <a:pt x="4426996" y="2471138"/>
                  </a:lnTo>
                  <a:lnTo>
                    <a:pt x="4447147" y="2479817"/>
                  </a:lnTo>
                  <a:close/>
                </a:path>
                <a:path w="8348344" h="7197725">
                  <a:moveTo>
                    <a:pt x="4172367" y="3377841"/>
                  </a:moveTo>
                  <a:lnTo>
                    <a:pt x="4182483" y="3377265"/>
                  </a:lnTo>
                  <a:lnTo>
                    <a:pt x="4189396" y="3371973"/>
                  </a:lnTo>
                  <a:lnTo>
                    <a:pt x="4193075" y="3364837"/>
                  </a:lnTo>
                  <a:lnTo>
                    <a:pt x="4191508" y="3357986"/>
                  </a:lnTo>
                  <a:lnTo>
                    <a:pt x="4190072" y="3351104"/>
                  </a:lnTo>
                  <a:lnTo>
                    <a:pt x="4188443" y="3344260"/>
                  </a:lnTo>
                  <a:lnTo>
                    <a:pt x="4194081" y="3340373"/>
                  </a:lnTo>
                  <a:lnTo>
                    <a:pt x="4190650" y="3334308"/>
                  </a:lnTo>
                  <a:lnTo>
                    <a:pt x="4185609" y="3329413"/>
                  </a:lnTo>
                  <a:lnTo>
                    <a:pt x="4178944" y="3326141"/>
                  </a:lnTo>
                  <a:lnTo>
                    <a:pt x="4170639" y="3324950"/>
                  </a:lnTo>
                  <a:lnTo>
                    <a:pt x="4154920" y="3329905"/>
                  </a:lnTo>
                  <a:lnTo>
                    <a:pt x="4146527" y="3341919"/>
                  </a:lnTo>
                  <a:lnTo>
                    <a:pt x="4145453" y="3356713"/>
                  </a:lnTo>
                  <a:lnTo>
                    <a:pt x="4146281" y="3358477"/>
                  </a:lnTo>
                  <a:lnTo>
                    <a:pt x="4168074" y="3358477"/>
                  </a:lnTo>
                  <a:lnTo>
                    <a:pt x="4169602" y="3364906"/>
                  </a:lnTo>
                  <a:lnTo>
                    <a:pt x="4170924" y="3371389"/>
                  </a:lnTo>
                  <a:lnTo>
                    <a:pt x="4172367" y="3377841"/>
                  </a:lnTo>
                  <a:close/>
                </a:path>
                <a:path w="8348344" h="7197725">
                  <a:moveTo>
                    <a:pt x="4151690" y="3370007"/>
                  </a:moveTo>
                  <a:lnTo>
                    <a:pt x="4157167" y="3366181"/>
                  </a:lnTo>
                  <a:lnTo>
                    <a:pt x="4162597" y="3362302"/>
                  </a:lnTo>
                  <a:lnTo>
                    <a:pt x="4168074" y="3358477"/>
                  </a:lnTo>
                  <a:lnTo>
                    <a:pt x="4146281" y="3358477"/>
                  </a:lnTo>
                  <a:lnTo>
                    <a:pt x="4151690" y="3370007"/>
                  </a:lnTo>
                  <a:close/>
                </a:path>
                <a:path w="8348344" h="7197725">
                  <a:moveTo>
                    <a:pt x="4447147" y="2736447"/>
                  </a:moveTo>
                  <a:lnTo>
                    <a:pt x="4467040" y="2727878"/>
                  </a:lnTo>
                  <a:lnTo>
                    <a:pt x="4473669" y="2709026"/>
                  </a:lnTo>
                  <a:lnTo>
                    <a:pt x="4467032" y="2690174"/>
                  </a:lnTo>
                  <a:lnTo>
                    <a:pt x="4447147" y="2681605"/>
                  </a:lnTo>
                  <a:lnTo>
                    <a:pt x="4427254" y="2690177"/>
                  </a:lnTo>
                  <a:lnTo>
                    <a:pt x="4420626" y="2709029"/>
                  </a:lnTo>
                  <a:lnTo>
                    <a:pt x="4427258" y="2727879"/>
                  </a:lnTo>
                  <a:lnTo>
                    <a:pt x="4447147" y="2736447"/>
                  </a:lnTo>
                  <a:close/>
                </a:path>
                <a:path w="8348344" h="7197725">
                  <a:moveTo>
                    <a:pt x="5138437" y="2479817"/>
                  </a:moveTo>
                  <a:lnTo>
                    <a:pt x="5158588" y="2471138"/>
                  </a:lnTo>
                  <a:lnTo>
                    <a:pt x="5165305" y="2452043"/>
                  </a:lnTo>
                  <a:lnTo>
                    <a:pt x="5158588" y="2432948"/>
                  </a:lnTo>
                  <a:lnTo>
                    <a:pt x="5138437" y="2424268"/>
                  </a:lnTo>
                  <a:lnTo>
                    <a:pt x="5118286" y="2432948"/>
                  </a:lnTo>
                  <a:lnTo>
                    <a:pt x="5111569" y="2452043"/>
                  </a:lnTo>
                  <a:lnTo>
                    <a:pt x="5118286" y="2471138"/>
                  </a:lnTo>
                  <a:lnTo>
                    <a:pt x="5138437" y="2479817"/>
                  </a:lnTo>
                  <a:close/>
                </a:path>
                <a:path w="8348344" h="7197725">
                  <a:moveTo>
                    <a:pt x="4447147" y="2993077"/>
                  </a:moveTo>
                  <a:lnTo>
                    <a:pt x="4466776" y="2984621"/>
                  </a:lnTo>
                  <a:lnTo>
                    <a:pt x="4473318" y="2966017"/>
                  </a:lnTo>
                  <a:lnTo>
                    <a:pt x="4466776" y="2947413"/>
                  </a:lnTo>
                  <a:lnTo>
                    <a:pt x="4447147" y="2938957"/>
                  </a:lnTo>
                  <a:lnTo>
                    <a:pt x="4427511" y="2947413"/>
                  </a:lnTo>
                  <a:lnTo>
                    <a:pt x="4420965" y="2966017"/>
                  </a:lnTo>
                  <a:lnTo>
                    <a:pt x="4427511" y="2984621"/>
                  </a:lnTo>
                  <a:lnTo>
                    <a:pt x="4447147" y="2993077"/>
                  </a:lnTo>
                  <a:close/>
                </a:path>
                <a:path w="8348344" h="7197725">
                  <a:moveTo>
                    <a:pt x="4447147" y="2608136"/>
                  </a:moveTo>
                  <a:lnTo>
                    <a:pt x="4467165" y="2599512"/>
                  </a:lnTo>
                  <a:lnTo>
                    <a:pt x="4473837" y="2580538"/>
                  </a:lnTo>
                  <a:lnTo>
                    <a:pt x="4467164" y="2561565"/>
                  </a:lnTo>
                  <a:lnTo>
                    <a:pt x="4447147" y="2552940"/>
                  </a:lnTo>
                  <a:lnTo>
                    <a:pt x="4427122" y="2561565"/>
                  </a:lnTo>
                  <a:lnTo>
                    <a:pt x="4420446" y="2580538"/>
                  </a:lnTo>
                  <a:lnTo>
                    <a:pt x="4427122" y="2599512"/>
                  </a:lnTo>
                  <a:lnTo>
                    <a:pt x="4447147" y="2608136"/>
                  </a:lnTo>
                  <a:close/>
                </a:path>
                <a:path w="8348344" h="7197725">
                  <a:moveTo>
                    <a:pt x="4585405" y="2094876"/>
                  </a:moveTo>
                  <a:lnTo>
                    <a:pt x="4605945" y="2086029"/>
                  </a:lnTo>
                  <a:lnTo>
                    <a:pt x="4612792" y="2066564"/>
                  </a:lnTo>
                  <a:lnTo>
                    <a:pt x="4605945" y="2047100"/>
                  </a:lnTo>
                  <a:lnTo>
                    <a:pt x="4585405" y="2038252"/>
                  </a:lnTo>
                  <a:lnTo>
                    <a:pt x="4564865" y="2047100"/>
                  </a:lnTo>
                  <a:lnTo>
                    <a:pt x="4558019" y="2066564"/>
                  </a:lnTo>
                  <a:lnTo>
                    <a:pt x="4564865" y="2086029"/>
                  </a:lnTo>
                  <a:lnTo>
                    <a:pt x="4585405" y="2094876"/>
                  </a:lnTo>
                  <a:close/>
                </a:path>
                <a:path w="8348344" h="7197725">
                  <a:moveTo>
                    <a:pt x="4980877" y="2818365"/>
                  </a:moveTo>
                  <a:lnTo>
                    <a:pt x="4990801" y="2811928"/>
                  </a:lnTo>
                  <a:lnTo>
                    <a:pt x="4986791" y="2813326"/>
                  </a:lnTo>
                  <a:lnTo>
                    <a:pt x="4983450" y="2815515"/>
                  </a:lnTo>
                  <a:lnTo>
                    <a:pt x="4980877" y="2818365"/>
                  </a:lnTo>
                  <a:close/>
                </a:path>
                <a:path w="8348344" h="7197725">
                  <a:moveTo>
                    <a:pt x="5138437" y="1838247"/>
                  </a:moveTo>
                  <a:lnTo>
                    <a:pt x="5159237" y="1829287"/>
                  </a:lnTo>
                  <a:lnTo>
                    <a:pt x="5166170" y="1809577"/>
                  </a:lnTo>
                  <a:lnTo>
                    <a:pt x="5159237" y="1789867"/>
                  </a:lnTo>
                  <a:lnTo>
                    <a:pt x="5138437" y="1780908"/>
                  </a:lnTo>
                  <a:lnTo>
                    <a:pt x="5117638" y="1789867"/>
                  </a:lnTo>
                  <a:lnTo>
                    <a:pt x="5110705" y="1809577"/>
                  </a:lnTo>
                  <a:lnTo>
                    <a:pt x="5117638" y="1829287"/>
                  </a:lnTo>
                  <a:lnTo>
                    <a:pt x="5138437" y="1838247"/>
                  </a:lnTo>
                  <a:close/>
                </a:path>
                <a:path w="8348344" h="7197725">
                  <a:moveTo>
                    <a:pt x="5138437" y="1966558"/>
                  </a:moveTo>
                  <a:lnTo>
                    <a:pt x="5159107" y="1957655"/>
                  </a:lnTo>
                  <a:lnTo>
                    <a:pt x="5165997" y="1938069"/>
                  </a:lnTo>
                  <a:lnTo>
                    <a:pt x="5159107" y="1918483"/>
                  </a:lnTo>
                  <a:lnTo>
                    <a:pt x="5138437" y="1909580"/>
                  </a:lnTo>
                  <a:lnTo>
                    <a:pt x="5117768" y="1918483"/>
                  </a:lnTo>
                  <a:lnTo>
                    <a:pt x="5110878" y="1938069"/>
                  </a:lnTo>
                  <a:lnTo>
                    <a:pt x="5117768" y="1957655"/>
                  </a:lnTo>
                  <a:lnTo>
                    <a:pt x="5138437" y="1966558"/>
                  </a:lnTo>
                  <a:close/>
                </a:path>
                <a:path w="8348344" h="7197725">
                  <a:moveTo>
                    <a:pt x="5000179" y="1838247"/>
                  </a:moveTo>
                  <a:lnTo>
                    <a:pt x="5020979" y="1829287"/>
                  </a:lnTo>
                  <a:lnTo>
                    <a:pt x="5027912" y="1809577"/>
                  </a:lnTo>
                  <a:lnTo>
                    <a:pt x="5020979" y="1789867"/>
                  </a:lnTo>
                  <a:lnTo>
                    <a:pt x="5000179" y="1780908"/>
                  </a:lnTo>
                  <a:lnTo>
                    <a:pt x="4979380" y="1789867"/>
                  </a:lnTo>
                  <a:lnTo>
                    <a:pt x="4972447" y="1809577"/>
                  </a:lnTo>
                  <a:lnTo>
                    <a:pt x="4979380" y="1829287"/>
                  </a:lnTo>
                  <a:lnTo>
                    <a:pt x="5000179" y="1838247"/>
                  </a:lnTo>
                  <a:close/>
                </a:path>
                <a:path w="8348344" h="7197725">
                  <a:moveTo>
                    <a:pt x="5138437" y="2094876"/>
                  </a:moveTo>
                  <a:lnTo>
                    <a:pt x="5158977" y="2086029"/>
                  </a:lnTo>
                  <a:lnTo>
                    <a:pt x="5165824" y="2066564"/>
                  </a:lnTo>
                  <a:lnTo>
                    <a:pt x="5158977" y="2047100"/>
                  </a:lnTo>
                  <a:lnTo>
                    <a:pt x="5138437" y="2038252"/>
                  </a:lnTo>
                  <a:lnTo>
                    <a:pt x="5117897" y="2047100"/>
                  </a:lnTo>
                  <a:lnTo>
                    <a:pt x="5111050" y="2066564"/>
                  </a:lnTo>
                  <a:lnTo>
                    <a:pt x="5117897" y="2086029"/>
                  </a:lnTo>
                  <a:lnTo>
                    <a:pt x="5138437" y="2094876"/>
                  </a:lnTo>
                  <a:close/>
                </a:path>
                <a:path w="8348344" h="7197725">
                  <a:moveTo>
                    <a:pt x="4559459" y="3093821"/>
                  </a:moveTo>
                  <a:lnTo>
                    <a:pt x="4595982" y="3069680"/>
                  </a:lnTo>
                  <a:lnTo>
                    <a:pt x="4592902" y="3068412"/>
                  </a:lnTo>
                  <a:lnTo>
                    <a:pt x="4589407" y="3067629"/>
                  </a:lnTo>
                  <a:lnTo>
                    <a:pt x="4585405" y="3067629"/>
                  </a:lnTo>
                  <a:lnTo>
                    <a:pt x="4574209" y="3069865"/>
                  </a:lnTo>
                  <a:lnTo>
                    <a:pt x="4566158" y="3075773"/>
                  </a:lnTo>
                  <a:lnTo>
                    <a:pt x="4561245" y="3084158"/>
                  </a:lnTo>
                  <a:lnTo>
                    <a:pt x="4559459" y="3093821"/>
                  </a:lnTo>
                  <a:close/>
                </a:path>
                <a:path w="8348344" h="7197725">
                  <a:moveTo>
                    <a:pt x="5138437" y="2223195"/>
                  </a:moveTo>
                  <a:lnTo>
                    <a:pt x="5158848" y="2214403"/>
                  </a:lnTo>
                  <a:lnTo>
                    <a:pt x="5165651" y="2195060"/>
                  </a:lnTo>
                  <a:lnTo>
                    <a:pt x="5158848" y="2175717"/>
                  </a:lnTo>
                  <a:lnTo>
                    <a:pt x="5138437" y="2166924"/>
                  </a:lnTo>
                  <a:lnTo>
                    <a:pt x="5118027" y="2175717"/>
                  </a:lnTo>
                  <a:lnTo>
                    <a:pt x="5111223" y="2195060"/>
                  </a:lnTo>
                  <a:lnTo>
                    <a:pt x="5118027" y="2214403"/>
                  </a:lnTo>
                  <a:lnTo>
                    <a:pt x="5138437" y="2223195"/>
                  </a:lnTo>
                  <a:close/>
                </a:path>
                <a:path w="8348344" h="7197725">
                  <a:moveTo>
                    <a:pt x="4714869" y="2991610"/>
                  </a:moveTo>
                  <a:lnTo>
                    <a:pt x="4749602" y="2968874"/>
                  </a:lnTo>
                  <a:lnTo>
                    <a:pt x="4748735" y="2958117"/>
                  </a:lnTo>
                  <a:lnTo>
                    <a:pt x="4744136" y="2948509"/>
                  </a:lnTo>
                  <a:lnTo>
                    <a:pt x="4735786" y="2941604"/>
                  </a:lnTo>
                  <a:lnTo>
                    <a:pt x="4723663" y="2938957"/>
                  </a:lnTo>
                  <a:lnTo>
                    <a:pt x="4705331" y="2946010"/>
                  </a:lnTo>
                  <a:lnTo>
                    <a:pt x="4697767" y="2962152"/>
                  </a:lnTo>
                  <a:lnTo>
                    <a:pt x="4700952" y="2979860"/>
                  </a:lnTo>
                  <a:lnTo>
                    <a:pt x="4714869" y="2991610"/>
                  </a:lnTo>
                  <a:close/>
                </a:path>
                <a:path w="8348344" h="7197725">
                  <a:moveTo>
                    <a:pt x="5138437" y="2351506"/>
                  </a:moveTo>
                  <a:lnTo>
                    <a:pt x="5158718" y="2342770"/>
                  </a:lnTo>
                  <a:lnTo>
                    <a:pt x="5165478" y="2323551"/>
                  </a:lnTo>
                  <a:lnTo>
                    <a:pt x="5158718" y="2304332"/>
                  </a:lnTo>
                  <a:lnTo>
                    <a:pt x="5138437" y="2295596"/>
                  </a:lnTo>
                  <a:lnTo>
                    <a:pt x="5118157" y="2304332"/>
                  </a:lnTo>
                  <a:lnTo>
                    <a:pt x="5111396" y="2323551"/>
                  </a:lnTo>
                  <a:lnTo>
                    <a:pt x="5118157" y="2342770"/>
                  </a:lnTo>
                  <a:lnTo>
                    <a:pt x="5138437" y="2351506"/>
                  </a:lnTo>
                  <a:close/>
                </a:path>
                <a:path w="8348344" h="7197725">
                  <a:moveTo>
                    <a:pt x="4723663" y="2479817"/>
                  </a:moveTo>
                  <a:lnTo>
                    <a:pt x="4743814" y="2471138"/>
                  </a:lnTo>
                  <a:lnTo>
                    <a:pt x="4750531" y="2452043"/>
                  </a:lnTo>
                  <a:lnTo>
                    <a:pt x="4743814" y="2432948"/>
                  </a:lnTo>
                  <a:lnTo>
                    <a:pt x="4723663" y="2424268"/>
                  </a:lnTo>
                  <a:lnTo>
                    <a:pt x="4703512" y="2432948"/>
                  </a:lnTo>
                  <a:lnTo>
                    <a:pt x="4696795" y="2452043"/>
                  </a:lnTo>
                  <a:lnTo>
                    <a:pt x="4703512" y="2471138"/>
                  </a:lnTo>
                  <a:lnTo>
                    <a:pt x="4723663" y="2479817"/>
                  </a:lnTo>
                  <a:close/>
                </a:path>
                <a:path w="8348344" h="7197725">
                  <a:moveTo>
                    <a:pt x="4723663" y="2351506"/>
                  </a:moveTo>
                  <a:lnTo>
                    <a:pt x="4743944" y="2342770"/>
                  </a:lnTo>
                  <a:lnTo>
                    <a:pt x="4750704" y="2323551"/>
                  </a:lnTo>
                  <a:lnTo>
                    <a:pt x="4743944" y="2304332"/>
                  </a:lnTo>
                  <a:lnTo>
                    <a:pt x="4723663" y="2295596"/>
                  </a:lnTo>
                  <a:lnTo>
                    <a:pt x="4703383" y="2304332"/>
                  </a:lnTo>
                  <a:lnTo>
                    <a:pt x="4696623" y="2323551"/>
                  </a:lnTo>
                  <a:lnTo>
                    <a:pt x="4703383" y="2342770"/>
                  </a:lnTo>
                  <a:lnTo>
                    <a:pt x="4723663" y="2351506"/>
                  </a:lnTo>
                  <a:close/>
                </a:path>
                <a:path w="8348344" h="7197725">
                  <a:moveTo>
                    <a:pt x="6382759" y="1581617"/>
                  </a:moveTo>
                  <a:lnTo>
                    <a:pt x="6403817" y="1572546"/>
                  </a:lnTo>
                  <a:lnTo>
                    <a:pt x="6410837" y="1552590"/>
                  </a:lnTo>
                  <a:lnTo>
                    <a:pt x="6403817" y="1532635"/>
                  </a:lnTo>
                  <a:lnTo>
                    <a:pt x="6382759" y="1523564"/>
                  </a:lnTo>
                  <a:lnTo>
                    <a:pt x="6361700" y="1532635"/>
                  </a:lnTo>
                  <a:lnTo>
                    <a:pt x="6354681" y="1552590"/>
                  </a:lnTo>
                  <a:lnTo>
                    <a:pt x="6361700" y="1572546"/>
                  </a:lnTo>
                  <a:lnTo>
                    <a:pt x="6382759" y="1581617"/>
                  </a:lnTo>
                  <a:close/>
                </a:path>
                <a:path w="8348344" h="7197725">
                  <a:moveTo>
                    <a:pt x="4723663" y="2223195"/>
                  </a:moveTo>
                  <a:lnTo>
                    <a:pt x="4744074" y="2214403"/>
                  </a:lnTo>
                  <a:lnTo>
                    <a:pt x="4750877" y="2195060"/>
                  </a:lnTo>
                  <a:lnTo>
                    <a:pt x="4744074" y="2175717"/>
                  </a:lnTo>
                  <a:lnTo>
                    <a:pt x="4723663" y="2166924"/>
                  </a:lnTo>
                  <a:lnTo>
                    <a:pt x="4703249" y="2175717"/>
                  </a:lnTo>
                  <a:lnTo>
                    <a:pt x="4696444" y="2195060"/>
                  </a:lnTo>
                  <a:lnTo>
                    <a:pt x="4703249" y="2214403"/>
                  </a:lnTo>
                  <a:lnTo>
                    <a:pt x="4723663" y="2223195"/>
                  </a:lnTo>
                  <a:close/>
                </a:path>
                <a:path w="8348344" h="7197725">
                  <a:moveTo>
                    <a:pt x="4723663" y="2736447"/>
                  </a:moveTo>
                  <a:lnTo>
                    <a:pt x="4743556" y="2727878"/>
                  </a:lnTo>
                  <a:lnTo>
                    <a:pt x="4750185" y="2709026"/>
                  </a:lnTo>
                  <a:lnTo>
                    <a:pt x="4743548" y="2690174"/>
                  </a:lnTo>
                  <a:lnTo>
                    <a:pt x="4723663" y="2681605"/>
                  </a:lnTo>
                  <a:lnTo>
                    <a:pt x="4703770" y="2690177"/>
                  </a:lnTo>
                  <a:lnTo>
                    <a:pt x="4697142" y="2709029"/>
                  </a:lnTo>
                  <a:lnTo>
                    <a:pt x="4703774" y="2727879"/>
                  </a:lnTo>
                  <a:lnTo>
                    <a:pt x="4723663" y="2736447"/>
                  </a:lnTo>
                  <a:close/>
                </a:path>
                <a:path w="8348344" h="7197725">
                  <a:moveTo>
                    <a:pt x="4723663" y="2864758"/>
                  </a:moveTo>
                  <a:lnTo>
                    <a:pt x="4743426" y="2856245"/>
                  </a:lnTo>
                  <a:lnTo>
                    <a:pt x="4750012" y="2837517"/>
                  </a:lnTo>
                  <a:lnTo>
                    <a:pt x="4743418" y="2818790"/>
                  </a:lnTo>
                  <a:lnTo>
                    <a:pt x="4723663" y="2810277"/>
                  </a:lnTo>
                  <a:lnTo>
                    <a:pt x="4703900" y="2818793"/>
                  </a:lnTo>
                  <a:lnTo>
                    <a:pt x="4697315" y="2837520"/>
                  </a:lnTo>
                  <a:lnTo>
                    <a:pt x="4703904" y="2856247"/>
                  </a:lnTo>
                  <a:lnTo>
                    <a:pt x="4723663" y="2864758"/>
                  </a:lnTo>
                  <a:close/>
                </a:path>
                <a:path w="8348344" h="7197725">
                  <a:moveTo>
                    <a:pt x="4723663" y="2608136"/>
                  </a:moveTo>
                  <a:lnTo>
                    <a:pt x="4743680" y="2599512"/>
                  </a:lnTo>
                  <a:lnTo>
                    <a:pt x="4750353" y="2580538"/>
                  </a:lnTo>
                  <a:lnTo>
                    <a:pt x="4743680" y="2561565"/>
                  </a:lnTo>
                  <a:lnTo>
                    <a:pt x="4723663" y="2552940"/>
                  </a:lnTo>
                  <a:lnTo>
                    <a:pt x="4703637" y="2561565"/>
                  </a:lnTo>
                  <a:lnTo>
                    <a:pt x="4696962" y="2580538"/>
                  </a:lnTo>
                  <a:lnTo>
                    <a:pt x="4703638" y="2599512"/>
                  </a:lnTo>
                  <a:lnTo>
                    <a:pt x="4723663" y="2608136"/>
                  </a:lnTo>
                  <a:close/>
                </a:path>
                <a:path w="8348344" h="7197725">
                  <a:moveTo>
                    <a:pt x="4723663" y="1966558"/>
                  </a:moveTo>
                  <a:lnTo>
                    <a:pt x="4744329" y="1957655"/>
                  </a:lnTo>
                  <a:lnTo>
                    <a:pt x="4751217" y="1938069"/>
                  </a:lnTo>
                  <a:lnTo>
                    <a:pt x="4744329" y="1918483"/>
                  </a:lnTo>
                  <a:lnTo>
                    <a:pt x="4723663" y="1909580"/>
                  </a:lnTo>
                  <a:lnTo>
                    <a:pt x="4702994" y="1918483"/>
                  </a:lnTo>
                  <a:lnTo>
                    <a:pt x="4696104" y="1938069"/>
                  </a:lnTo>
                  <a:lnTo>
                    <a:pt x="4702994" y="1957655"/>
                  </a:lnTo>
                  <a:lnTo>
                    <a:pt x="4723663" y="1966558"/>
                  </a:lnTo>
                  <a:close/>
                </a:path>
                <a:path w="8348344" h="7197725">
                  <a:moveTo>
                    <a:pt x="7208696" y="2864758"/>
                  </a:moveTo>
                  <a:lnTo>
                    <a:pt x="7212306" y="2864758"/>
                  </a:lnTo>
                  <a:lnTo>
                    <a:pt x="7225549" y="2861554"/>
                  </a:lnTo>
                  <a:lnTo>
                    <a:pt x="7234183" y="2853337"/>
                  </a:lnTo>
                  <a:lnTo>
                    <a:pt x="7238226" y="2842198"/>
                  </a:lnTo>
                  <a:lnTo>
                    <a:pt x="7237700" y="2830232"/>
                  </a:lnTo>
                  <a:lnTo>
                    <a:pt x="7202690" y="2863030"/>
                  </a:lnTo>
                  <a:lnTo>
                    <a:pt x="7205555" y="2864067"/>
                  </a:lnTo>
                  <a:lnTo>
                    <a:pt x="7208696" y="2864758"/>
                  </a:lnTo>
                  <a:close/>
                </a:path>
                <a:path w="8348344" h="7197725">
                  <a:moveTo>
                    <a:pt x="6932948" y="3121388"/>
                  </a:moveTo>
                  <a:lnTo>
                    <a:pt x="6935790" y="3121388"/>
                  </a:lnTo>
                  <a:lnTo>
                    <a:pt x="6948446" y="3118451"/>
                  </a:lnTo>
                  <a:lnTo>
                    <a:pt x="6956912" y="3110868"/>
                  </a:lnTo>
                  <a:lnTo>
                    <a:pt x="6961194" y="3100477"/>
                  </a:lnTo>
                  <a:lnTo>
                    <a:pt x="6961299" y="3089120"/>
                  </a:lnTo>
                  <a:lnTo>
                    <a:pt x="6928056" y="3120251"/>
                  </a:lnTo>
                  <a:lnTo>
                    <a:pt x="6930429" y="3120904"/>
                  </a:lnTo>
                  <a:lnTo>
                    <a:pt x="6932948" y="3121388"/>
                  </a:lnTo>
                  <a:close/>
                </a:path>
                <a:path w="8348344" h="7197725">
                  <a:moveTo>
                    <a:pt x="6099683" y="3762160"/>
                  </a:moveTo>
                  <a:lnTo>
                    <a:pt x="6131137" y="3733986"/>
                  </a:lnTo>
                  <a:lnTo>
                    <a:pt x="6130330" y="3725875"/>
                  </a:lnTo>
                  <a:lnTo>
                    <a:pt x="6126221" y="3718248"/>
                  </a:lnTo>
                  <a:lnTo>
                    <a:pt x="6118801" y="3714139"/>
                  </a:lnTo>
                  <a:lnTo>
                    <a:pt x="6082670" y="3746491"/>
                  </a:lnTo>
                  <a:lnTo>
                    <a:pt x="6085220" y="3753918"/>
                  </a:lnTo>
                  <a:lnTo>
                    <a:pt x="6090911" y="3760078"/>
                  </a:lnTo>
                  <a:lnTo>
                    <a:pt x="6099683" y="3762160"/>
                  </a:lnTo>
                  <a:close/>
                </a:path>
                <a:path w="8348344" h="7197725">
                  <a:moveTo>
                    <a:pt x="6795074" y="3249714"/>
                  </a:moveTo>
                  <a:lnTo>
                    <a:pt x="6797532" y="3249714"/>
                  </a:lnTo>
                  <a:lnTo>
                    <a:pt x="6809866" y="3246917"/>
                  </a:lnTo>
                  <a:lnTo>
                    <a:pt x="6818218" y="3239667"/>
                  </a:lnTo>
                  <a:lnTo>
                    <a:pt x="6822597" y="3229672"/>
                  </a:lnTo>
                  <a:lnTo>
                    <a:pt x="6823011" y="3218645"/>
                  </a:lnTo>
                  <a:lnTo>
                    <a:pt x="6790727" y="3248877"/>
                  </a:lnTo>
                  <a:lnTo>
                    <a:pt x="6792839" y="3249376"/>
                  </a:lnTo>
                  <a:lnTo>
                    <a:pt x="6795074" y="3249714"/>
                  </a:lnTo>
                  <a:close/>
                </a:path>
                <a:path w="8348344" h="7197725">
                  <a:moveTo>
                    <a:pt x="2788052" y="5815982"/>
                  </a:moveTo>
                  <a:lnTo>
                    <a:pt x="2804829" y="5808756"/>
                  </a:lnTo>
                  <a:lnTo>
                    <a:pt x="2810421" y="5792858"/>
                  </a:lnTo>
                  <a:lnTo>
                    <a:pt x="2804829" y="5776961"/>
                  </a:lnTo>
                  <a:lnTo>
                    <a:pt x="2788052" y="5769735"/>
                  </a:lnTo>
                  <a:lnTo>
                    <a:pt x="2771271" y="5776961"/>
                  </a:lnTo>
                  <a:lnTo>
                    <a:pt x="2765677" y="5792858"/>
                  </a:lnTo>
                  <a:lnTo>
                    <a:pt x="2771271" y="5808756"/>
                  </a:lnTo>
                  <a:lnTo>
                    <a:pt x="2788052" y="5815982"/>
                  </a:lnTo>
                  <a:close/>
                </a:path>
                <a:path w="8348344" h="7197725">
                  <a:moveTo>
                    <a:pt x="6657201" y="3378025"/>
                  </a:moveTo>
                  <a:lnTo>
                    <a:pt x="6659275" y="3378025"/>
                  </a:lnTo>
                  <a:lnTo>
                    <a:pt x="6671274" y="3375373"/>
                  </a:lnTo>
                  <a:lnTo>
                    <a:pt x="6679494" y="3368469"/>
                  </a:lnTo>
                  <a:lnTo>
                    <a:pt x="6683950" y="3358891"/>
                  </a:lnTo>
                  <a:lnTo>
                    <a:pt x="6684660" y="3348215"/>
                  </a:lnTo>
                  <a:lnTo>
                    <a:pt x="6653452" y="3377449"/>
                  </a:lnTo>
                  <a:lnTo>
                    <a:pt x="6655273" y="3377818"/>
                  </a:lnTo>
                  <a:lnTo>
                    <a:pt x="6657201" y="3378025"/>
                  </a:lnTo>
                  <a:close/>
                </a:path>
                <a:path w="8348344" h="7197725">
                  <a:moveTo>
                    <a:pt x="6243648" y="3762959"/>
                  </a:moveTo>
                  <a:lnTo>
                    <a:pt x="6244501" y="3762959"/>
                  </a:lnTo>
                  <a:lnTo>
                    <a:pt x="6255507" y="3760721"/>
                  </a:lnTo>
                  <a:lnTo>
                    <a:pt x="6263363" y="3754823"/>
                  </a:lnTo>
                  <a:lnTo>
                    <a:pt x="6268072" y="3746485"/>
                  </a:lnTo>
                  <a:lnTo>
                    <a:pt x="6269633" y="3736928"/>
                  </a:lnTo>
                  <a:lnTo>
                    <a:pt x="6242104" y="3762721"/>
                  </a:lnTo>
                  <a:lnTo>
                    <a:pt x="6242911" y="3762790"/>
                  </a:lnTo>
                  <a:lnTo>
                    <a:pt x="6243648" y="3762959"/>
                  </a:lnTo>
                  <a:close/>
                </a:path>
                <a:path w="8348344" h="7197725">
                  <a:moveTo>
                    <a:pt x="6381499" y="3634648"/>
                  </a:moveTo>
                  <a:lnTo>
                    <a:pt x="6382759" y="3634648"/>
                  </a:lnTo>
                  <a:lnTo>
                    <a:pt x="6394094" y="3632275"/>
                  </a:lnTo>
                  <a:lnTo>
                    <a:pt x="6402068" y="3626045"/>
                  </a:lnTo>
                  <a:lnTo>
                    <a:pt x="6406693" y="3617292"/>
                  </a:lnTo>
                  <a:lnTo>
                    <a:pt x="6407983" y="3607349"/>
                  </a:lnTo>
                  <a:lnTo>
                    <a:pt x="6379218" y="3634287"/>
                  </a:lnTo>
                  <a:lnTo>
                    <a:pt x="6380385" y="3634440"/>
                  </a:lnTo>
                  <a:lnTo>
                    <a:pt x="6381499" y="3634648"/>
                  </a:lnTo>
                  <a:close/>
                </a:path>
                <a:path w="8348344" h="7197725">
                  <a:moveTo>
                    <a:pt x="6519350" y="3506337"/>
                  </a:moveTo>
                  <a:lnTo>
                    <a:pt x="6521017" y="3506337"/>
                  </a:lnTo>
                  <a:lnTo>
                    <a:pt x="6532678" y="3503825"/>
                  </a:lnTo>
                  <a:lnTo>
                    <a:pt x="6540771" y="3497261"/>
                  </a:lnTo>
                  <a:lnTo>
                    <a:pt x="6545314" y="3488096"/>
                  </a:lnTo>
                  <a:lnTo>
                    <a:pt x="6546326" y="3477786"/>
                  </a:lnTo>
                  <a:lnTo>
                    <a:pt x="6516347" y="3505860"/>
                  </a:lnTo>
                  <a:lnTo>
                    <a:pt x="6517837" y="3506114"/>
                  </a:lnTo>
                  <a:lnTo>
                    <a:pt x="6519350" y="3506337"/>
                  </a:lnTo>
                  <a:close/>
                </a:path>
                <a:path w="8348344" h="7197725">
                  <a:moveTo>
                    <a:pt x="7346570" y="2736447"/>
                  </a:moveTo>
                  <a:lnTo>
                    <a:pt x="7350564" y="2736447"/>
                  </a:lnTo>
                  <a:lnTo>
                    <a:pt x="7364102" y="2733104"/>
                  </a:lnTo>
                  <a:lnTo>
                    <a:pt x="7372824" y="2724562"/>
                  </a:lnTo>
                  <a:lnTo>
                    <a:pt x="7376747" y="2713054"/>
                  </a:lnTo>
                  <a:lnTo>
                    <a:pt x="7375889" y="2700815"/>
                  </a:lnTo>
                  <a:lnTo>
                    <a:pt x="7340003" y="2734427"/>
                  </a:lnTo>
                  <a:lnTo>
                    <a:pt x="7343099" y="2735664"/>
                  </a:lnTo>
                  <a:lnTo>
                    <a:pt x="7346570" y="2736447"/>
                  </a:lnTo>
                  <a:close/>
                </a:path>
                <a:path w="8348344" h="7197725">
                  <a:moveTo>
                    <a:pt x="7070822" y="2993077"/>
                  </a:moveTo>
                  <a:lnTo>
                    <a:pt x="7074048" y="2993077"/>
                  </a:lnTo>
                  <a:lnTo>
                    <a:pt x="7086998" y="2990007"/>
                  </a:lnTo>
                  <a:lnTo>
                    <a:pt x="7095546" y="2982107"/>
                  </a:lnTo>
                  <a:lnTo>
                    <a:pt x="7099706" y="2971343"/>
                  </a:lnTo>
                  <a:lnTo>
                    <a:pt x="7099495" y="2959680"/>
                  </a:lnTo>
                  <a:lnTo>
                    <a:pt x="7065369" y="2991633"/>
                  </a:lnTo>
                  <a:lnTo>
                    <a:pt x="7067996" y="2992485"/>
                  </a:lnTo>
                  <a:lnTo>
                    <a:pt x="7070822" y="2993077"/>
                  </a:lnTo>
                  <a:close/>
                </a:path>
                <a:path w="8348344" h="7197725">
                  <a:moveTo>
                    <a:pt x="8290788" y="1811455"/>
                  </a:moveTo>
                  <a:lnTo>
                    <a:pt x="8325429" y="1781730"/>
                  </a:lnTo>
                  <a:lnTo>
                    <a:pt x="8323240" y="1781230"/>
                  </a:lnTo>
                  <a:lnTo>
                    <a:pt x="8320913" y="1780908"/>
                  </a:lnTo>
                  <a:lnTo>
                    <a:pt x="8318370" y="1780908"/>
                  </a:lnTo>
                  <a:lnTo>
                    <a:pt x="8305798" y="1783581"/>
                  </a:lnTo>
                  <a:lnTo>
                    <a:pt x="8297024" y="1790582"/>
                  </a:lnTo>
                  <a:lnTo>
                    <a:pt x="8292027" y="1800383"/>
                  </a:lnTo>
                  <a:lnTo>
                    <a:pt x="8290788" y="1811455"/>
                  </a:lnTo>
                  <a:close/>
                </a:path>
                <a:path w="8348344" h="7197725">
                  <a:moveTo>
                    <a:pt x="8311749" y="1838247"/>
                  </a:moveTo>
                  <a:lnTo>
                    <a:pt x="8318370" y="1838247"/>
                  </a:lnTo>
                  <a:lnTo>
                    <a:pt x="8333886" y="1833927"/>
                  </a:lnTo>
                  <a:lnTo>
                    <a:pt x="8343104" y="1823150"/>
                  </a:lnTo>
                  <a:lnTo>
                    <a:pt x="8346038" y="1809186"/>
                  </a:lnTo>
                  <a:lnTo>
                    <a:pt x="8342704" y="1795310"/>
                  </a:lnTo>
                  <a:lnTo>
                    <a:pt x="8302109" y="1833331"/>
                  </a:lnTo>
                  <a:lnTo>
                    <a:pt x="8306365" y="1836349"/>
                  </a:lnTo>
                  <a:lnTo>
                    <a:pt x="8311749" y="1838247"/>
                  </a:lnTo>
                  <a:close/>
                </a:path>
                <a:path w="8348344" h="7197725">
                  <a:moveTo>
                    <a:pt x="8035986" y="2094876"/>
                  </a:moveTo>
                  <a:lnTo>
                    <a:pt x="8041854" y="2094876"/>
                  </a:lnTo>
                  <a:lnTo>
                    <a:pt x="8056811" y="2090844"/>
                  </a:lnTo>
                  <a:lnTo>
                    <a:pt x="8065899" y="2080716"/>
                  </a:lnTo>
                  <a:lnTo>
                    <a:pt x="8069137" y="2067446"/>
                  </a:lnTo>
                  <a:lnTo>
                    <a:pt x="8066549" y="2053990"/>
                  </a:lnTo>
                  <a:lnTo>
                    <a:pt x="8027183" y="2090852"/>
                  </a:lnTo>
                  <a:lnTo>
                    <a:pt x="8031170" y="2093302"/>
                  </a:lnTo>
                  <a:lnTo>
                    <a:pt x="8035986" y="2094876"/>
                  </a:lnTo>
                  <a:close/>
                </a:path>
                <a:path w="8348344" h="7197725">
                  <a:moveTo>
                    <a:pt x="8153951" y="1928890"/>
                  </a:moveTo>
                  <a:lnTo>
                    <a:pt x="8175980" y="1909987"/>
                  </a:lnTo>
                  <a:lnTo>
                    <a:pt x="8167934" y="1912252"/>
                  </a:lnTo>
                  <a:lnTo>
                    <a:pt x="8161578" y="1916449"/>
                  </a:lnTo>
                  <a:lnTo>
                    <a:pt x="8156915" y="1922141"/>
                  </a:lnTo>
                  <a:lnTo>
                    <a:pt x="8153951" y="1928890"/>
                  </a:lnTo>
                  <a:close/>
                </a:path>
                <a:path w="8348344" h="7197725">
                  <a:moveTo>
                    <a:pt x="8173868" y="1966558"/>
                  </a:moveTo>
                  <a:lnTo>
                    <a:pt x="8180112" y="1966558"/>
                  </a:lnTo>
                  <a:lnTo>
                    <a:pt x="8195344" y="1962384"/>
                  </a:lnTo>
                  <a:lnTo>
                    <a:pt x="8204494" y="1951934"/>
                  </a:lnTo>
                  <a:lnTo>
                    <a:pt x="8207580" y="1938317"/>
                  </a:lnTo>
                  <a:lnTo>
                    <a:pt x="8204622" y="1924642"/>
                  </a:lnTo>
                  <a:lnTo>
                    <a:pt x="8164650" y="1962087"/>
                  </a:lnTo>
                  <a:lnTo>
                    <a:pt x="8168775" y="1964822"/>
                  </a:lnTo>
                  <a:lnTo>
                    <a:pt x="8173868" y="1966558"/>
                  </a:lnTo>
                  <a:close/>
                </a:path>
                <a:path w="8348344" h="7197725">
                  <a:moveTo>
                    <a:pt x="7484452" y="2608136"/>
                  </a:moveTo>
                  <a:lnTo>
                    <a:pt x="7488822" y="2608136"/>
                  </a:lnTo>
                  <a:lnTo>
                    <a:pt x="7502662" y="2604651"/>
                  </a:lnTo>
                  <a:lnTo>
                    <a:pt x="7511478" y="2595780"/>
                  </a:lnTo>
                  <a:lnTo>
                    <a:pt x="7515285" y="2583901"/>
                  </a:lnTo>
                  <a:lnTo>
                    <a:pt x="7514093" y="2571390"/>
                  </a:lnTo>
                  <a:lnTo>
                    <a:pt x="7477324" y="2605824"/>
                  </a:lnTo>
                  <a:lnTo>
                    <a:pt x="7480627" y="2607283"/>
                  </a:lnTo>
                  <a:lnTo>
                    <a:pt x="7484452" y="2608136"/>
                  </a:lnTo>
                  <a:close/>
                </a:path>
                <a:path w="8348344" h="7197725">
                  <a:moveTo>
                    <a:pt x="7622334" y="2479817"/>
                  </a:moveTo>
                  <a:lnTo>
                    <a:pt x="7627080" y="2479817"/>
                  </a:lnTo>
                  <a:lnTo>
                    <a:pt x="7641223" y="2476188"/>
                  </a:lnTo>
                  <a:lnTo>
                    <a:pt x="7650139" y="2466984"/>
                  </a:lnTo>
                  <a:lnTo>
                    <a:pt x="7653829" y="2454730"/>
                  </a:lnTo>
                  <a:lnTo>
                    <a:pt x="7652297" y="2441950"/>
                  </a:lnTo>
                  <a:lnTo>
                    <a:pt x="7614768" y="2477098"/>
                  </a:lnTo>
                  <a:lnTo>
                    <a:pt x="7618263" y="2478796"/>
                  </a:lnTo>
                  <a:lnTo>
                    <a:pt x="7622334" y="2479817"/>
                  </a:lnTo>
                  <a:close/>
                </a:path>
                <a:path w="8348344" h="7197725">
                  <a:moveTo>
                    <a:pt x="7898104" y="2223195"/>
                  </a:moveTo>
                  <a:lnTo>
                    <a:pt x="7903596" y="2223195"/>
                  </a:lnTo>
                  <a:lnTo>
                    <a:pt x="7918282" y="2219298"/>
                  </a:lnTo>
                  <a:lnTo>
                    <a:pt x="7927311" y="2209479"/>
                  </a:lnTo>
                  <a:lnTo>
                    <a:pt x="7930701" y="2196546"/>
                  </a:lnTo>
                  <a:lnTo>
                    <a:pt x="7928467" y="2183308"/>
                  </a:lnTo>
                  <a:lnTo>
                    <a:pt x="7889709" y="2219608"/>
                  </a:lnTo>
                  <a:lnTo>
                    <a:pt x="7893542" y="2221797"/>
                  </a:lnTo>
                  <a:lnTo>
                    <a:pt x="7898104" y="2223195"/>
                  </a:lnTo>
                  <a:close/>
                </a:path>
                <a:path w="8348344" h="7197725">
                  <a:moveTo>
                    <a:pt x="7760215" y="2351506"/>
                  </a:moveTo>
                  <a:lnTo>
                    <a:pt x="7765338" y="2351506"/>
                  </a:lnTo>
                  <a:lnTo>
                    <a:pt x="7779753" y="2347744"/>
                  </a:lnTo>
                  <a:lnTo>
                    <a:pt x="7788728" y="2338233"/>
                  </a:lnTo>
                  <a:lnTo>
                    <a:pt x="7792272" y="2325638"/>
                  </a:lnTo>
                  <a:lnTo>
                    <a:pt x="7790394" y="2312625"/>
                  </a:lnTo>
                  <a:lnTo>
                    <a:pt x="7752242" y="2348349"/>
                  </a:lnTo>
                  <a:lnTo>
                    <a:pt x="7755906" y="2350285"/>
                  </a:lnTo>
                  <a:lnTo>
                    <a:pt x="7760215" y="2351506"/>
                  </a:lnTo>
                  <a:close/>
                </a:path>
                <a:path w="8348344" h="7197725">
                  <a:moveTo>
                    <a:pt x="3201612" y="6329241"/>
                  </a:moveTo>
                  <a:lnTo>
                    <a:pt x="3202826" y="6329241"/>
                  </a:lnTo>
                  <a:lnTo>
                    <a:pt x="3212398" y="6327276"/>
                  </a:lnTo>
                  <a:lnTo>
                    <a:pt x="3219196" y="6322103"/>
                  </a:lnTo>
                  <a:lnTo>
                    <a:pt x="3223225" y="6314805"/>
                  </a:lnTo>
                  <a:lnTo>
                    <a:pt x="3224494" y="6306467"/>
                  </a:lnTo>
                  <a:lnTo>
                    <a:pt x="3199431" y="6328911"/>
                  </a:lnTo>
                  <a:lnTo>
                    <a:pt x="3201612" y="6329241"/>
                  </a:lnTo>
                  <a:close/>
                </a:path>
                <a:path w="8348344" h="7197725">
                  <a:moveTo>
                    <a:pt x="3045895" y="6318772"/>
                  </a:moveTo>
                  <a:lnTo>
                    <a:pt x="3079254" y="6289923"/>
                  </a:lnTo>
                  <a:lnTo>
                    <a:pt x="3075697" y="6286604"/>
                  </a:lnTo>
                  <a:lnTo>
                    <a:pt x="3070858" y="6284400"/>
                  </a:lnTo>
                  <a:lnTo>
                    <a:pt x="3064568" y="6284400"/>
                  </a:lnTo>
                  <a:lnTo>
                    <a:pt x="3052238" y="6287908"/>
                  </a:lnTo>
                  <a:lnTo>
                    <a:pt x="3045018" y="6296618"/>
                  </a:lnTo>
                  <a:lnTo>
                    <a:pt x="3042904" y="6307812"/>
                  </a:lnTo>
                  <a:lnTo>
                    <a:pt x="3045895" y="6318772"/>
                  </a:lnTo>
                  <a:close/>
                </a:path>
                <a:path w="8348344" h="7197725">
                  <a:moveTo>
                    <a:pt x="5957746" y="3889288"/>
                  </a:moveTo>
                  <a:lnTo>
                    <a:pt x="5992042" y="3858564"/>
                  </a:lnTo>
                  <a:lnTo>
                    <a:pt x="5990175" y="3850837"/>
                  </a:lnTo>
                  <a:lnTo>
                    <a:pt x="5985129" y="3844093"/>
                  </a:lnTo>
                  <a:lnTo>
                    <a:pt x="5976895" y="3841213"/>
                  </a:lnTo>
                  <a:lnTo>
                    <a:pt x="5943598" y="3871038"/>
                  </a:lnTo>
                  <a:lnTo>
                    <a:pt x="5945096" y="3878896"/>
                  </a:lnTo>
                  <a:lnTo>
                    <a:pt x="5949811" y="3885978"/>
                  </a:lnTo>
                  <a:lnTo>
                    <a:pt x="5957746" y="3889288"/>
                  </a:lnTo>
                  <a:close/>
                </a:path>
                <a:path w="8348344" h="7197725">
                  <a:moveTo>
                    <a:pt x="2788052" y="6329242"/>
                  </a:moveTo>
                  <a:lnTo>
                    <a:pt x="2804319" y="6322235"/>
                  </a:lnTo>
                  <a:lnTo>
                    <a:pt x="2809741" y="6306821"/>
                  </a:lnTo>
                  <a:lnTo>
                    <a:pt x="2804319" y="6291407"/>
                  </a:lnTo>
                  <a:lnTo>
                    <a:pt x="2788052" y="6284400"/>
                  </a:lnTo>
                  <a:lnTo>
                    <a:pt x="2771789" y="6291407"/>
                  </a:lnTo>
                  <a:lnTo>
                    <a:pt x="2766368" y="6306821"/>
                  </a:lnTo>
                  <a:lnTo>
                    <a:pt x="2771790" y="6322235"/>
                  </a:lnTo>
                  <a:lnTo>
                    <a:pt x="2788052" y="6329242"/>
                  </a:lnTo>
                  <a:close/>
                </a:path>
                <a:path w="8348344" h="7197725">
                  <a:moveTo>
                    <a:pt x="3342458" y="6200815"/>
                  </a:moveTo>
                  <a:lnTo>
                    <a:pt x="3350310" y="6199040"/>
                  </a:lnTo>
                  <a:lnTo>
                    <a:pt x="3356277" y="6195057"/>
                  </a:lnTo>
                  <a:lnTo>
                    <a:pt x="3360351" y="6189460"/>
                  </a:lnTo>
                  <a:lnTo>
                    <a:pt x="3362521" y="6182842"/>
                  </a:lnTo>
                  <a:lnTo>
                    <a:pt x="3342458" y="6200815"/>
                  </a:lnTo>
                  <a:close/>
                </a:path>
                <a:path w="8348344" h="7197725">
                  <a:moveTo>
                    <a:pt x="2788052" y="6457553"/>
                  </a:moveTo>
                  <a:lnTo>
                    <a:pt x="2804180" y="6450602"/>
                  </a:lnTo>
                  <a:lnTo>
                    <a:pt x="2809557" y="6435312"/>
                  </a:lnTo>
                  <a:lnTo>
                    <a:pt x="2804180" y="6420022"/>
                  </a:lnTo>
                  <a:lnTo>
                    <a:pt x="2788052" y="6413072"/>
                  </a:lnTo>
                  <a:lnTo>
                    <a:pt x="2771920" y="6420022"/>
                  </a:lnTo>
                  <a:lnTo>
                    <a:pt x="2766544" y="6435312"/>
                  </a:lnTo>
                  <a:lnTo>
                    <a:pt x="2771922" y="6450602"/>
                  </a:lnTo>
                  <a:lnTo>
                    <a:pt x="2788052" y="6457553"/>
                  </a:lnTo>
                  <a:close/>
                </a:path>
                <a:path w="8348344" h="7197725">
                  <a:moveTo>
                    <a:pt x="2788052" y="5944316"/>
                  </a:moveTo>
                  <a:lnTo>
                    <a:pt x="2804707" y="5937133"/>
                  </a:lnTo>
                  <a:lnTo>
                    <a:pt x="2810251" y="5921352"/>
                  </a:lnTo>
                  <a:lnTo>
                    <a:pt x="2804696" y="5905577"/>
                  </a:lnTo>
                  <a:lnTo>
                    <a:pt x="2788052" y="5898406"/>
                  </a:lnTo>
                  <a:lnTo>
                    <a:pt x="2771399" y="5905580"/>
                  </a:lnTo>
                  <a:lnTo>
                    <a:pt x="2765853" y="5921361"/>
                  </a:lnTo>
                  <a:lnTo>
                    <a:pt x="2771400" y="5937133"/>
                  </a:lnTo>
                  <a:lnTo>
                    <a:pt x="2788052" y="5944316"/>
                  </a:lnTo>
                  <a:close/>
                </a:path>
                <a:path w="8348344" h="7197725">
                  <a:moveTo>
                    <a:pt x="2788052" y="6072642"/>
                  </a:moveTo>
                  <a:lnTo>
                    <a:pt x="2804574" y="6065523"/>
                  </a:lnTo>
                  <a:lnTo>
                    <a:pt x="2810081" y="6049861"/>
                  </a:lnTo>
                  <a:lnTo>
                    <a:pt x="2804574" y="6034198"/>
                  </a:lnTo>
                  <a:lnTo>
                    <a:pt x="2788052" y="6027079"/>
                  </a:lnTo>
                  <a:lnTo>
                    <a:pt x="2771530" y="6034198"/>
                  </a:lnTo>
                  <a:lnTo>
                    <a:pt x="2766023" y="6049861"/>
                  </a:lnTo>
                  <a:lnTo>
                    <a:pt x="2771530" y="6065523"/>
                  </a:lnTo>
                  <a:lnTo>
                    <a:pt x="2788052" y="6072642"/>
                  </a:lnTo>
                  <a:close/>
                </a:path>
                <a:path w="8348344" h="7197725">
                  <a:moveTo>
                    <a:pt x="2788052" y="6200938"/>
                  </a:moveTo>
                  <a:lnTo>
                    <a:pt x="2804441" y="6193872"/>
                  </a:lnTo>
                  <a:lnTo>
                    <a:pt x="2809902" y="6178334"/>
                  </a:lnTo>
                  <a:lnTo>
                    <a:pt x="2804437" y="6162797"/>
                  </a:lnTo>
                  <a:lnTo>
                    <a:pt x="2788052" y="6155735"/>
                  </a:lnTo>
                  <a:lnTo>
                    <a:pt x="2771655" y="6162798"/>
                  </a:lnTo>
                  <a:lnTo>
                    <a:pt x="2766191" y="6178337"/>
                  </a:lnTo>
                  <a:lnTo>
                    <a:pt x="2771662" y="6193875"/>
                  </a:lnTo>
                  <a:lnTo>
                    <a:pt x="2788052" y="6200938"/>
                  </a:lnTo>
                  <a:close/>
                </a:path>
                <a:path w="8348344" h="7197725">
                  <a:moveTo>
                    <a:pt x="3487069" y="6071283"/>
                  </a:moveTo>
                  <a:lnTo>
                    <a:pt x="3492645" y="6069378"/>
                  </a:lnTo>
                  <a:lnTo>
                    <a:pt x="3496586" y="6065492"/>
                  </a:lnTo>
                  <a:lnTo>
                    <a:pt x="3498882" y="6060706"/>
                  </a:lnTo>
                  <a:lnTo>
                    <a:pt x="3487069" y="6071283"/>
                  </a:lnTo>
                  <a:close/>
                </a:path>
                <a:path w="8348344" h="7197725">
                  <a:moveTo>
                    <a:pt x="5694119" y="4275957"/>
                  </a:moveTo>
                  <a:lnTo>
                    <a:pt x="5702441" y="4273763"/>
                  </a:lnTo>
                  <a:lnTo>
                    <a:pt x="5708780" y="4269300"/>
                  </a:lnTo>
                  <a:lnTo>
                    <a:pt x="5713123" y="4263168"/>
                  </a:lnTo>
                  <a:lnTo>
                    <a:pt x="5715457" y="4255971"/>
                  </a:lnTo>
                  <a:lnTo>
                    <a:pt x="5694119" y="4275957"/>
                  </a:lnTo>
                  <a:close/>
                </a:path>
                <a:path w="8348344" h="7197725">
                  <a:moveTo>
                    <a:pt x="5420406" y="4532295"/>
                  </a:moveTo>
                  <a:lnTo>
                    <a:pt x="5429723" y="4530436"/>
                  </a:lnTo>
                  <a:lnTo>
                    <a:pt x="5435492" y="4523823"/>
                  </a:lnTo>
                  <a:lnTo>
                    <a:pt x="5437827" y="4516004"/>
                  </a:lnTo>
                  <a:lnTo>
                    <a:pt x="5420406" y="4532295"/>
                  </a:lnTo>
                  <a:close/>
                </a:path>
                <a:path w="8348344" h="7197725">
                  <a:moveTo>
                    <a:pt x="5557266" y="4404138"/>
                  </a:moveTo>
                  <a:lnTo>
                    <a:pt x="5564563" y="4401889"/>
                  </a:lnTo>
                  <a:lnTo>
                    <a:pt x="5570220" y="4397815"/>
                  </a:lnTo>
                  <a:lnTo>
                    <a:pt x="5574242" y="4392370"/>
                  </a:lnTo>
                  <a:lnTo>
                    <a:pt x="5576630" y="4386003"/>
                  </a:lnTo>
                  <a:lnTo>
                    <a:pt x="5557266" y="4404138"/>
                  </a:lnTo>
                  <a:close/>
                </a:path>
                <a:path w="8348344" h="7197725">
                  <a:moveTo>
                    <a:pt x="4567693" y="5134263"/>
                  </a:moveTo>
                  <a:lnTo>
                    <a:pt x="4572217" y="5130230"/>
                  </a:lnTo>
                  <a:lnTo>
                    <a:pt x="4570496" y="5131382"/>
                  </a:lnTo>
                  <a:lnTo>
                    <a:pt x="4568968" y="5132719"/>
                  </a:lnTo>
                  <a:lnTo>
                    <a:pt x="4567693" y="5134263"/>
                  </a:lnTo>
                  <a:close/>
                </a:path>
                <a:path w="8348344" h="7197725">
                  <a:moveTo>
                    <a:pt x="5830971" y="4147785"/>
                  </a:moveTo>
                  <a:lnTo>
                    <a:pt x="5840272" y="4145707"/>
                  </a:lnTo>
                  <a:lnTo>
                    <a:pt x="5847217" y="4140893"/>
                  </a:lnTo>
                  <a:lnTo>
                    <a:pt x="5851805" y="4134123"/>
                  </a:lnTo>
                  <a:lnTo>
                    <a:pt x="5854037" y="4126178"/>
                  </a:lnTo>
                  <a:lnTo>
                    <a:pt x="5830971" y="4147785"/>
                  </a:lnTo>
                  <a:close/>
                </a:path>
                <a:path w="8348344" h="7197725">
                  <a:moveTo>
                    <a:pt x="5011992" y="4914816"/>
                  </a:moveTo>
                  <a:lnTo>
                    <a:pt x="5015188" y="4913027"/>
                  </a:lnTo>
                  <a:lnTo>
                    <a:pt x="5017730" y="4910584"/>
                  </a:lnTo>
                  <a:lnTo>
                    <a:pt x="5019612" y="4907673"/>
                  </a:lnTo>
                  <a:lnTo>
                    <a:pt x="5011992" y="4914816"/>
                  </a:lnTo>
                  <a:close/>
                </a:path>
                <a:path w="8348344" h="7197725">
                  <a:moveTo>
                    <a:pt x="5147662" y="4787750"/>
                  </a:moveTo>
                  <a:lnTo>
                    <a:pt x="5153192" y="4785607"/>
                  </a:lnTo>
                  <a:lnTo>
                    <a:pt x="5157125" y="4781567"/>
                  </a:lnTo>
                  <a:lnTo>
                    <a:pt x="5159491" y="4776682"/>
                  </a:lnTo>
                  <a:lnTo>
                    <a:pt x="5147662" y="4787750"/>
                  </a:lnTo>
                  <a:close/>
                </a:path>
                <a:path w="8348344" h="7197725">
                  <a:moveTo>
                    <a:pt x="5283992" y="4660068"/>
                  </a:moveTo>
                  <a:lnTo>
                    <a:pt x="5291443" y="4657925"/>
                  </a:lnTo>
                  <a:lnTo>
                    <a:pt x="5296420" y="4652610"/>
                  </a:lnTo>
                  <a:lnTo>
                    <a:pt x="5298839" y="4646158"/>
                  </a:lnTo>
                  <a:lnTo>
                    <a:pt x="5283992" y="4660068"/>
                  </a:lnTo>
                  <a:close/>
                </a:path>
                <a:path w="8348344" h="7197725">
                  <a:moveTo>
                    <a:pt x="6521017" y="1196676"/>
                  </a:moveTo>
                  <a:lnTo>
                    <a:pt x="6542464" y="1187437"/>
                  </a:lnTo>
                  <a:lnTo>
                    <a:pt x="6549613" y="1167112"/>
                  </a:lnTo>
                  <a:lnTo>
                    <a:pt x="6542464" y="1146786"/>
                  </a:lnTo>
                  <a:lnTo>
                    <a:pt x="6521017" y="1137548"/>
                  </a:lnTo>
                  <a:lnTo>
                    <a:pt x="6499569" y="1146786"/>
                  </a:lnTo>
                  <a:lnTo>
                    <a:pt x="6492420" y="1167112"/>
                  </a:lnTo>
                  <a:lnTo>
                    <a:pt x="6499569" y="1187437"/>
                  </a:lnTo>
                  <a:lnTo>
                    <a:pt x="6521017" y="1196676"/>
                  </a:lnTo>
                  <a:close/>
                </a:path>
                <a:path w="8348344" h="7197725">
                  <a:moveTo>
                    <a:pt x="6935790" y="1196676"/>
                  </a:moveTo>
                  <a:lnTo>
                    <a:pt x="6957238" y="1187437"/>
                  </a:lnTo>
                  <a:lnTo>
                    <a:pt x="6964387" y="1167112"/>
                  </a:lnTo>
                  <a:lnTo>
                    <a:pt x="6957238" y="1146786"/>
                  </a:lnTo>
                  <a:lnTo>
                    <a:pt x="6935790" y="1137548"/>
                  </a:lnTo>
                  <a:lnTo>
                    <a:pt x="6914343" y="1146786"/>
                  </a:lnTo>
                  <a:lnTo>
                    <a:pt x="6907194" y="1167112"/>
                  </a:lnTo>
                  <a:lnTo>
                    <a:pt x="6914343" y="1187437"/>
                  </a:lnTo>
                  <a:lnTo>
                    <a:pt x="6935790" y="1196676"/>
                  </a:lnTo>
                  <a:close/>
                </a:path>
                <a:path w="8348344" h="7197725">
                  <a:moveTo>
                    <a:pt x="6521017" y="1068357"/>
                  </a:moveTo>
                  <a:lnTo>
                    <a:pt x="6542593" y="1059063"/>
                  </a:lnTo>
                  <a:lnTo>
                    <a:pt x="6549786" y="1038616"/>
                  </a:lnTo>
                  <a:lnTo>
                    <a:pt x="6542593" y="1018170"/>
                  </a:lnTo>
                  <a:lnTo>
                    <a:pt x="6521017" y="1008876"/>
                  </a:lnTo>
                  <a:lnTo>
                    <a:pt x="6499440" y="1018170"/>
                  </a:lnTo>
                  <a:lnTo>
                    <a:pt x="6492247" y="1038616"/>
                  </a:lnTo>
                  <a:lnTo>
                    <a:pt x="6499440" y="1059063"/>
                  </a:lnTo>
                  <a:lnTo>
                    <a:pt x="6521017" y="1068357"/>
                  </a:lnTo>
                  <a:close/>
                </a:path>
                <a:path w="8348344" h="7197725">
                  <a:moveTo>
                    <a:pt x="6935790" y="1068357"/>
                  </a:moveTo>
                  <a:lnTo>
                    <a:pt x="6957367" y="1059063"/>
                  </a:lnTo>
                  <a:lnTo>
                    <a:pt x="6964560" y="1038616"/>
                  </a:lnTo>
                  <a:lnTo>
                    <a:pt x="6957367" y="1018170"/>
                  </a:lnTo>
                  <a:lnTo>
                    <a:pt x="6935790" y="1008876"/>
                  </a:lnTo>
                  <a:lnTo>
                    <a:pt x="6914214" y="1018170"/>
                  </a:lnTo>
                  <a:lnTo>
                    <a:pt x="6907021" y="1038616"/>
                  </a:lnTo>
                  <a:lnTo>
                    <a:pt x="6914214" y="1059063"/>
                  </a:lnTo>
                  <a:lnTo>
                    <a:pt x="6935790" y="1068357"/>
                  </a:lnTo>
                  <a:close/>
                </a:path>
                <a:path w="8348344" h="7197725">
                  <a:moveTo>
                    <a:pt x="6502191" y="1831157"/>
                  </a:moveTo>
                  <a:lnTo>
                    <a:pt x="6547478" y="1800909"/>
                  </a:lnTo>
                  <a:lnTo>
                    <a:pt x="6544139" y="1793179"/>
                  </a:lnTo>
                  <a:lnTo>
                    <a:pt x="6538628" y="1786816"/>
                  </a:lnTo>
                  <a:lnTo>
                    <a:pt x="6530927" y="1782498"/>
                  </a:lnTo>
                  <a:lnTo>
                    <a:pt x="6521017" y="1780908"/>
                  </a:lnTo>
                  <a:lnTo>
                    <a:pt x="6503588" y="1786609"/>
                  </a:lnTo>
                  <a:lnTo>
                    <a:pt x="6494656" y="1800298"/>
                  </a:lnTo>
                  <a:lnTo>
                    <a:pt x="6494197" y="1816854"/>
                  </a:lnTo>
                  <a:lnTo>
                    <a:pt x="6502191" y="1831157"/>
                  </a:lnTo>
                  <a:close/>
                </a:path>
                <a:path w="8348344" h="7197725">
                  <a:moveTo>
                    <a:pt x="6935790" y="940046"/>
                  </a:moveTo>
                  <a:lnTo>
                    <a:pt x="6957497" y="930696"/>
                  </a:lnTo>
                  <a:lnTo>
                    <a:pt x="6964732" y="910125"/>
                  </a:lnTo>
                  <a:lnTo>
                    <a:pt x="6957497" y="889554"/>
                  </a:lnTo>
                  <a:lnTo>
                    <a:pt x="6935790" y="880203"/>
                  </a:lnTo>
                  <a:lnTo>
                    <a:pt x="6914081" y="889554"/>
                  </a:lnTo>
                  <a:lnTo>
                    <a:pt x="6906846" y="910125"/>
                  </a:lnTo>
                  <a:lnTo>
                    <a:pt x="6914083" y="930696"/>
                  </a:lnTo>
                  <a:lnTo>
                    <a:pt x="6935790" y="940046"/>
                  </a:lnTo>
                  <a:close/>
                </a:path>
                <a:path w="8348344" h="7197725">
                  <a:moveTo>
                    <a:pt x="7072958" y="1581617"/>
                  </a:moveTo>
                  <a:lnTo>
                    <a:pt x="7074048" y="1581617"/>
                  </a:lnTo>
                  <a:lnTo>
                    <a:pt x="7084223" y="1579957"/>
                  </a:lnTo>
                  <a:lnTo>
                    <a:pt x="7092088" y="1575460"/>
                  </a:lnTo>
                  <a:lnTo>
                    <a:pt x="7097668" y="1568846"/>
                  </a:lnTo>
                  <a:lnTo>
                    <a:pt x="7100986" y="1560840"/>
                  </a:lnTo>
                  <a:lnTo>
                    <a:pt x="7070999" y="1581310"/>
                  </a:lnTo>
                  <a:lnTo>
                    <a:pt x="7072013" y="1581409"/>
                  </a:lnTo>
                  <a:lnTo>
                    <a:pt x="7072958" y="1581617"/>
                  </a:lnTo>
                  <a:close/>
                </a:path>
                <a:path w="8348344" h="7197725">
                  <a:moveTo>
                    <a:pt x="6935790" y="811727"/>
                  </a:moveTo>
                  <a:lnTo>
                    <a:pt x="6957627" y="802322"/>
                  </a:lnTo>
                  <a:lnTo>
                    <a:pt x="6964905" y="781629"/>
                  </a:lnTo>
                  <a:lnTo>
                    <a:pt x="6957627" y="760937"/>
                  </a:lnTo>
                  <a:lnTo>
                    <a:pt x="6935790" y="751531"/>
                  </a:lnTo>
                  <a:lnTo>
                    <a:pt x="6913954" y="760937"/>
                  </a:lnTo>
                  <a:lnTo>
                    <a:pt x="6906676" y="781629"/>
                  </a:lnTo>
                  <a:lnTo>
                    <a:pt x="6913954" y="802322"/>
                  </a:lnTo>
                  <a:lnTo>
                    <a:pt x="6935790" y="811727"/>
                  </a:lnTo>
                  <a:close/>
                </a:path>
                <a:path w="8348344" h="7197725">
                  <a:moveTo>
                    <a:pt x="6935790" y="1453306"/>
                  </a:moveTo>
                  <a:lnTo>
                    <a:pt x="6956979" y="1444180"/>
                  </a:lnTo>
                  <a:lnTo>
                    <a:pt x="6964041" y="1424103"/>
                  </a:lnTo>
                  <a:lnTo>
                    <a:pt x="6956978" y="1404025"/>
                  </a:lnTo>
                  <a:lnTo>
                    <a:pt x="6935790" y="1394899"/>
                  </a:lnTo>
                  <a:lnTo>
                    <a:pt x="6914602" y="1404025"/>
                  </a:lnTo>
                  <a:lnTo>
                    <a:pt x="6907540" y="1424103"/>
                  </a:lnTo>
                  <a:lnTo>
                    <a:pt x="6914602" y="1444180"/>
                  </a:lnTo>
                  <a:lnTo>
                    <a:pt x="6935790" y="1453306"/>
                  </a:lnTo>
                  <a:close/>
                </a:path>
                <a:path w="8348344" h="7197725">
                  <a:moveTo>
                    <a:pt x="6935790" y="1324995"/>
                  </a:moveTo>
                  <a:lnTo>
                    <a:pt x="6957108" y="1315812"/>
                  </a:lnTo>
                  <a:lnTo>
                    <a:pt x="6964214" y="1295611"/>
                  </a:lnTo>
                  <a:lnTo>
                    <a:pt x="6957108" y="1275410"/>
                  </a:lnTo>
                  <a:lnTo>
                    <a:pt x="6935790" y="1266227"/>
                  </a:lnTo>
                  <a:lnTo>
                    <a:pt x="6914473" y="1275410"/>
                  </a:lnTo>
                  <a:lnTo>
                    <a:pt x="6907367" y="1295611"/>
                  </a:lnTo>
                  <a:lnTo>
                    <a:pt x="6914473" y="1315812"/>
                  </a:lnTo>
                  <a:lnTo>
                    <a:pt x="6935790" y="1324995"/>
                  </a:lnTo>
                  <a:close/>
                </a:path>
                <a:path w="8348344" h="7197725">
                  <a:moveTo>
                    <a:pt x="6908346" y="1558781"/>
                  </a:moveTo>
                  <a:lnTo>
                    <a:pt x="6952827" y="1528871"/>
                  </a:lnTo>
                  <a:lnTo>
                    <a:pt x="6948449" y="1525592"/>
                  </a:lnTo>
                  <a:lnTo>
                    <a:pt x="6942772" y="1523564"/>
                  </a:lnTo>
                  <a:lnTo>
                    <a:pt x="6935790" y="1523564"/>
                  </a:lnTo>
                  <a:lnTo>
                    <a:pt x="6922039" y="1526781"/>
                  </a:lnTo>
                  <a:lnTo>
                    <a:pt x="6912889" y="1535078"/>
                  </a:lnTo>
                  <a:lnTo>
                    <a:pt x="6908328" y="1546422"/>
                  </a:lnTo>
                  <a:lnTo>
                    <a:pt x="6908346" y="1558781"/>
                  </a:lnTo>
                  <a:close/>
                </a:path>
                <a:path w="8348344" h="7197725">
                  <a:moveTo>
                    <a:pt x="6356835" y="1927953"/>
                  </a:moveTo>
                  <a:lnTo>
                    <a:pt x="6384233" y="1909726"/>
                  </a:lnTo>
                  <a:lnTo>
                    <a:pt x="6383726" y="1909703"/>
                  </a:lnTo>
                  <a:lnTo>
                    <a:pt x="6383281" y="1909580"/>
                  </a:lnTo>
                  <a:lnTo>
                    <a:pt x="6382759" y="1909580"/>
                  </a:lnTo>
                  <a:lnTo>
                    <a:pt x="6373303" y="1911020"/>
                  </a:lnTo>
                  <a:lnTo>
                    <a:pt x="6365834" y="1914950"/>
                  </a:lnTo>
                  <a:lnTo>
                    <a:pt x="6360346" y="1920789"/>
                  </a:lnTo>
                  <a:lnTo>
                    <a:pt x="6356835" y="1927953"/>
                  </a:lnTo>
                  <a:close/>
                </a:path>
                <a:path w="8348344" h="7197725">
                  <a:moveTo>
                    <a:pt x="6521017" y="1709936"/>
                  </a:moveTo>
                  <a:lnTo>
                    <a:pt x="6541945" y="1700920"/>
                  </a:lnTo>
                  <a:lnTo>
                    <a:pt x="6548922" y="1681086"/>
                  </a:lnTo>
                  <a:lnTo>
                    <a:pt x="6541945" y="1661252"/>
                  </a:lnTo>
                  <a:lnTo>
                    <a:pt x="6521017" y="1652236"/>
                  </a:lnTo>
                  <a:lnTo>
                    <a:pt x="6500088" y="1661252"/>
                  </a:lnTo>
                  <a:lnTo>
                    <a:pt x="6493112" y="1681086"/>
                  </a:lnTo>
                  <a:lnTo>
                    <a:pt x="6500088" y="1700920"/>
                  </a:lnTo>
                  <a:lnTo>
                    <a:pt x="6521017" y="1709936"/>
                  </a:lnTo>
                  <a:close/>
                </a:path>
                <a:path w="8348344" h="7197725">
                  <a:moveTo>
                    <a:pt x="6382759" y="1068357"/>
                  </a:moveTo>
                  <a:lnTo>
                    <a:pt x="6404335" y="1059063"/>
                  </a:lnTo>
                  <a:lnTo>
                    <a:pt x="6411528" y="1038616"/>
                  </a:lnTo>
                  <a:lnTo>
                    <a:pt x="6404335" y="1018170"/>
                  </a:lnTo>
                  <a:lnTo>
                    <a:pt x="6382759" y="1008876"/>
                  </a:lnTo>
                  <a:lnTo>
                    <a:pt x="6361182" y="1018170"/>
                  </a:lnTo>
                  <a:lnTo>
                    <a:pt x="6353989" y="1038616"/>
                  </a:lnTo>
                  <a:lnTo>
                    <a:pt x="6361182" y="1059063"/>
                  </a:lnTo>
                  <a:lnTo>
                    <a:pt x="6382759" y="1068357"/>
                  </a:lnTo>
                  <a:close/>
                </a:path>
                <a:path w="8348344" h="7197725">
                  <a:moveTo>
                    <a:pt x="6382759" y="1838247"/>
                  </a:moveTo>
                  <a:lnTo>
                    <a:pt x="6403558" y="1829287"/>
                  </a:lnTo>
                  <a:lnTo>
                    <a:pt x="6410491" y="1809577"/>
                  </a:lnTo>
                  <a:lnTo>
                    <a:pt x="6403558" y="1789867"/>
                  </a:lnTo>
                  <a:lnTo>
                    <a:pt x="6382759" y="1780908"/>
                  </a:lnTo>
                  <a:lnTo>
                    <a:pt x="6361964" y="1789867"/>
                  </a:lnTo>
                  <a:lnTo>
                    <a:pt x="6355032" y="1809577"/>
                  </a:lnTo>
                  <a:lnTo>
                    <a:pt x="6361964" y="1829287"/>
                  </a:lnTo>
                  <a:lnTo>
                    <a:pt x="6382759" y="1838247"/>
                  </a:lnTo>
                  <a:close/>
                </a:path>
                <a:path w="8348344" h="7197725">
                  <a:moveTo>
                    <a:pt x="6521017" y="1324995"/>
                  </a:moveTo>
                  <a:lnTo>
                    <a:pt x="6542334" y="1315812"/>
                  </a:lnTo>
                  <a:lnTo>
                    <a:pt x="6549440" y="1295611"/>
                  </a:lnTo>
                  <a:lnTo>
                    <a:pt x="6542334" y="1275410"/>
                  </a:lnTo>
                  <a:lnTo>
                    <a:pt x="6521017" y="1266227"/>
                  </a:lnTo>
                  <a:lnTo>
                    <a:pt x="6499699" y="1275410"/>
                  </a:lnTo>
                  <a:lnTo>
                    <a:pt x="6492593" y="1295611"/>
                  </a:lnTo>
                  <a:lnTo>
                    <a:pt x="6499699" y="1315812"/>
                  </a:lnTo>
                  <a:lnTo>
                    <a:pt x="6521017" y="1324995"/>
                  </a:lnTo>
                  <a:close/>
                </a:path>
                <a:path w="8348344" h="7197725">
                  <a:moveTo>
                    <a:pt x="6521017" y="1581617"/>
                  </a:moveTo>
                  <a:lnTo>
                    <a:pt x="6542075" y="1572546"/>
                  </a:lnTo>
                  <a:lnTo>
                    <a:pt x="6549094" y="1552590"/>
                  </a:lnTo>
                  <a:lnTo>
                    <a:pt x="6542075" y="1532635"/>
                  </a:lnTo>
                  <a:lnTo>
                    <a:pt x="6521017" y="1523564"/>
                  </a:lnTo>
                  <a:lnTo>
                    <a:pt x="6499958" y="1532635"/>
                  </a:lnTo>
                  <a:lnTo>
                    <a:pt x="6492939" y="1552590"/>
                  </a:lnTo>
                  <a:lnTo>
                    <a:pt x="6499958" y="1572546"/>
                  </a:lnTo>
                  <a:lnTo>
                    <a:pt x="6521017" y="1581617"/>
                  </a:lnTo>
                  <a:close/>
                </a:path>
                <a:path w="8348344" h="7197725">
                  <a:moveTo>
                    <a:pt x="6521017" y="1453306"/>
                  </a:moveTo>
                  <a:lnTo>
                    <a:pt x="6542205" y="1444180"/>
                  </a:lnTo>
                  <a:lnTo>
                    <a:pt x="6549267" y="1424103"/>
                  </a:lnTo>
                  <a:lnTo>
                    <a:pt x="6542205" y="1404025"/>
                  </a:lnTo>
                  <a:lnTo>
                    <a:pt x="6521017" y="1394899"/>
                  </a:lnTo>
                  <a:lnTo>
                    <a:pt x="6499829" y="1404025"/>
                  </a:lnTo>
                  <a:lnTo>
                    <a:pt x="6492766" y="1424103"/>
                  </a:lnTo>
                  <a:lnTo>
                    <a:pt x="6499829" y="1444180"/>
                  </a:lnTo>
                  <a:lnTo>
                    <a:pt x="6521017" y="1453306"/>
                  </a:lnTo>
                  <a:close/>
                </a:path>
                <a:path w="8348344" h="7197725">
                  <a:moveTo>
                    <a:pt x="6382759" y="1709936"/>
                  </a:moveTo>
                  <a:lnTo>
                    <a:pt x="6403687" y="1700920"/>
                  </a:lnTo>
                  <a:lnTo>
                    <a:pt x="6410664" y="1681086"/>
                  </a:lnTo>
                  <a:lnTo>
                    <a:pt x="6403687" y="1661252"/>
                  </a:lnTo>
                  <a:lnTo>
                    <a:pt x="6382759" y="1652236"/>
                  </a:lnTo>
                  <a:lnTo>
                    <a:pt x="6361830" y="1661252"/>
                  </a:lnTo>
                  <a:lnTo>
                    <a:pt x="6354854" y="1681086"/>
                  </a:lnTo>
                  <a:lnTo>
                    <a:pt x="6361830" y="1700920"/>
                  </a:lnTo>
                  <a:lnTo>
                    <a:pt x="6382759" y="1709936"/>
                  </a:lnTo>
                  <a:close/>
                </a:path>
                <a:path w="8348344" h="7197725">
                  <a:moveTo>
                    <a:pt x="7488822" y="555105"/>
                  </a:moveTo>
                  <a:lnTo>
                    <a:pt x="7510918" y="545588"/>
                  </a:lnTo>
                  <a:lnTo>
                    <a:pt x="7518283" y="524650"/>
                  </a:lnTo>
                  <a:lnTo>
                    <a:pt x="7510918" y="503712"/>
                  </a:lnTo>
                  <a:lnTo>
                    <a:pt x="7488822" y="494195"/>
                  </a:lnTo>
                  <a:lnTo>
                    <a:pt x="7466727" y="503712"/>
                  </a:lnTo>
                  <a:lnTo>
                    <a:pt x="7459362" y="524650"/>
                  </a:lnTo>
                  <a:lnTo>
                    <a:pt x="7466727" y="545588"/>
                  </a:lnTo>
                  <a:lnTo>
                    <a:pt x="7488822" y="555105"/>
                  </a:lnTo>
                  <a:close/>
                </a:path>
                <a:path w="8348344" h="7197725">
                  <a:moveTo>
                    <a:pt x="8033228" y="940046"/>
                  </a:moveTo>
                  <a:lnTo>
                    <a:pt x="8041854" y="940046"/>
                  </a:lnTo>
                  <a:lnTo>
                    <a:pt x="8056900" y="936244"/>
                  </a:lnTo>
                  <a:lnTo>
                    <a:pt x="8066467" y="926574"/>
                  </a:lnTo>
                  <a:lnTo>
                    <a:pt x="8070565" y="913637"/>
                  </a:lnTo>
                  <a:lnTo>
                    <a:pt x="8069206" y="900036"/>
                  </a:lnTo>
                  <a:lnTo>
                    <a:pt x="8021876" y="932327"/>
                  </a:lnTo>
                  <a:lnTo>
                    <a:pt x="8026646" y="936966"/>
                  </a:lnTo>
                  <a:lnTo>
                    <a:pt x="8033228" y="940046"/>
                  </a:lnTo>
                  <a:close/>
                </a:path>
                <a:path w="8348344" h="7197725">
                  <a:moveTo>
                    <a:pt x="7350564" y="1453306"/>
                  </a:moveTo>
                  <a:lnTo>
                    <a:pt x="7350749" y="1453306"/>
                  </a:lnTo>
                  <a:lnTo>
                    <a:pt x="7350902" y="1453252"/>
                  </a:lnTo>
                  <a:lnTo>
                    <a:pt x="7351079" y="1453252"/>
                  </a:lnTo>
                  <a:lnTo>
                    <a:pt x="7351079" y="1418035"/>
                  </a:lnTo>
                  <a:lnTo>
                    <a:pt x="7358299" y="1413119"/>
                  </a:lnTo>
                  <a:lnTo>
                    <a:pt x="7365596" y="1408049"/>
                  </a:lnTo>
                  <a:lnTo>
                    <a:pt x="7368284" y="1406283"/>
                  </a:lnTo>
                  <a:lnTo>
                    <a:pt x="7371679" y="1403955"/>
                  </a:lnTo>
                  <a:lnTo>
                    <a:pt x="7366971" y="1398517"/>
                  </a:lnTo>
                  <a:lnTo>
                    <a:pt x="7359943" y="1394892"/>
                  </a:lnTo>
                  <a:lnTo>
                    <a:pt x="7347577" y="1394892"/>
                  </a:lnTo>
                  <a:lnTo>
                    <a:pt x="7344911" y="1395376"/>
                  </a:lnTo>
                  <a:lnTo>
                    <a:pt x="7342399" y="1396051"/>
                  </a:lnTo>
                  <a:lnTo>
                    <a:pt x="7328151" y="1405776"/>
                  </a:lnTo>
                  <a:lnTo>
                    <a:pt x="7322621" y="1420325"/>
                  </a:lnTo>
                  <a:lnTo>
                    <a:pt x="7324501" y="1435872"/>
                  </a:lnTo>
                  <a:lnTo>
                    <a:pt x="7333809" y="1448253"/>
                  </a:lnTo>
                  <a:lnTo>
                    <a:pt x="7350564" y="1453306"/>
                  </a:lnTo>
                  <a:close/>
                </a:path>
                <a:path w="8348344" h="7197725">
                  <a:moveTo>
                    <a:pt x="7903596" y="298475"/>
                  </a:moveTo>
                  <a:lnTo>
                    <a:pt x="7925951" y="288847"/>
                  </a:lnTo>
                  <a:lnTo>
                    <a:pt x="7933402" y="267663"/>
                  </a:lnTo>
                  <a:lnTo>
                    <a:pt x="7925951" y="246480"/>
                  </a:lnTo>
                  <a:lnTo>
                    <a:pt x="7903596" y="236851"/>
                  </a:lnTo>
                  <a:lnTo>
                    <a:pt x="7881242" y="246480"/>
                  </a:lnTo>
                  <a:lnTo>
                    <a:pt x="7873790" y="267663"/>
                  </a:lnTo>
                  <a:lnTo>
                    <a:pt x="7881242" y="288847"/>
                  </a:lnTo>
                  <a:lnTo>
                    <a:pt x="7903596" y="298475"/>
                  </a:lnTo>
                  <a:close/>
                </a:path>
                <a:path w="8348344" h="7197725">
                  <a:moveTo>
                    <a:pt x="7903596" y="683416"/>
                  </a:moveTo>
                  <a:lnTo>
                    <a:pt x="7925562" y="673954"/>
                  </a:lnTo>
                  <a:lnTo>
                    <a:pt x="7932884" y="653138"/>
                  </a:lnTo>
                  <a:lnTo>
                    <a:pt x="7925562" y="632321"/>
                  </a:lnTo>
                  <a:lnTo>
                    <a:pt x="7903596" y="622859"/>
                  </a:lnTo>
                  <a:lnTo>
                    <a:pt x="7881631" y="632321"/>
                  </a:lnTo>
                  <a:lnTo>
                    <a:pt x="7874309" y="653138"/>
                  </a:lnTo>
                  <a:lnTo>
                    <a:pt x="7881631" y="673954"/>
                  </a:lnTo>
                  <a:lnTo>
                    <a:pt x="7903596" y="683416"/>
                  </a:lnTo>
                  <a:close/>
                </a:path>
                <a:path w="8348344" h="7197725">
                  <a:moveTo>
                    <a:pt x="7903596" y="426794"/>
                  </a:moveTo>
                  <a:lnTo>
                    <a:pt x="7925821" y="417220"/>
                  </a:lnTo>
                  <a:lnTo>
                    <a:pt x="7933230" y="396158"/>
                  </a:lnTo>
                  <a:lnTo>
                    <a:pt x="7925821" y="375096"/>
                  </a:lnTo>
                  <a:lnTo>
                    <a:pt x="7903596" y="365523"/>
                  </a:lnTo>
                  <a:lnTo>
                    <a:pt x="7881371" y="375096"/>
                  </a:lnTo>
                  <a:lnTo>
                    <a:pt x="7873963" y="396158"/>
                  </a:lnTo>
                  <a:lnTo>
                    <a:pt x="7881371" y="417220"/>
                  </a:lnTo>
                  <a:lnTo>
                    <a:pt x="7903596" y="426794"/>
                  </a:lnTo>
                  <a:close/>
                </a:path>
                <a:path w="8348344" h="7197725">
                  <a:moveTo>
                    <a:pt x="7903596" y="811735"/>
                  </a:moveTo>
                  <a:lnTo>
                    <a:pt x="7925432" y="802329"/>
                  </a:lnTo>
                  <a:lnTo>
                    <a:pt x="7932711" y="781637"/>
                  </a:lnTo>
                  <a:lnTo>
                    <a:pt x="7925432" y="760945"/>
                  </a:lnTo>
                  <a:lnTo>
                    <a:pt x="7903596" y="751539"/>
                  </a:lnTo>
                  <a:lnTo>
                    <a:pt x="7881760" y="760945"/>
                  </a:lnTo>
                  <a:lnTo>
                    <a:pt x="7874481" y="781637"/>
                  </a:lnTo>
                  <a:lnTo>
                    <a:pt x="7881760" y="802329"/>
                  </a:lnTo>
                  <a:lnTo>
                    <a:pt x="7903596" y="811735"/>
                  </a:lnTo>
                  <a:close/>
                </a:path>
                <a:path w="8348344" h="7197725">
                  <a:moveTo>
                    <a:pt x="7488822" y="1068357"/>
                  </a:moveTo>
                  <a:lnTo>
                    <a:pt x="7510399" y="1059063"/>
                  </a:lnTo>
                  <a:lnTo>
                    <a:pt x="7517591" y="1038616"/>
                  </a:lnTo>
                  <a:lnTo>
                    <a:pt x="7510399" y="1018170"/>
                  </a:lnTo>
                  <a:lnTo>
                    <a:pt x="7488822" y="1008876"/>
                  </a:lnTo>
                  <a:lnTo>
                    <a:pt x="7467245" y="1018170"/>
                  </a:lnTo>
                  <a:lnTo>
                    <a:pt x="7460053" y="1038616"/>
                  </a:lnTo>
                  <a:lnTo>
                    <a:pt x="7467245" y="1059063"/>
                  </a:lnTo>
                  <a:lnTo>
                    <a:pt x="7488822" y="1068357"/>
                  </a:lnTo>
                  <a:close/>
                </a:path>
                <a:path w="8348344" h="7197725">
                  <a:moveTo>
                    <a:pt x="7488822" y="940046"/>
                  </a:moveTo>
                  <a:lnTo>
                    <a:pt x="7510529" y="930696"/>
                  </a:lnTo>
                  <a:lnTo>
                    <a:pt x="7517764" y="910125"/>
                  </a:lnTo>
                  <a:lnTo>
                    <a:pt x="7510529" y="889554"/>
                  </a:lnTo>
                  <a:lnTo>
                    <a:pt x="7488822" y="880203"/>
                  </a:lnTo>
                  <a:lnTo>
                    <a:pt x="7467116" y="889554"/>
                  </a:lnTo>
                  <a:lnTo>
                    <a:pt x="7459880" y="910125"/>
                  </a:lnTo>
                  <a:lnTo>
                    <a:pt x="7467116" y="930696"/>
                  </a:lnTo>
                  <a:lnTo>
                    <a:pt x="7488822" y="940046"/>
                  </a:lnTo>
                  <a:close/>
                </a:path>
                <a:path w="8348344" h="7197725">
                  <a:moveTo>
                    <a:pt x="7903596" y="555105"/>
                  </a:moveTo>
                  <a:lnTo>
                    <a:pt x="7925692" y="545588"/>
                  </a:lnTo>
                  <a:lnTo>
                    <a:pt x="7933057" y="524650"/>
                  </a:lnTo>
                  <a:lnTo>
                    <a:pt x="7925692" y="503712"/>
                  </a:lnTo>
                  <a:lnTo>
                    <a:pt x="7903596" y="494195"/>
                  </a:lnTo>
                  <a:lnTo>
                    <a:pt x="7881501" y="503712"/>
                  </a:lnTo>
                  <a:lnTo>
                    <a:pt x="7874136" y="524650"/>
                  </a:lnTo>
                  <a:lnTo>
                    <a:pt x="7881501" y="545588"/>
                  </a:lnTo>
                  <a:lnTo>
                    <a:pt x="7903596" y="555105"/>
                  </a:lnTo>
                  <a:close/>
                </a:path>
                <a:path w="8348344" h="7197725">
                  <a:moveTo>
                    <a:pt x="7488822" y="811735"/>
                  </a:moveTo>
                  <a:lnTo>
                    <a:pt x="7510658" y="802329"/>
                  </a:lnTo>
                  <a:lnTo>
                    <a:pt x="7517937" y="781637"/>
                  </a:lnTo>
                  <a:lnTo>
                    <a:pt x="7510658" y="760945"/>
                  </a:lnTo>
                  <a:lnTo>
                    <a:pt x="7488822" y="751539"/>
                  </a:lnTo>
                  <a:lnTo>
                    <a:pt x="7466986" y="760945"/>
                  </a:lnTo>
                  <a:lnTo>
                    <a:pt x="7459708" y="781637"/>
                  </a:lnTo>
                  <a:lnTo>
                    <a:pt x="7466986" y="802329"/>
                  </a:lnTo>
                  <a:lnTo>
                    <a:pt x="7488822" y="811735"/>
                  </a:lnTo>
                  <a:close/>
                </a:path>
                <a:path w="8348344" h="7197725">
                  <a:moveTo>
                    <a:pt x="7488822" y="683416"/>
                  </a:moveTo>
                  <a:lnTo>
                    <a:pt x="7510788" y="673954"/>
                  </a:lnTo>
                  <a:lnTo>
                    <a:pt x="7518110" y="653138"/>
                  </a:lnTo>
                  <a:lnTo>
                    <a:pt x="7510788" y="632321"/>
                  </a:lnTo>
                  <a:lnTo>
                    <a:pt x="7488822" y="622859"/>
                  </a:lnTo>
                  <a:lnTo>
                    <a:pt x="7466857" y="632321"/>
                  </a:lnTo>
                  <a:lnTo>
                    <a:pt x="7459535" y="653138"/>
                  </a:lnTo>
                  <a:lnTo>
                    <a:pt x="7466857" y="673954"/>
                  </a:lnTo>
                  <a:lnTo>
                    <a:pt x="7488822" y="683416"/>
                  </a:lnTo>
                  <a:close/>
                </a:path>
                <a:path w="8348344" h="7197725">
                  <a:moveTo>
                    <a:pt x="7923728" y="932173"/>
                  </a:moveTo>
                  <a:lnTo>
                    <a:pt x="7931696" y="917219"/>
                  </a:lnTo>
                  <a:lnTo>
                    <a:pt x="7931011" y="900114"/>
                  </a:lnTo>
                  <a:lnTo>
                    <a:pt x="7921651" y="886046"/>
                  </a:lnTo>
                  <a:lnTo>
                    <a:pt x="7903596" y="880203"/>
                  </a:lnTo>
                  <a:lnTo>
                    <a:pt x="7890060" y="883196"/>
                  </a:lnTo>
                  <a:lnTo>
                    <a:pt x="7882458" y="889582"/>
                  </a:lnTo>
                  <a:lnTo>
                    <a:pt x="7911869" y="889582"/>
                  </a:lnTo>
                  <a:lnTo>
                    <a:pt x="7914305" y="896395"/>
                  </a:lnTo>
                  <a:lnTo>
                    <a:pt x="7916554" y="903360"/>
                  </a:lnTo>
                  <a:lnTo>
                    <a:pt x="7918630" y="910483"/>
                  </a:lnTo>
                  <a:lnTo>
                    <a:pt x="7920548" y="917771"/>
                  </a:lnTo>
                  <a:lnTo>
                    <a:pt x="7921754" y="922587"/>
                  </a:lnTo>
                  <a:lnTo>
                    <a:pt x="7923728" y="932173"/>
                  </a:lnTo>
                  <a:close/>
                </a:path>
                <a:path w="8348344" h="7197725">
                  <a:moveTo>
                    <a:pt x="7874954" y="913839"/>
                  </a:moveTo>
                  <a:lnTo>
                    <a:pt x="7911869" y="889582"/>
                  </a:lnTo>
                  <a:lnTo>
                    <a:pt x="7882458" y="889582"/>
                  </a:lnTo>
                  <a:lnTo>
                    <a:pt x="7880787" y="890987"/>
                  </a:lnTo>
                  <a:lnTo>
                    <a:pt x="7875758" y="901794"/>
                  </a:lnTo>
                  <a:lnTo>
                    <a:pt x="7874954" y="913839"/>
                  </a:lnTo>
                  <a:close/>
                </a:path>
                <a:path w="8348344" h="7197725">
                  <a:moveTo>
                    <a:pt x="7465841" y="1185231"/>
                  </a:moveTo>
                  <a:lnTo>
                    <a:pt x="7514231" y="1153117"/>
                  </a:lnTo>
                  <a:lnTo>
                    <a:pt x="7510286" y="1146951"/>
                  </a:lnTo>
                  <a:lnTo>
                    <a:pt x="7504750" y="1142014"/>
                  </a:lnTo>
                  <a:lnTo>
                    <a:pt x="7497602" y="1138736"/>
                  </a:lnTo>
                  <a:lnTo>
                    <a:pt x="7488822" y="1137548"/>
                  </a:lnTo>
                  <a:lnTo>
                    <a:pt x="7471972" y="1142584"/>
                  </a:lnTo>
                  <a:lnTo>
                    <a:pt x="7462538" y="1154952"/>
                  </a:lnTo>
                  <a:lnTo>
                    <a:pt x="7460501" y="1170538"/>
                  </a:lnTo>
                  <a:lnTo>
                    <a:pt x="7465841" y="1185231"/>
                  </a:lnTo>
                  <a:close/>
                </a:path>
                <a:path w="8348344" h="7197725">
                  <a:moveTo>
                    <a:pt x="4861921" y="4147907"/>
                  </a:moveTo>
                  <a:lnTo>
                    <a:pt x="4880387" y="4139951"/>
                  </a:lnTo>
                  <a:lnTo>
                    <a:pt x="4886543" y="4122449"/>
                  </a:lnTo>
                  <a:lnTo>
                    <a:pt x="4880387" y="4104946"/>
                  </a:lnTo>
                  <a:lnTo>
                    <a:pt x="4861921" y="4096990"/>
                  </a:lnTo>
                  <a:lnTo>
                    <a:pt x="4843452" y="4104946"/>
                  </a:lnTo>
                  <a:lnTo>
                    <a:pt x="4837297" y="4122449"/>
                  </a:lnTo>
                  <a:lnTo>
                    <a:pt x="4843454" y="4139951"/>
                  </a:lnTo>
                  <a:lnTo>
                    <a:pt x="4861921" y="4147907"/>
                  </a:lnTo>
                  <a:close/>
                </a:path>
                <a:path w="8348344" h="7197725">
                  <a:moveTo>
                    <a:pt x="1958504" y="3762966"/>
                  </a:moveTo>
                  <a:lnTo>
                    <a:pt x="1977356" y="3754839"/>
                  </a:lnTo>
                  <a:lnTo>
                    <a:pt x="1983637" y="3736967"/>
                  </a:lnTo>
                  <a:lnTo>
                    <a:pt x="1977352" y="3719096"/>
                  </a:lnTo>
                  <a:lnTo>
                    <a:pt x="1958504" y="3710974"/>
                  </a:lnTo>
                  <a:lnTo>
                    <a:pt x="1939649" y="3719098"/>
                  </a:lnTo>
                  <a:lnTo>
                    <a:pt x="1933365" y="3736970"/>
                  </a:lnTo>
                  <a:lnTo>
                    <a:pt x="1939657" y="3754842"/>
                  </a:lnTo>
                  <a:lnTo>
                    <a:pt x="1958504" y="3762966"/>
                  </a:lnTo>
                  <a:close/>
                </a:path>
                <a:path w="8348344" h="7197725">
                  <a:moveTo>
                    <a:pt x="1958504" y="3634640"/>
                  </a:moveTo>
                  <a:lnTo>
                    <a:pt x="1977489" y="3626462"/>
                  </a:lnTo>
                  <a:lnTo>
                    <a:pt x="1983817" y="3608471"/>
                  </a:lnTo>
                  <a:lnTo>
                    <a:pt x="1977489" y="3590479"/>
                  </a:lnTo>
                  <a:lnTo>
                    <a:pt x="1958504" y="3582302"/>
                  </a:lnTo>
                  <a:lnTo>
                    <a:pt x="1939519" y="3590480"/>
                  </a:lnTo>
                  <a:lnTo>
                    <a:pt x="1933191" y="3608474"/>
                  </a:lnTo>
                  <a:lnTo>
                    <a:pt x="1939519" y="3626465"/>
                  </a:lnTo>
                  <a:lnTo>
                    <a:pt x="1958504" y="3634640"/>
                  </a:lnTo>
                  <a:close/>
                </a:path>
                <a:path w="8348344" h="7197725">
                  <a:moveTo>
                    <a:pt x="1958504" y="3506329"/>
                  </a:moveTo>
                  <a:lnTo>
                    <a:pt x="1977618" y="3498095"/>
                  </a:lnTo>
                  <a:lnTo>
                    <a:pt x="1983990" y="3479979"/>
                  </a:lnTo>
                  <a:lnTo>
                    <a:pt x="1977618" y="3461864"/>
                  </a:lnTo>
                  <a:lnTo>
                    <a:pt x="1958504" y="3453630"/>
                  </a:lnTo>
                  <a:lnTo>
                    <a:pt x="1939393" y="3461864"/>
                  </a:lnTo>
                  <a:lnTo>
                    <a:pt x="1933021" y="3479979"/>
                  </a:lnTo>
                  <a:lnTo>
                    <a:pt x="1939391" y="3498095"/>
                  </a:lnTo>
                  <a:lnTo>
                    <a:pt x="1958504" y="3506329"/>
                  </a:lnTo>
                  <a:close/>
                </a:path>
                <a:path w="8348344" h="7197725">
                  <a:moveTo>
                    <a:pt x="1267214" y="3762966"/>
                  </a:moveTo>
                  <a:lnTo>
                    <a:pt x="1286066" y="3754839"/>
                  </a:lnTo>
                  <a:lnTo>
                    <a:pt x="1292348" y="3736967"/>
                  </a:lnTo>
                  <a:lnTo>
                    <a:pt x="1286063" y="3719096"/>
                  </a:lnTo>
                  <a:lnTo>
                    <a:pt x="1267214" y="3710974"/>
                  </a:lnTo>
                  <a:lnTo>
                    <a:pt x="1248359" y="3719098"/>
                  </a:lnTo>
                  <a:lnTo>
                    <a:pt x="1242075" y="3736970"/>
                  </a:lnTo>
                  <a:lnTo>
                    <a:pt x="1248367" y="3754842"/>
                  </a:lnTo>
                  <a:lnTo>
                    <a:pt x="1267214" y="3762966"/>
                  </a:lnTo>
                  <a:close/>
                </a:path>
                <a:path w="8348344" h="7197725">
                  <a:moveTo>
                    <a:pt x="2096762" y="3249714"/>
                  </a:moveTo>
                  <a:lnTo>
                    <a:pt x="2116136" y="3241367"/>
                  </a:lnTo>
                  <a:lnTo>
                    <a:pt x="2122593" y="3223004"/>
                  </a:lnTo>
                  <a:lnTo>
                    <a:pt x="2116136" y="3204640"/>
                  </a:lnTo>
                  <a:lnTo>
                    <a:pt x="2096762" y="3196293"/>
                  </a:lnTo>
                  <a:lnTo>
                    <a:pt x="2077393" y="3204640"/>
                  </a:lnTo>
                  <a:lnTo>
                    <a:pt x="2070937" y="3223004"/>
                  </a:lnTo>
                  <a:lnTo>
                    <a:pt x="2077393" y="3241367"/>
                  </a:lnTo>
                  <a:lnTo>
                    <a:pt x="2096762" y="3249714"/>
                  </a:lnTo>
                  <a:close/>
                </a:path>
                <a:path w="8348344" h="7197725">
                  <a:moveTo>
                    <a:pt x="1958504" y="4019596"/>
                  </a:moveTo>
                  <a:lnTo>
                    <a:pt x="1977095" y="4011584"/>
                  </a:lnTo>
                  <a:lnTo>
                    <a:pt x="1983293" y="3993957"/>
                  </a:lnTo>
                  <a:lnTo>
                    <a:pt x="1977095" y="3976330"/>
                  </a:lnTo>
                  <a:lnTo>
                    <a:pt x="1958504" y="3968318"/>
                  </a:lnTo>
                  <a:lnTo>
                    <a:pt x="1939908" y="3976330"/>
                  </a:lnTo>
                  <a:lnTo>
                    <a:pt x="1933710" y="3993957"/>
                  </a:lnTo>
                  <a:lnTo>
                    <a:pt x="1939908" y="4011584"/>
                  </a:lnTo>
                  <a:lnTo>
                    <a:pt x="1958504" y="4019596"/>
                  </a:lnTo>
                  <a:close/>
                </a:path>
                <a:path w="8348344" h="7197725">
                  <a:moveTo>
                    <a:pt x="1958504" y="3378025"/>
                  </a:moveTo>
                  <a:lnTo>
                    <a:pt x="1977744" y="3369735"/>
                  </a:lnTo>
                  <a:lnTo>
                    <a:pt x="1984157" y="3351495"/>
                  </a:lnTo>
                  <a:lnTo>
                    <a:pt x="1977744" y="3333256"/>
                  </a:lnTo>
                  <a:lnTo>
                    <a:pt x="1958504" y="3324965"/>
                  </a:lnTo>
                  <a:lnTo>
                    <a:pt x="1939256" y="3333256"/>
                  </a:lnTo>
                  <a:lnTo>
                    <a:pt x="1932840" y="3351495"/>
                  </a:lnTo>
                  <a:lnTo>
                    <a:pt x="1939256" y="3369735"/>
                  </a:lnTo>
                  <a:lnTo>
                    <a:pt x="1958504" y="3378025"/>
                  </a:lnTo>
                  <a:close/>
                </a:path>
                <a:path w="8348344" h="7197725">
                  <a:moveTo>
                    <a:pt x="2096762" y="4532833"/>
                  </a:moveTo>
                  <a:lnTo>
                    <a:pt x="2114844" y="4525046"/>
                  </a:lnTo>
                  <a:lnTo>
                    <a:pt x="2120871" y="4507915"/>
                  </a:lnTo>
                  <a:lnTo>
                    <a:pt x="2114844" y="4490785"/>
                  </a:lnTo>
                  <a:lnTo>
                    <a:pt x="2096762" y="4482998"/>
                  </a:lnTo>
                  <a:lnTo>
                    <a:pt x="2078685" y="4490785"/>
                  </a:lnTo>
                  <a:lnTo>
                    <a:pt x="2072659" y="4507916"/>
                  </a:lnTo>
                  <a:lnTo>
                    <a:pt x="2078685" y="4525046"/>
                  </a:lnTo>
                  <a:lnTo>
                    <a:pt x="2096762" y="4532833"/>
                  </a:lnTo>
                  <a:close/>
                </a:path>
                <a:path w="8348344" h="7197725">
                  <a:moveTo>
                    <a:pt x="1966638" y="3248447"/>
                  </a:moveTo>
                  <a:lnTo>
                    <a:pt x="1969734" y="3247518"/>
                  </a:lnTo>
                  <a:lnTo>
                    <a:pt x="1972468" y="3246151"/>
                  </a:lnTo>
                  <a:lnTo>
                    <a:pt x="1974749" y="3244315"/>
                  </a:lnTo>
                  <a:lnTo>
                    <a:pt x="1966638" y="3248447"/>
                  </a:lnTo>
                  <a:close/>
                </a:path>
                <a:path w="8348344" h="7197725">
                  <a:moveTo>
                    <a:pt x="1820246" y="3634640"/>
                  </a:moveTo>
                  <a:lnTo>
                    <a:pt x="1839231" y="3626462"/>
                  </a:lnTo>
                  <a:lnTo>
                    <a:pt x="1845559" y="3608471"/>
                  </a:lnTo>
                  <a:lnTo>
                    <a:pt x="1839231" y="3590479"/>
                  </a:lnTo>
                  <a:lnTo>
                    <a:pt x="1820246" y="3582302"/>
                  </a:lnTo>
                  <a:lnTo>
                    <a:pt x="1801261" y="3590480"/>
                  </a:lnTo>
                  <a:lnTo>
                    <a:pt x="1794933" y="3608474"/>
                  </a:lnTo>
                  <a:lnTo>
                    <a:pt x="1801261" y="3626465"/>
                  </a:lnTo>
                  <a:lnTo>
                    <a:pt x="1820246" y="3634640"/>
                  </a:lnTo>
                  <a:close/>
                </a:path>
                <a:path w="8348344" h="7197725">
                  <a:moveTo>
                    <a:pt x="1820246" y="3506329"/>
                  </a:moveTo>
                  <a:lnTo>
                    <a:pt x="1839360" y="3498095"/>
                  </a:lnTo>
                  <a:lnTo>
                    <a:pt x="1845732" y="3479979"/>
                  </a:lnTo>
                  <a:lnTo>
                    <a:pt x="1839360" y="3461864"/>
                  </a:lnTo>
                  <a:lnTo>
                    <a:pt x="1820246" y="3453630"/>
                  </a:lnTo>
                  <a:lnTo>
                    <a:pt x="1801135" y="3461864"/>
                  </a:lnTo>
                  <a:lnTo>
                    <a:pt x="1794763" y="3479979"/>
                  </a:lnTo>
                  <a:lnTo>
                    <a:pt x="1801133" y="3498095"/>
                  </a:lnTo>
                  <a:lnTo>
                    <a:pt x="1820246" y="3506329"/>
                  </a:lnTo>
                  <a:close/>
                </a:path>
                <a:path w="8348344" h="7197725">
                  <a:moveTo>
                    <a:pt x="1958504" y="4147907"/>
                  </a:moveTo>
                  <a:lnTo>
                    <a:pt x="1976966" y="4139951"/>
                  </a:lnTo>
                  <a:lnTo>
                    <a:pt x="1983120" y="4122449"/>
                  </a:lnTo>
                  <a:lnTo>
                    <a:pt x="1976966" y="4104946"/>
                  </a:lnTo>
                  <a:lnTo>
                    <a:pt x="1958504" y="4096990"/>
                  </a:lnTo>
                  <a:lnTo>
                    <a:pt x="1940034" y="4104946"/>
                  </a:lnTo>
                  <a:lnTo>
                    <a:pt x="1933877" y="4122449"/>
                  </a:lnTo>
                  <a:lnTo>
                    <a:pt x="1940034" y="4139951"/>
                  </a:lnTo>
                  <a:lnTo>
                    <a:pt x="1958504" y="4147907"/>
                  </a:lnTo>
                  <a:close/>
                </a:path>
                <a:path w="8348344" h="7197725">
                  <a:moveTo>
                    <a:pt x="1958504" y="4532833"/>
                  </a:moveTo>
                  <a:lnTo>
                    <a:pt x="1976586" y="4525046"/>
                  </a:lnTo>
                  <a:lnTo>
                    <a:pt x="1982613" y="4507915"/>
                  </a:lnTo>
                  <a:lnTo>
                    <a:pt x="1976586" y="4490785"/>
                  </a:lnTo>
                  <a:lnTo>
                    <a:pt x="1958504" y="4482998"/>
                  </a:lnTo>
                  <a:lnTo>
                    <a:pt x="1940427" y="4490785"/>
                  </a:lnTo>
                  <a:lnTo>
                    <a:pt x="1934401" y="4507916"/>
                  </a:lnTo>
                  <a:lnTo>
                    <a:pt x="1940427" y="4525046"/>
                  </a:lnTo>
                  <a:lnTo>
                    <a:pt x="1958504" y="4532833"/>
                  </a:lnTo>
                  <a:close/>
                </a:path>
                <a:path w="8348344" h="7197725">
                  <a:moveTo>
                    <a:pt x="1820246" y="3762966"/>
                  </a:moveTo>
                  <a:lnTo>
                    <a:pt x="1839098" y="3754839"/>
                  </a:lnTo>
                  <a:lnTo>
                    <a:pt x="1845379" y="3736967"/>
                  </a:lnTo>
                  <a:lnTo>
                    <a:pt x="1839094" y="3719096"/>
                  </a:lnTo>
                  <a:lnTo>
                    <a:pt x="1820246" y="3710974"/>
                  </a:lnTo>
                  <a:lnTo>
                    <a:pt x="1801391" y="3719098"/>
                  </a:lnTo>
                  <a:lnTo>
                    <a:pt x="1795107" y="3736970"/>
                  </a:lnTo>
                  <a:lnTo>
                    <a:pt x="1801399" y="3754842"/>
                  </a:lnTo>
                  <a:lnTo>
                    <a:pt x="1820246" y="3762966"/>
                  </a:lnTo>
                  <a:close/>
                </a:path>
                <a:path w="8348344" h="7197725">
                  <a:moveTo>
                    <a:pt x="1820246" y="3891293"/>
                  </a:moveTo>
                  <a:lnTo>
                    <a:pt x="1838971" y="3883223"/>
                  </a:lnTo>
                  <a:lnTo>
                    <a:pt x="1845213" y="3865469"/>
                  </a:lnTo>
                  <a:lnTo>
                    <a:pt x="1838971" y="3847716"/>
                  </a:lnTo>
                  <a:lnTo>
                    <a:pt x="1820246" y="3839646"/>
                  </a:lnTo>
                  <a:lnTo>
                    <a:pt x="1801521" y="3847716"/>
                  </a:lnTo>
                  <a:lnTo>
                    <a:pt x="1795279" y="3865469"/>
                  </a:lnTo>
                  <a:lnTo>
                    <a:pt x="1801521" y="3883223"/>
                  </a:lnTo>
                  <a:lnTo>
                    <a:pt x="1820246" y="3891293"/>
                  </a:lnTo>
                  <a:close/>
                </a:path>
                <a:path w="8348344" h="7197725">
                  <a:moveTo>
                    <a:pt x="1958504" y="4276218"/>
                  </a:moveTo>
                  <a:lnTo>
                    <a:pt x="1976841" y="4268319"/>
                  </a:lnTo>
                  <a:lnTo>
                    <a:pt x="1982953" y="4250940"/>
                  </a:lnTo>
                  <a:lnTo>
                    <a:pt x="1976841" y="4233561"/>
                  </a:lnTo>
                  <a:lnTo>
                    <a:pt x="1958504" y="4225662"/>
                  </a:lnTo>
                  <a:lnTo>
                    <a:pt x="1940168" y="4233561"/>
                  </a:lnTo>
                  <a:lnTo>
                    <a:pt x="1934055" y="4250940"/>
                  </a:lnTo>
                  <a:lnTo>
                    <a:pt x="1940168" y="4268319"/>
                  </a:lnTo>
                  <a:lnTo>
                    <a:pt x="1958504" y="4276218"/>
                  </a:lnTo>
                  <a:close/>
                </a:path>
                <a:path w="8348344" h="7197725">
                  <a:moveTo>
                    <a:pt x="1958504" y="4661159"/>
                  </a:moveTo>
                  <a:lnTo>
                    <a:pt x="1976448" y="4653427"/>
                  </a:lnTo>
                  <a:lnTo>
                    <a:pt x="1982429" y="4636415"/>
                  </a:lnTo>
                  <a:lnTo>
                    <a:pt x="1976448" y="4619403"/>
                  </a:lnTo>
                  <a:lnTo>
                    <a:pt x="1958504" y="4611671"/>
                  </a:lnTo>
                  <a:lnTo>
                    <a:pt x="1940561" y="4619403"/>
                  </a:lnTo>
                  <a:lnTo>
                    <a:pt x="1934580" y="4636415"/>
                  </a:lnTo>
                  <a:lnTo>
                    <a:pt x="1940561" y="4653427"/>
                  </a:lnTo>
                  <a:lnTo>
                    <a:pt x="1958504" y="4661159"/>
                  </a:lnTo>
                  <a:close/>
                </a:path>
                <a:path w="8348344" h="7197725">
                  <a:moveTo>
                    <a:pt x="1958504" y="4404521"/>
                  </a:moveTo>
                  <a:lnTo>
                    <a:pt x="1976707" y="4396678"/>
                  </a:lnTo>
                  <a:lnTo>
                    <a:pt x="1982774" y="4379424"/>
                  </a:lnTo>
                  <a:lnTo>
                    <a:pt x="1976707" y="4362169"/>
                  </a:lnTo>
                  <a:lnTo>
                    <a:pt x="1958504" y="4354326"/>
                  </a:lnTo>
                  <a:lnTo>
                    <a:pt x="1940297" y="4362169"/>
                  </a:lnTo>
                  <a:lnTo>
                    <a:pt x="1934228" y="4379424"/>
                  </a:lnTo>
                  <a:lnTo>
                    <a:pt x="1940297" y="4396679"/>
                  </a:lnTo>
                  <a:lnTo>
                    <a:pt x="1958504" y="4404521"/>
                  </a:lnTo>
                  <a:close/>
                </a:path>
                <a:path w="8348344" h="7197725">
                  <a:moveTo>
                    <a:pt x="2096762" y="4661159"/>
                  </a:moveTo>
                  <a:lnTo>
                    <a:pt x="2114705" y="4653427"/>
                  </a:lnTo>
                  <a:lnTo>
                    <a:pt x="2120687" y="4636415"/>
                  </a:lnTo>
                  <a:lnTo>
                    <a:pt x="2114705" y="4619403"/>
                  </a:lnTo>
                  <a:lnTo>
                    <a:pt x="2096762" y="4611671"/>
                  </a:lnTo>
                  <a:lnTo>
                    <a:pt x="2078819" y="4619403"/>
                  </a:lnTo>
                  <a:lnTo>
                    <a:pt x="2072838" y="4636415"/>
                  </a:lnTo>
                  <a:lnTo>
                    <a:pt x="2078819" y="4653427"/>
                  </a:lnTo>
                  <a:lnTo>
                    <a:pt x="2096762" y="4661159"/>
                  </a:lnTo>
                  <a:close/>
                </a:path>
                <a:path w="8348344" h="7197725">
                  <a:moveTo>
                    <a:pt x="2373278" y="6714190"/>
                  </a:moveTo>
                  <a:lnTo>
                    <a:pt x="2389152" y="6707350"/>
                  </a:lnTo>
                  <a:lnTo>
                    <a:pt x="2394443" y="6692303"/>
                  </a:lnTo>
                  <a:lnTo>
                    <a:pt x="2389152" y="6677256"/>
                  </a:lnTo>
                  <a:lnTo>
                    <a:pt x="2373278" y="6670416"/>
                  </a:lnTo>
                  <a:lnTo>
                    <a:pt x="2357407" y="6677256"/>
                  </a:lnTo>
                  <a:lnTo>
                    <a:pt x="2352116" y="6692303"/>
                  </a:lnTo>
                  <a:lnTo>
                    <a:pt x="2357405" y="6707350"/>
                  </a:lnTo>
                  <a:lnTo>
                    <a:pt x="2373278" y="6714190"/>
                  </a:lnTo>
                  <a:close/>
                </a:path>
                <a:path w="8348344" h="7197725">
                  <a:moveTo>
                    <a:pt x="2373278" y="6329242"/>
                  </a:moveTo>
                  <a:lnTo>
                    <a:pt x="2389545" y="6322235"/>
                  </a:lnTo>
                  <a:lnTo>
                    <a:pt x="2394967" y="6306821"/>
                  </a:lnTo>
                  <a:lnTo>
                    <a:pt x="2389545" y="6291407"/>
                  </a:lnTo>
                  <a:lnTo>
                    <a:pt x="2373278" y="6284400"/>
                  </a:lnTo>
                  <a:lnTo>
                    <a:pt x="2357015" y="6291407"/>
                  </a:lnTo>
                  <a:lnTo>
                    <a:pt x="2351594" y="6306821"/>
                  </a:lnTo>
                  <a:lnTo>
                    <a:pt x="2357016" y="6322235"/>
                  </a:lnTo>
                  <a:lnTo>
                    <a:pt x="2373278" y="6329242"/>
                  </a:lnTo>
                  <a:close/>
                </a:path>
                <a:path w="8348344" h="7197725">
                  <a:moveTo>
                    <a:pt x="2373278" y="6585864"/>
                  </a:moveTo>
                  <a:lnTo>
                    <a:pt x="2389277" y="6578970"/>
                  </a:lnTo>
                  <a:lnTo>
                    <a:pt x="2394610" y="6563804"/>
                  </a:lnTo>
                  <a:lnTo>
                    <a:pt x="2389277" y="6548638"/>
                  </a:lnTo>
                  <a:lnTo>
                    <a:pt x="2373278" y="6541744"/>
                  </a:lnTo>
                  <a:lnTo>
                    <a:pt x="2357270" y="6548639"/>
                  </a:lnTo>
                  <a:lnTo>
                    <a:pt x="2351934" y="6563807"/>
                  </a:lnTo>
                  <a:lnTo>
                    <a:pt x="2357270" y="6578973"/>
                  </a:lnTo>
                  <a:lnTo>
                    <a:pt x="2373278" y="6585864"/>
                  </a:lnTo>
                  <a:close/>
                </a:path>
                <a:path w="8348344" h="7197725">
                  <a:moveTo>
                    <a:pt x="2373278" y="6842501"/>
                  </a:moveTo>
                  <a:lnTo>
                    <a:pt x="2389022" y="6835718"/>
                  </a:lnTo>
                  <a:lnTo>
                    <a:pt x="2394270" y="6820795"/>
                  </a:lnTo>
                  <a:lnTo>
                    <a:pt x="2389022" y="6805872"/>
                  </a:lnTo>
                  <a:lnTo>
                    <a:pt x="2373278" y="6799088"/>
                  </a:lnTo>
                  <a:lnTo>
                    <a:pt x="2357534" y="6805875"/>
                  </a:lnTo>
                  <a:lnTo>
                    <a:pt x="2352286" y="6820803"/>
                  </a:lnTo>
                  <a:lnTo>
                    <a:pt x="2357534" y="6835728"/>
                  </a:lnTo>
                  <a:lnTo>
                    <a:pt x="2373278" y="6842501"/>
                  </a:lnTo>
                  <a:close/>
                </a:path>
                <a:path w="8348344" h="7197725">
                  <a:moveTo>
                    <a:pt x="2373278" y="6457553"/>
                  </a:moveTo>
                  <a:lnTo>
                    <a:pt x="2389407" y="6450602"/>
                  </a:lnTo>
                  <a:lnTo>
                    <a:pt x="2394783" y="6435312"/>
                  </a:lnTo>
                  <a:lnTo>
                    <a:pt x="2389407" y="6420022"/>
                  </a:lnTo>
                  <a:lnTo>
                    <a:pt x="2373278" y="6413072"/>
                  </a:lnTo>
                  <a:lnTo>
                    <a:pt x="2357146" y="6420022"/>
                  </a:lnTo>
                  <a:lnTo>
                    <a:pt x="2351770" y="6435312"/>
                  </a:lnTo>
                  <a:lnTo>
                    <a:pt x="2357148" y="6450602"/>
                  </a:lnTo>
                  <a:lnTo>
                    <a:pt x="2373278" y="6457553"/>
                  </a:lnTo>
                  <a:close/>
                </a:path>
                <a:path w="8348344" h="7197725">
                  <a:moveTo>
                    <a:pt x="2373278" y="5815982"/>
                  </a:moveTo>
                  <a:lnTo>
                    <a:pt x="2390055" y="5808756"/>
                  </a:lnTo>
                  <a:lnTo>
                    <a:pt x="2395647" y="5792858"/>
                  </a:lnTo>
                  <a:lnTo>
                    <a:pt x="2390055" y="5776961"/>
                  </a:lnTo>
                  <a:lnTo>
                    <a:pt x="2373278" y="5769735"/>
                  </a:lnTo>
                  <a:lnTo>
                    <a:pt x="2356497" y="5776961"/>
                  </a:lnTo>
                  <a:lnTo>
                    <a:pt x="2350903" y="5792858"/>
                  </a:lnTo>
                  <a:lnTo>
                    <a:pt x="2356497" y="5808756"/>
                  </a:lnTo>
                  <a:lnTo>
                    <a:pt x="2373278" y="5815982"/>
                  </a:lnTo>
                  <a:close/>
                </a:path>
                <a:path w="8348344" h="7197725">
                  <a:moveTo>
                    <a:pt x="2373278" y="5687686"/>
                  </a:moveTo>
                  <a:lnTo>
                    <a:pt x="2390189" y="5680401"/>
                  </a:lnTo>
                  <a:lnTo>
                    <a:pt x="2395826" y="5664374"/>
                  </a:lnTo>
                  <a:lnTo>
                    <a:pt x="2390189" y="5648348"/>
                  </a:lnTo>
                  <a:lnTo>
                    <a:pt x="2373278" y="5641063"/>
                  </a:lnTo>
                  <a:lnTo>
                    <a:pt x="2356367" y="5648348"/>
                  </a:lnTo>
                  <a:lnTo>
                    <a:pt x="2350730" y="5664374"/>
                  </a:lnTo>
                  <a:lnTo>
                    <a:pt x="2356367" y="5680401"/>
                  </a:lnTo>
                  <a:lnTo>
                    <a:pt x="2373278" y="5687686"/>
                  </a:lnTo>
                  <a:close/>
                </a:path>
                <a:path w="8348344" h="7197725">
                  <a:moveTo>
                    <a:pt x="2373278" y="5944316"/>
                  </a:moveTo>
                  <a:lnTo>
                    <a:pt x="2389933" y="5937133"/>
                  </a:lnTo>
                  <a:lnTo>
                    <a:pt x="2395477" y="5921352"/>
                  </a:lnTo>
                  <a:lnTo>
                    <a:pt x="2389922" y="5905577"/>
                  </a:lnTo>
                  <a:lnTo>
                    <a:pt x="2373278" y="5898406"/>
                  </a:lnTo>
                  <a:lnTo>
                    <a:pt x="2356625" y="5905580"/>
                  </a:lnTo>
                  <a:lnTo>
                    <a:pt x="2351079" y="5921361"/>
                  </a:lnTo>
                  <a:lnTo>
                    <a:pt x="2356627" y="5937133"/>
                  </a:lnTo>
                  <a:lnTo>
                    <a:pt x="2373278" y="5944316"/>
                  </a:lnTo>
                  <a:close/>
                </a:path>
                <a:path w="8348344" h="7197725">
                  <a:moveTo>
                    <a:pt x="2373278" y="6072642"/>
                  </a:moveTo>
                  <a:lnTo>
                    <a:pt x="2389800" y="6065523"/>
                  </a:lnTo>
                  <a:lnTo>
                    <a:pt x="2395307" y="6049861"/>
                  </a:lnTo>
                  <a:lnTo>
                    <a:pt x="2389800" y="6034198"/>
                  </a:lnTo>
                  <a:lnTo>
                    <a:pt x="2373278" y="6027079"/>
                  </a:lnTo>
                  <a:lnTo>
                    <a:pt x="2356756" y="6034198"/>
                  </a:lnTo>
                  <a:lnTo>
                    <a:pt x="2351249" y="6049861"/>
                  </a:lnTo>
                  <a:lnTo>
                    <a:pt x="2356756" y="6065523"/>
                  </a:lnTo>
                  <a:lnTo>
                    <a:pt x="2373278" y="6072642"/>
                  </a:lnTo>
                  <a:close/>
                </a:path>
                <a:path w="8348344" h="7197725">
                  <a:moveTo>
                    <a:pt x="2096762" y="3762966"/>
                  </a:moveTo>
                  <a:lnTo>
                    <a:pt x="2115614" y="3754839"/>
                  </a:lnTo>
                  <a:lnTo>
                    <a:pt x="2121895" y="3736967"/>
                  </a:lnTo>
                  <a:lnTo>
                    <a:pt x="2115610" y="3719096"/>
                  </a:lnTo>
                  <a:lnTo>
                    <a:pt x="2096762" y="3710974"/>
                  </a:lnTo>
                  <a:lnTo>
                    <a:pt x="2077907" y="3719098"/>
                  </a:lnTo>
                  <a:lnTo>
                    <a:pt x="2071623" y="3736970"/>
                  </a:lnTo>
                  <a:lnTo>
                    <a:pt x="2077914" y="3754842"/>
                  </a:lnTo>
                  <a:lnTo>
                    <a:pt x="2096762" y="3762966"/>
                  </a:lnTo>
                  <a:close/>
                </a:path>
                <a:path w="8348344" h="7197725">
                  <a:moveTo>
                    <a:pt x="2096762" y="3891293"/>
                  </a:moveTo>
                  <a:lnTo>
                    <a:pt x="2115487" y="3883223"/>
                  </a:lnTo>
                  <a:lnTo>
                    <a:pt x="2121729" y="3865469"/>
                  </a:lnTo>
                  <a:lnTo>
                    <a:pt x="2115487" y="3847716"/>
                  </a:lnTo>
                  <a:lnTo>
                    <a:pt x="2096762" y="3839646"/>
                  </a:lnTo>
                  <a:lnTo>
                    <a:pt x="2078037" y="3847716"/>
                  </a:lnTo>
                  <a:lnTo>
                    <a:pt x="2071795" y="3865469"/>
                  </a:lnTo>
                  <a:lnTo>
                    <a:pt x="2078037" y="3883223"/>
                  </a:lnTo>
                  <a:lnTo>
                    <a:pt x="2096762" y="3891293"/>
                  </a:lnTo>
                  <a:close/>
                </a:path>
                <a:path w="8348344" h="7197725">
                  <a:moveTo>
                    <a:pt x="2096762" y="4019596"/>
                  </a:moveTo>
                  <a:lnTo>
                    <a:pt x="2115353" y="4011584"/>
                  </a:lnTo>
                  <a:lnTo>
                    <a:pt x="2121550" y="3993957"/>
                  </a:lnTo>
                  <a:lnTo>
                    <a:pt x="2115353" y="3976330"/>
                  </a:lnTo>
                  <a:lnTo>
                    <a:pt x="2096762" y="3968318"/>
                  </a:lnTo>
                  <a:lnTo>
                    <a:pt x="2078166" y="3976330"/>
                  </a:lnTo>
                  <a:lnTo>
                    <a:pt x="2071968" y="3993957"/>
                  </a:lnTo>
                  <a:lnTo>
                    <a:pt x="2078166" y="4011584"/>
                  </a:lnTo>
                  <a:lnTo>
                    <a:pt x="2096762" y="4019596"/>
                  </a:lnTo>
                  <a:close/>
                </a:path>
                <a:path w="8348344" h="7197725">
                  <a:moveTo>
                    <a:pt x="2096762" y="4147907"/>
                  </a:moveTo>
                  <a:lnTo>
                    <a:pt x="2115224" y="4139951"/>
                  </a:lnTo>
                  <a:lnTo>
                    <a:pt x="2121378" y="4122449"/>
                  </a:lnTo>
                  <a:lnTo>
                    <a:pt x="2115224" y="4104946"/>
                  </a:lnTo>
                  <a:lnTo>
                    <a:pt x="2096762" y="4096990"/>
                  </a:lnTo>
                  <a:lnTo>
                    <a:pt x="2078292" y="4104946"/>
                  </a:lnTo>
                  <a:lnTo>
                    <a:pt x="2072135" y="4122449"/>
                  </a:lnTo>
                  <a:lnTo>
                    <a:pt x="2078292" y="4139951"/>
                  </a:lnTo>
                  <a:lnTo>
                    <a:pt x="2096762" y="4147907"/>
                  </a:lnTo>
                  <a:close/>
                </a:path>
                <a:path w="8348344" h="7197725">
                  <a:moveTo>
                    <a:pt x="2096762" y="4276218"/>
                  </a:moveTo>
                  <a:lnTo>
                    <a:pt x="2115099" y="4268319"/>
                  </a:lnTo>
                  <a:lnTo>
                    <a:pt x="2121211" y="4250940"/>
                  </a:lnTo>
                  <a:lnTo>
                    <a:pt x="2115099" y="4233561"/>
                  </a:lnTo>
                  <a:lnTo>
                    <a:pt x="2096762" y="4225662"/>
                  </a:lnTo>
                  <a:lnTo>
                    <a:pt x="2078426" y="4233561"/>
                  </a:lnTo>
                  <a:lnTo>
                    <a:pt x="2072313" y="4250940"/>
                  </a:lnTo>
                  <a:lnTo>
                    <a:pt x="2078426" y="4268319"/>
                  </a:lnTo>
                  <a:lnTo>
                    <a:pt x="2096762" y="4276218"/>
                  </a:lnTo>
                  <a:close/>
                </a:path>
                <a:path w="8348344" h="7197725">
                  <a:moveTo>
                    <a:pt x="2096762" y="3378025"/>
                  </a:moveTo>
                  <a:lnTo>
                    <a:pt x="2116002" y="3369735"/>
                  </a:lnTo>
                  <a:lnTo>
                    <a:pt x="2122415" y="3351495"/>
                  </a:lnTo>
                  <a:lnTo>
                    <a:pt x="2116002" y="3333256"/>
                  </a:lnTo>
                  <a:lnTo>
                    <a:pt x="2096762" y="3324965"/>
                  </a:lnTo>
                  <a:lnTo>
                    <a:pt x="2077514" y="3333256"/>
                  </a:lnTo>
                  <a:lnTo>
                    <a:pt x="2071098" y="3351495"/>
                  </a:lnTo>
                  <a:lnTo>
                    <a:pt x="2077514" y="3369735"/>
                  </a:lnTo>
                  <a:lnTo>
                    <a:pt x="2096762" y="3378025"/>
                  </a:lnTo>
                  <a:close/>
                </a:path>
                <a:path w="8348344" h="7197725">
                  <a:moveTo>
                    <a:pt x="2096762" y="3506329"/>
                  </a:moveTo>
                  <a:lnTo>
                    <a:pt x="2115876" y="3498095"/>
                  </a:lnTo>
                  <a:lnTo>
                    <a:pt x="2122248" y="3479979"/>
                  </a:lnTo>
                  <a:lnTo>
                    <a:pt x="2115876" y="3461864"/>
                  </a:lnTo>
                  <a:lnTo>
                    <a:pt x="2096762" y="3453630"/>
                  </a:lnTo>
                  <a:lnTo>
                    <a:pt x="2077651" y="3461864"/>
                  </a:lnTo>
                  <a:lnTo>
                    <a:pt x="2071279" y="3479979"/>
                  </a:lnTo>
                  <a:lnTo>
                    <a:pt x="2077649" y="3498095"/>
                  </a:lnTo>
                  <a:lnTo>
                    <a:pt x="2096762" y="3506329"/>
                  </a:lnTo>
                  <a:close/>
                </a:path>
                <a:path w="8348344" h="7197725">
                  <a:moveTo>
                    <a:pt x="2096762" y="3634640"/>
                  </a:moveTo>
                  <a:lnTo>
                    <a:pt x="2115747" y="3626462"/>
                  </a:lnTo>
                  <a:lnTo>
                    <a:pt x="2122075" y="3608471"/>
                  </a:lnTo>
                  <a:lnTo>
                    <a:pt x="2115747" y="3590479"/>
                  </a:lnTo>
                  <a:lnTo>
                    <a:pt x="2096762" y="3582302"/>
                  </a:lnTo>
                  <a:lnTo>
                    <a:pt x="2077777" y="3590480"/>
                  </a:lnTo>
                  <a:lnTo>
                    <a:pt x="2071449" y="3608474"/>
                  </a:lnTo>
                  <a:lnTo>
                    <a:pt x="2077777" y="3626465"/>
                  </a:lnTo>
                  <a:lnTo>
                    <a:pt x="2096762" y="3634640"/>
                  </a:lnTo>
                  <a:close/>
                </a:path>
                <a:path w="8348344" h="7197725">
                  <a:moveTo>
                    <a:pt x="2096762" y="4404521"/>
                  </a:moveTo>
                  <a:lnTo>
                    <a:pt x="2114965" y="4396678"/>
                  </a:lnTo>
                  <a:lnTo>
                    <a:pt x="2121032" y="4379424"/>
                  </a:lnTo>
                  <a:lnTo>
                    <a:pt x="2114965" y="4362169"/>
                  </a:lnTo>
                  <a:lnTo>
                    <a:pt x="2096762" y="4354326"/>
                  </a:lnTo>
                  <a:lnTo>
                    <a:pt x="2078555" y="4362169"/>
                  </a:lnTo>
                  <a:lnTo>
                    <a:pt x="2072486" y="4379424"/>
                  </a:lnTo>
                  <a:lnTo>
                    <a:pt x="2078555" y="4396679"/>
                  </a:lnTo>
                  <a:lnTo>
                    <a:pt x="2096762" y="4404521"/>
                  </a:lnTo>
                  <a:close/>
                </a:path>
                <a:path w="8348344" h="7197725">
                  <a:moveTo>
                    <a:pt x="2373278" y="6200938"/>
                  </a:moveTo>
                  <a:lnTo>
                    <a:pt x="2389667" y="6193872"/>
                  </a:lnTo>
                  <a:lnTo>
                    <a:pt x="2395128" y="6178334"/>
                  </a:lnTo>
                  <a:lnTo>
                    <a:pt x="2389664" y="6162797"/>
                  </a:lnTo>
                  <a:lnTo>
                    <a:pt x="2373278" y="6155735"/>
                  </a:lnTo>
                  <a:lnTo>
                    <a:pt x="2356881" y="6162798"/>
                  </a:lnTo>
                  <a:lnTo>
                    <a:pt x="2351417" y="6178337"/>
                  </a:lnTo>
                  <a:lnTo>
                    <a:pt x="2356889" y="6193875"/>
                  </a:lnTo>
                  <a:lnTo>
                    <a:pt x="2373278" y="6200938"/>
                  </a:lnTo>
                  <a:close/>
                </a:path>
                <a:path w="8348344" h="7197725">
                  <a:moveTo>
                    <a:pt x="1543730" y="4661159"/>
                  </a:moveTo>
                  <a:lnTo>
                    <a:pt x="1561673" y="4653427"/>
                  </a:lnTo>
                  <a:lnTo>
                    <a:pt x="1567654" y="4636415"/>
                  </a:lnTo>
                  <a:lnTo>
                    <a:pt x="1561673" y="4619403"/>
                  </a:lnTo>
                  <a:lnTo>
                    <a:pt x="1543730" y="4611671"/>
                  </a:lnTo>
                  <a:lnTo>
                    <a:pt x="1525782" y="4619403"/>
                  </a:lnTo>
                  <a:lnTo>
                    <a:pt x="1519800" y="4636415"/>
                  </a:lnTo>
                  <a:lnTo>
                    <a:pt x="1525782" y="4653427"/>
                  </a:lnTo>
                  <a:lnTo>
                    <a:pt x="1543730" y="4661159"/>
                  </a:lnTo>
                  <a:close/>
                </a:path>
                <a:path w="8348344" h="7197725">
                  <a:moveTo>
                    <a:pt x="1543730" y="4532833"/>
                  </a:moveTo>
                  <a:lnTo>
                    <a:pt x="1561812" y="4525046"/>
                  </a:lnTo>
                  <a:lnTo>
                    <a:pt x="1567839" y="4507915"/>
                  </a:lnTo>
                  <a:lnTo>
                    <a:pt x="1561812" y="4490785"/>
                  </a:lnTo>
                  <a:lnTo>
                    <a:pt x="1543730" y="4482998"/>
                  </a:lnTo>
                  <a:lnTo>
                    <a:pt x="1525653" y="4490785"/>
                  </a:lnTo>
                  <a:lnTo>
                    <a:pt x="1519628" y="4507916"/>
                  </a:lnTo>
                  <a:lnTo>
                    <a:pt x="1525653" y="4525046"/>
                  </a:lnTo>
                  <a:lnTo>
                    <a:pt x="1543730" y="4532833"/>
                  </a:lnTo>
                  <a:close/>
                </a:path>
                <a:path w="8348344" h="7197725">
                  <a:moveTo>
                    <a:pt x="1543730" y="3506337"/>
                  </a:moveTo>
                  <a:lnTo>
                    <a:pt x="1560727" y="3500269"/>
                  </a:lnTo>
                  <a:lnTo>
                    <a:pt x="1568570" y="3486050"/>
                  </a:lnTo>
                  <a:lnTo>
                    <a:pt x="1567277" y="3469658"/>
                  </a:lnTo>
                  <a:lnTo>
                    <a:pt x="1556864" y="3457071"/>
                  </a:lnTo>
                  <a:lnTo>
                    <a:pt x="1518521" y="3476596"/>
                  </a:lnTo>
                  <a:lnTo>
                    <a:pt x="1519196" y="3487238"/>
                  </a:lnTo>
                  <a:lnTo>
                    <a:pt x="1523614" y="3496795"/>
                  </a:lnTo>
                  <a:lnTo>
                    <a:pt x="1531788" y="3503688"/>
                  </a:lnTo>
                  <a:lnTo>
                    <a:pt x="1543730" y="3506337"/>
                  </a:lnTo>
                  <a:close/>
                </a:path>
                <a:path w="8348344" h="7197725">
                  <a:moveTo>
                    <a:pt x="1543730" y="4404521"/>
                  </a:moveTo>
                  <a:lnTo>
                    <a:pt x="1561933" y="4396678"/>
                  </a:lnTo>
                  <a:lnTo>
                    <a:pt x="1568000" y="4379424"/>
                  </a:lnTo>
                  <a:lnTo>
                    <a:pt x="1561933" y="4362169"/>
                  </a:lnTo>
                  <a:lnTo>
                    <a:pt x="1543730" y="4354326"/>
                  </a:lnTo>
                  <a:lnTo>
                    <a:pt x="1525523" y="4362169"/>
                  </a:lnTo>
                  <a:lnTo>
                    <a:pt x="1519455" y="4379424"/>
                  </a:lnTo>
                  <a:lnTo>
                    <a:pt x="1525523" y="4396679"/>
                  </a:lnTo>
                  <a:lnTo>
                    <a:pt x="1543730" y="4404521"/>
                  </a:lnTo>
                  <a:close/>
                </a:path>
                <a:path w="8348344" h="7197725">
                  <a:moveTo>
                    <a:pt x="1543730" y="4019596"/>
                  </a:moveTo>
                  <a:lnTo>
                    <a:pt x="1562322" y="4011584"/>
                  </a:lnTo>
                  <a:lnTo>
                    <a:pt x="1568519" y="3993957"/>
                  </a:lnTo>
                  <a:lnTo>
                    <a:pt x="1562322" y="3976330"/>
                  </a:lnTo>
                  <a:lnTo>
                    <a:pt x="1543730" y="3968318"/>
                  </a:lnTo>
                  <a:lnTo>
                    <a:pt x="1525134" y="3976330"/>
                  </a:lnTo>
                  <a:lnTo>
                    <a:pt x="1518936" y="3993957"/>
                  </a:lnTo>
                  <a:lnTo>
                    <a:pt x="1525134" y="4011584"/>
                  </a:lnTo>
                  <a:lnTo>
                    <a:pt x="1543730" y="4019596"/>
                  </a:lnTo>
                  <a:close/>
                </a:path>
                <a:path w="8348344" h="7197725">
                  <a:moveTo>
                    <a:pt x="1543730" y="4276218"/>
                  </a:moveTo>
                  <a:lnTo>
                    <a:pt x="1562067" y="4268319"/>
                  </a:lnTo>
                  <a:lnTo>
                    <a:pt x="1568179" y="4250940"/>
                  </a:lnTo>
                  <a:lnTo>
                    <a:pt x="1562067" y="4233561"/>
                  </a:lnTo>
                  <a:lnTo>
                    <a:pt x="1543730" y="4225662"/>
                  </a:lnTo>
                  <a:lnTo>
                    <a:pt x="1525394" y="4233561"/>
                  </a:lnTo>
                  <a:lnTo>
                    <a:pt x="1519282" y="4250940"/>
                  </a:lnTo>
                  <a:lnTo>
                    <a:pt x="1525394" y="4268319"/>
                  </a:lnTo>
                  <a:lnTo>
                    <a:pt x="1543730" y="4276218"/>
                  </a:lnTo>
                  <a:close/>
                </a:path>
                <a:path w="8348344" h="7197725">
                  <a:moveTo>
                    <a:pt x="1543730" y="3891293"/>
                  </a:moveTo>
                  <a:lnTo>
                    <a:pt x="1562455" y="3883223"/>
                  </a:lnTo>
                  <a:lnTo>
                    <a:pt x="1568697" y="3865469"/>
                  </a:lnTo>
                  <a:lnTo>
                    <a:pt x="1562455" y="3847716"/>
                  </a:lnTo>
                  <a:lnTo>
                    <a:pt x="1543730" y="3839646"/>
                  </a:lnTo>
                  <a:lnTo>
                    <a:pt x="1525005" y="3847716"/>
                  </a:lnTo>
                  <a:lnTo>
                    <a:pt x="1518763" y="3865469"/>
                  </a:lnTo>
                  <a:lnTo>
                    <a:pt x="1525005" y="3883223"/>
                  </a:lnTo>
                  <a:lnTo>
                    <a:pt x="1543730" y="3891293"/>
                  </a:lnTo>
                  <a:close/>
                </a:path>
                <a:path w="8348344" h="7197725">
                  <a:moveTo>
                    <a:pt x="1267214" y="3634648"/>
                  </a:moveTo>
                  <a:lnTo>
                    <a:pt x="1281805" y="3630420"/>
                  </a:lnTo>
                  <a:lnTo>
                    <a:pt x="1290202" y="3619964"/>
                  </a:lnTo>
                  <a:lnTo>
                    <a:pt x="1292417" y="3606621"/>
                  </a:lnTo>
                  <a:lnTo>
                    <a:pt x="1288460" y="3593731"/>
                  </a:lnTo>
                  <a:lnTo>
                    <a:pt x="1243158" y="3616797"/>
                  </a:lnTo>
                  <a:lnTo>
                    <a:pt x="1246261" y="3623711"/>
                  </a:lnTo>
                  <a:lnTo>
                    <a:pt x="1251294" y="3629389"/>
                  </a:lnTo>
                  <a:lnTo>
                    <a:pt x="1258274" y="3633233"/>
                  </a:lnTo>
                  <a:lnTo>
                    <a:pt x="1267214" y="3634648"/>
                  </a:lnTo>
                  <a:close/>
                </a:path>
                <a:path w="8348344" h="7197725">
                  <a:moveTo>
                    <a:pt x="1543730" y="4147907"/>
                  </a:moveTo>
                  <a:lnTo>
                    <a:pt x="1562192" y="4139951"/>
                  </a:lnTo>
                  <a:lnTo>
                    <a:pt x="1568346" y="4122449"/>
                  </a:lnTo>
                  <a:lnTo>
                    <a:pt x="1562192" y="4104946"/>
                  </a:lnTo>
                  <a:lnTo>
                    <a:pt x="1543730" y="4096990"/>
                  </a:lnTo>
                  <a:lnTo>
                    <a:pt x="1525260" y="4104946"/>
                  </a:lnTo>
                  <a:lnTo>
                    <a:pt x="1519103" y="4122449"/>
                  </a:lnTo>
                  <a:lnTo>
                    <a:pt x="1525260" y="4139951"/>
                  </a:lnTo>
                  <a:lnTo>
                    <a:pt x="1543730" y="4147907"/>
                  </a:lnTo>
                  <a:close/>
                </a:path>
                <a:path w="8348344" h="7197725">
                  <a:moveTo>
                    <a:pt x="1128956" y="4276218"/>
                  </a:moveTo>
                  <a:lnTo>
                    <a:pt x="1147293" y="4268319"/>
                  </a:lnTo>
                  <a:lnTo>
                    <a:pt x="1153405" y="4250940"/>
                  </a:lnTo>
                  <a:lnTo>
                    <a:pt x="1147293" y="4233561"/>
                  </a:lnTo>
                  <a:lnTo>
                    <a:pt x="1128956" y="4225662"/>
                  </a:lnTo>
                  <a:lnTo>
                    <a:pt x="1110620" y="4233561"/>
                  </a:lnTo>
                  <a:lnTo>
                    <a:pt x="1104508" y="4250940"/>
                  </a:lnTo>
                  <a:lnTo>
                    <a:pt x="1110620" y="4268319"/>
                  </a:lnTo>
                  <a:lnTo>
                    <a:pt x="1128956" y="4276218"/>
                  </a:lnTo>
                  <a:close/>
                </a:path>
                <a:path w="8348344" h="7197725">
                  <a:moveTo>
                    <a:pt x="1128956" y="4404521"/>
                  </a:moveTo>
                  <a:lnTo>
                    <a:pt x="1147159" y="4396678"/>
                  </a:lnTo>
                  <a:lnTo>
                    <a:pt x="1153226" y="4379424"/>
                  </a:lnTo>
                  <a:lnTo>
                    <a:pt x="1147159" y="4362169"/>
                  </a:lnTo>
                  <a:lnTo>
                    <a:pt x="1128956" y="4354326"/>
                  </a:lnTo>
                  <a:lnTo>
                    <a:pt x="1110750" y="4362169"/>
                  </a:lnTo>
                  <a:lnTo>
                    <a:pt x="1104681" y="4379424"/>
                  </a:lnTo>
                  <a:lnTo>
                    <a:pt x="1110750" y="4396679"/>
                  </a:lnTo>
                  <a:lnTo>
                    <a:pt x="1128956" y="4404521"/>
                  </a:lnTo>
                  <a:close/>
                </a:path>
                <a:path w="8348344" h="7197725">
                  <a:moveTo>
                    <a:pt x="1128956" y="3762966"/>
                  </a:moveTo>
                  <a:lnTo>
                    <a:pt x="1147808" y="3754839"/>
                  </a:lnTo>
                  <a:lnTo>
                    <a:pt x="1154090" y="3736967"/>
                  </a:lnTo>
                  <a:lnTo>
                    <a:pt x="1147805" y="3719096"/>
                  </a:lnTo>
                  <a:lnTo>
                    <a:pt x="1128956" y="3710974"/>
                  </a:lnTo>
                  <a:lnTo>
                    <a:pt x="1110101" y="3719098"/>
                  </a:lnTo>
                  <a:lnTo>
                    <a:pt x="1103817" y="3736970"/>
                  </a:lnTo>
                  <a:lnTo>
                    <a:pt x="1110109" y="3754842"/>
                  </a:lnTo>
                  <a:lnTo>
                    <a:pt x="1128956" y="3762966"/>
                  </a:lnTo>
                  <a:close/>
                </a:path>
                <a:path w="8348344" h="7197725">
                  <a:moveTo>
                    <a:pt x="1128956" y="4661159"/>
                  </a:moveTo>
                  <a:lnTo>
                    <a:pt x="1146899" y="4653427"/>
                  </a:lnTo>
                  <a:lnTo>
                    <a:pt x="1152880" y="4636415"/>
                  </a:lnTo>
                  <a:lnTo>
                    <a:pt x="1146899" y="4619403"/>
                  </a:lnTo>
                  <a:lnTo>
                    <a:pt x="1128956" y="4611671"/>
                  </a:lnTo>
                  <a:lnTo>
                    <a:pt x="1111009" y="4619403"/>
                  </a:lnTo>
                  <a:lnTo>
                    <a:pt x="1105026" y="4636415"/>
                  </a:lnTo>
                  <a:lnTo>
                    <a:pt x="1111009" y="4653427"/>
                  </a:lnTo>
                  <a:lnTo>
                    <a:pt x="1128956" y="4661159"/>
                  </a:lnTo>
                  <a:close/>
                </a:path>
                <a:path w="8348344" h="7197725">
                  <a:moveTo>
                    <a:pt x="1128956" y="4532833"/>
                  </a:moveTo>
                  <a:lnTo>
                    <a:pt x="1147038" y="4525046"/>
                  </a:lnTo>
                  <a:lnTo>
                    <a:pt x="1153065" y="4507915"/>
                  </a:lnTo>
                  <a:lnTo>
                    <a:pt x="1147038" y="4490785"/>
                  </a:lnTo>
                  <a:lnTo>
                    <a:pt x="1128956" y="4482998"/>
                  </a:lnTo>
                  <a:lnTo>
                    <a:pt x="1110879" y="4490785"/>
                  </a:lnTo>
                  <a:lnTo>
                    <a:pt x="1104854" y="4507916"/>
                  </a:lnTo>
                  <a:lnTo>
                    <a:pt x="1110879" y="4525046"/>
                  </a:lnTo>
                  <a:lnTo>
                    <a:pt x="1128956" y="4532833"/>
                  </a:lnTo>
                  <a:close/>
                </a:path>
                <a:path w="8348344" h="7197725">
                  <a:moveTo>
                    <a:pt x="1543730" y="3762966"/>
                  </a:moveTo>
                  <a:lnTo>
                    <a:pt x="1562582" y="3754839"/>
                  </a:lnTo>
                  <a:lnTo>
                    <a:pt x="1568864" y="3736967"/>
                  </a:lnTo>
                  <a:lnTo>
                    <a:pt x="1562579" y="3719096"/>
                  </a:lnTo>
                  <a:lnTo>
                    <a:pt x="1543730" y="3710974"/>
                  </a:lnTo>
                  <a:lnTo>
                    <a:pt x="1524875" y="3719098"/>
                  </a:lnTo>
                  <a:lnTo>
                    <a:pt x="1518591" y="3736970"/>
                  </a:lnTo>
                  <a:lnTo>
                    <a:pt x="1524883" y="3754842"/>
                  </a:lnTo>
                  <a:lnTo>
                    <a:pt x="1543730" y="3762966"/>
                  </a:lnTo>
                  <a:close/>
                </a:path>
                <a:path w="8348344" h="7197725">
                  <a:moveTo>
                    <a:pt x="1128956" y="4147907"/>
                  </a:moveTo>
                  <a:lnTo>
                    <a:pt x="1147418" y="4139951"/>
                  </a:lnTo>
                  <a:lnTo>
                    <a:pt x="1153572" y="4122449"/>
                  </a:lnTo>
                  <a:lnTo>
                    <a:pt x="1147418" y="4104946"/>
                  </a:lnTo>
                  <a:lnTo>
                    <a:pt x="1128956" y="4096990"/>
                  </a:lnTo>
                  <a:lnTo>
                    <a:pt x="1110486" y="4104946"/>
                  </a:lnTo>
                  <a:lnTo>
                    <a:pt x="1104329" y="4122449"/>
                  </a:lnTo>
                  <a:lnTo>
                    <a:pt x="1110486" y="4139951"/>
                  </a:lnTo>
                  <a:lnTo>
                    <a:pt x="1128956" y="4147907"/>
                  </a:lnTo>
                  <a:close/>
                </a:path>
                <a:path w="8348344" h="7197725">
                  <a:moveTo>
                    <a:pt x="1128956" y="3891293"/>
                  </a:moveTo>
                  <a:lnTo>
                    <a:pt x="1147682" y="3883223"/>
                  </a:lnTo>
                  <a:lnTo>
                    <a:pt x="1153923" y="3865469"/>
                  </a:lnTo>
                  <a:lnTo>
                    <a:pt x="1147682" y="3847716"/>
                  </a:lnTo>
                  <a:lnTo>
                    <a:pt x="1128956" y="3839646"/>
                  </a:lnTo>
                  <a:lnTo>
                    <a:pt x="1110231" y="3847716"/>
                  </a:lnTo>
                  <a:lnTo>
                    <a:pt x="1103989" y="3865469"/>
                  </a:lnTo>
                  <a:lnTo>
                    <a:pt x="1110231" y="3883223"/>
                  </a:lnTo>
                  <a:lnTo>
                    <a:pt x="1128956" y="3891293"/>
                  </a:lnTo>
                  <a:close/>
                </a:path>
                <a:path w="8348344" h="7197725">
                  <a:moveTo>
                    <a:pt x="1128956" y="4019596"/>
                  </a:moveTo>
                  <a:lnTo>
                    <a:pt x="1147548" y="4011584"/>
                  </a:lnTo>
                  <a:lnTo>
                    <a:pt x="1153745" y="3993957"/>
                  </a:lnTo>
                  <a:lnTo>
                    <a:pt x="1147548" y="3976330"/>
                  </a:lnTo>
                  <a:lnTo>
                    <a:pt x="1128956" y="3968318"/>
                  </a:lnTo>
                  <a:lnTo>
                    <a:pt x="1110360" y="3976330"/>
                  </a:lnTo>
                  <a:lnTo>
                    <a:pt x="1104162" y="3993957"/>
                  </a:lnTo>
                  <a:lnTo>
                    <a:pt x="1110360" y="4011584"/>
                  </a:lnTo>
                  <a:lnTo>
                    <a:pt x="1128956" y="4019596"/>
                  </a:lnTo>
                  <a:close/>
                </a:path>
                <a:path w="8348344" h="7197725">
                  <a:moveTo>
                    <a:pt x="1681988" y="4019596"/>
                  </a:moveTo>
                  <a:lnTo>
                    <a:pt x="1700580" y="4011584"/>
                  </a:lnTo>
                  <a:lnTo>
                    <a:pt x="1706777" y="3993957"/>
                  </a:lnTo>
                  <a:lnTo>
                    <a:pt x="1700580" y="3976330"/>
                  </a:lnTo>
                  <a:lnTo>
                    <a:pt x="1681988" y="3968318"/>
                  </a:lnTo>
                  <a:lnTo>
                    <a:pt x="1663392" y="3976330"/>
                  </a:lnTo>
                  <a:lnTo>
                    <a:pt x="1657194" y="3993957"/>
                  </a:lnTo>
                  <a:lnTo>
                    <a:pt x="1663392" y="4011584"/>
                  </a:lnTo>
                  <a:lnTo>
                    <a:pt x="1681988" y="4019596"/>
                  </a:lnTo>
                  <a:close/>
                </a:path>
                <a:path w="8348344" h="7197725">
                  <a:moveTo>
                    <a:pt x="1820246" y="4532833"/>
                  </a:moveTo>
                  <a:lnTo>
                    <a:pt x="1838328" y="4525046"/>
                  </a:lnTo>
                  <a:lnTo>
                    <a:pt x="1844355" y="4507915"/>
                  </a:lnTo>
                  <a:lnTo>
                    <a:pt x="1838328" y="4490785"/>
                  </a:lnTo>
                  <a:lnTo>
                    <a:pt x="1820246" y="4482998"/>
                  </a:lnTo>
                  <a:lnTo>
                    <a:pt x="1802169" y="4490785"/>
                  </a:lnTo>
                  <a:lnTo>
                    <a:pt x="1796143" y="4507916"/>
                  </a:lnTo>
                  <a:lnTo>
                    <a:pt x="1802169" y="4525046"/>
                  </a:lnTo>
                  <a:lnTo>
                    <a:pt x="1820246" y="4532833"/>
                  </a:lnTo>
                  <a:close/>
                </a:path>
                <a:path w="8348344" h="7197725">
                  <a:moveTo>
                    <a:pt x="1820246" y="3378025"/>
                  </a:moveTo>
                  <a:lnTo>
                    <a:pt x="1839490" y="3369735"/>
                  </a:lnTo>
                  <a:lnTo>
                    <a:pt x="1845904" y="3351494"/>
                  </a:lnTo>
                  <a:lnTo>
                    <a:pt x="1839490" y="3333253"/>
                  </a:lnTo>
                  <a:lnTo>
                    <a:pt x="1820246" y="3324958"/>
                  </a:lnTo>
                  <a:lnTo>
                    <a:pt x="1818518" y="3324958"/>
                  </a:lnTo>
                  <a:lnTo>
                    <a:pt x="1815400" y="3325441"/>
                  </a:lnTo>
                  <a:lnTo>
                    <a:pt x="1802119" y="3332216"/>
                  </a:lnTo>
                  <a:lnTo>
                    <a:pt x="1795265" y="3345485"/>
                  </a:lnTo>
                  <a:lnTo>
                    <a:pt x="1795992" y="3360553"/>
                  </a:lnTo>
                  <a:lnTo>
                    <a:pt x="1804314" y="3372905"/>
                  </a:lnTo>
                  <a:lnTo>
                    <a:pt x="1820246" y="3378025"/>
                  </a:lnTo>
                  <a:close/>
                </a:path>
                <a:path w="8348344" h="7197725">
                  <a:moveTo>
                    <a:pt x="1681988" y="3506329"/>
                  </a:moveTo>
                  <a:lnTo>
                    <a:pt x="1701102" y="3498095"/>
                  </a:lnTo>
                  <a:lnTo>
                    <a:pt x="1707474" y="3479979"/>
                  </a:lnTo>
                  <a:lnTo>
                    <a:pt x="1701102" y="3461864"/>
                  </a:lnTo>
                  <a:lnTo>
                    <a:pt x="1681988" y="3453630"/>
                  </a:lnTo>
                  <a:lnTo>
                    <a:pt x="1662877" y="3461864"/>
                  </a:lnTo>
                  <a:lnTo>
                    <a:pt x="1656506" y="3479979"/>
                  </a:lnTo>
                  <a:lnTo>
                    <a:pt x="1662875" y="3498095"/>
                  </a:lnTo>
                  <a:lnTo>
                    <a:pt x="1681988" y="3506329"/>
                  </a:lnTo>
                  <a:close/>
                </a:path>
                <a:path w="8348344" h="7197725">
                  <a:moveTo>
                    <a:pt x="1820246" y="4661159"/>
                  </a:moveTo>
                  <a:lnTo>
                    <a:pt x="1838190" y="4653427"/>
                  </a:lnTo>
                  <a:lnTo>
                    <a:pt x="1844171" y="4636415"/>
                  </a:lnTo>
                  <a:lnTo>
                    <a:pt x="1838190" y="4619403"/>
                  </a:lnTo>
                  <a:lnTo>
                    <a:pt x="1820246" y="4611671"/>
                  </a:lnTo>
                  <a:lnTo>
                    <a:pt x="1802303" y="4619403"/>
                  </a:lnTo>
                  <a:lnTo>
                    <a:pt x="1796322" y="4636415"/>
                  </a:lnTo>
                  <a:lnTo>
                    <a:pt x="1802303" y="4653427"/>
                  </a:lnTo>
                  <a:lnTo>
                    <a:pt x="1820246" y="4661159"/>
                  </a:lnTo>
                  <a:close/>
                </a:path>
                <a:path w="8348344" h="7197725">
                  <a:moveTo>
                    <a:pt x="1681988" y="3634640"/>
                  </a:moveTo>
                  <a:lnTo>
                    <a:pt x="1700973" y="3626462"/>
                  </a:lnTo>
                  <a:lnTo>
                    <a:pt x="1707301" y="3608471"/>
                  </a:lnTo>
                  <a:lnTo>
                    <a:pt x="1700973" y="3590479"/>
                  </a:lnTo>
                  <a:lnTo>
                    <a:pt x="1681988" y="3582302"/>
                  </a:lnTo>
                  <a:lnTo>
                    <a:pt x="1663004" y="3590480"/>
                  </a:lnTo>
                  <a:lnTo>
                    <a:pt x="1656675" y="3608474"/>
                  </a:lnTo>
                  <a:lnTo>
                    <a:pt x="1663004" y="3626465"/>
                  </a:lnTo>
                  <a:lnTo>
                    <a:pt x="1681988" y="3634640"/>
                  </a:lnTo>
                  <a:close/>
                </a:path>
                <a:path w="8348344" h="7197725">
                  <a:moveTo>
                    <a:pt x="1820246" y="4147907"/>
                  </a:moveTo>
                  <a:lnTo>
                    <a:pt x="1838708" y="4139951"/>
                  </a:lnTo>
                  <a:lnTo>
                    <a:pt x="1844862" y="4122449"/>
                  </a:lnTo>
                  <a:lnTo>
                    <a:pt x="1838708" y="4104946"/>
                  </a:lnTo>
                  <a:lnTo>
                    <a:pt x="1820246" y="4096990"/>
                  </a:lnTo>
                  <a:lnTo>
                    <a:pt x="1801776" y="4104946"/>
                  </a:lnTo>
                  <a:lnTo>
                    <a:pt x="1795619" y="4122449"/>
                  </a:lnTo>
                  <a:lnTo>
                    <a:pt x="1801776" y="4139951"/>
                  </a:lnTo>
                  <a:lnTo>
                    <a:pt x="1820246" y="4147907"/>
                  </a:lnTo>
                  <a:close/>
                </a:path>
                <a:path w="8348344" h="7197725">
                  <a:moveTo>
                    <a:pt x="1820246" y="4276218"/>
                  </a:moveTo>
                  <a:lnTo>
                    <a:pt x="1838583" y="4268319"/>
                  </a:lnTo>
                  <a:lnTo>
                    <a:pt x="1844695" y="4250940"/>
                  </a:lnTo>
                  <a:lnTo>
                    <a:pt x="1838583" y="4233561"/>
                  </a:lnTo>
                  <a:lnTo>
                    <a:pt x="1820246" y="4225662"/>
                  </a:lnTo>
                  <a:lnTo>
                    <a:pt x="1801910" y="4233561"/>
                  </a:lnTo>
                  <a:lnTo>
                    <a:pt x="1795797" y="4250940"/>
                  </a:lnTo>
                  <a:lnTo>
                    <a:pt x="1801910" y="4268319"/>
                  </a:lnTo>
                  <a:lnTo>
                    <a:pt x="1820246" y="4276218"/>
                  </a:lnTo>
                  <a:close/>
                </a:path>
                <a:path w="8348344" h="7197725">
                  <a:moveTo>
                    <a:pt x="1820246" y="4404521"/>
                  </a:moveTo>
                  <a:lnTo>
                    <a:pt x="1838449" y="4396678"/>
                  </a:lnTo>
                  <a:lnTo>
                    <a:pt x="1844516" y="4379424"/>
                  </a:lnTo>
                  <a:lnTo>
                    <a:pt x="1838449" y="4362169"/>
                  </a:lnTo>
                  <a:lnTo>
                    <a:pt x="1820246" y="4354326"/>
                  </a:lnTo>
                  <a:lnTo>
                    <a:pt x="1802039" y="4362169"/>
                  </a:lnTo>
                  <a:lnTo>
                    <a:pt x="1795970" y="4379424"/>
                  </a:lnTo>
                  <a:lnTo>
                    <a:pt x="1802039" y="4396679"/>
                  </a:lnTo>
                  <a:lnTo>
                    <a:pt x="1820246" y="4404521"/>
                  </a:lnTo>
                  <a:close/>
                </a:path>
                <a:path w="8348344" h="7197725">
                  <a:moveTo>
                    <a:pt x="1681988" y="4404521"/>
                  </a:moveTo>
                  <a:lnTo>
                    <a:pt x="1700191" y="4396678"/>
                  </a:lnTo>
                  <a:lnTo>
                    <a:pt x="1706258" y="4379424"/>
                  </a:lnTo>
                  <a:lnTo>
                    <a:pt x="1700191" y="4362169"/>
                  </a:lnTo>
                  <a:lnTo>
                    <a:pt x="1681988" y="4354326"/>
                  </a:lnTo>
                  <a:lnTo>
                    <a:pt x="1663781" y="4362169"/>
                  </a:lnTo>
                  <a:lnTo>
                    <a:pt x="1657712" y="4379424"/>
                  </a:lnTo>
                  <a:lnTo>
                    <a:pt x="1663781" y="4396679"/>
                  </a:lnTo>
                  <a:lnTo>
                    <a:pt x="1681988" y="4404521"/>
                  </a:lnTo>
                  <a:close/>
                </a:path>
                <a:path w="8348344" h="7197725">
                  <a:moveTo>
                    <a:pt x="1681988" y="4276218"/>
                  </a:moveTo>
                  <a:lnTo>
                    <a:pt x="1700325" y="4268319"/>
                  </a:lnTo>
                  <a:lnTo>
                    <a:pt x="1706437" y="4250940"/>
                  </a:lnTo>
                  <a:lnTo>
                    <a:pt x="1700325" y="4233561"/>
                  </a:lnTo>
                  <a:lnTo>
                    <a:pt x="1681988" y="4225662"/>
                  </a:lnTo>
                  <a:lnTo>
                    <a:pt x="1663652" y="4233561"/>
                  </a:lnTo>
                  <a:lnTo>
                    <a:pt x="1657539" y="4250940"/>
                  </a:lnTo>
                  <a:lnTo>
                    <a:pt x="1663652" y="4268319"/>
                  </a:lnTo>
                  <a:lnTo>
                    <a:pt x="1681988" y="4276218"/>
                  </a:lnTo>
                  <a:close/>
                </a:path>
                <a:path w="8348344" h="7197725">
                  <a:moveTo>
                    <a:pt x="1543730" y="3634640"/>
                  </a:moveTo>
                  <a:lnTo>
                    <a:pt x="1562719" y="3626462"/>
                  </a:lnTo>
                  <a:lnTo>
                    <a:pt x="1569049" y="3608471"/>
                  </a:lnTo>
                  <a:lnTo>
                    <a:pt x="1562719" y="3590479"/>
                  </a:lnTo>
                  <a:lnTo>
                    <a:pt x="1543730" y="3582302"/>
                  </a:lnTo>
                  <a:lnTo>
                    <a:pt x="1524746" y="3590480"/>
                  </a:lnTo>
                  <a:lnTo>
                    <a:pt x="1518417" y="3608474"/>
                  </a:lnTo>
                  <a:lnTo>
                    <a:pt x="1524746" y="3626465"/>
                  </a:lnTo>
                  <a:lnTo>
                    <a:pt x="1543730" y="3634640"/>
                  </a:lnTo>
                  <a:close/>
                </a:path>
                <a:path w="8348344" h="7197725">
                  <a:moveTo>
                    <a:pt x="1681988" y="3762966"/>
                  </a:moveTo>
                  <a:lnTo>
                    <a:pt x="1700840" y="3754839"/>
                  </a:lnTo>
                  <a:lnTo>
                    <a:pt x="1707121" y="3736967"/>
                  </a:lnTo>
                  <a:lnTo>
                    <a:pt x="1700836" y="3719096"/>
                  </a:lnTo>
                  <a:lnTo>
                    <a:pt x="1681988" y="3710974"/>
                  </a:lnTo>
                  <a:lnTo>
                    <a:pt x="1663133" y="3719098"/>
                  </a:lnTo>
                  <a:lnTo>
                    <a:pt x="1656849" y="3736970"/>
                  </a:lnTo>
                  <a:lnTo>
                    <a:pt x="1663141" y="3754842"/>
                  </a:lnTo>
                  <a:lnTo>
                    <a:pt x="1681988" y="3762966"/>
                  </a:lnTo>
                  <a:close/>
                </a:path>
                <a:path w="8348344" h="7197725">
                  <a:moveTo>
                    <a:pt x="1681988" y="4532833"/>
                  </a:moveTo>
                  <a:lnTo>
                    <a:pt x="1700070" y="4525046"/>
                  </a:lnTo>
                  <a:lnTo>
                    <a:pt x="1706097" y="4507915"/>
                  </a:lnTo>
                  <a:lnTo>
                    <a:pt x="1700070" y="4490785"/>
                  </a:lnTo>
                  <a:lnTo>
                    <a:pt x="1681988" y="4482998"/>
                  </a:lnTo>
                  <a:lnTo>
                    <a:pt x="1663911" y="4490785"/>
                  </a:lnTo>
                  <a:lnTo>
                    <a:pt x="1657885" y="4507916"/>
                  </a:lnTo>
                  <a:lnTo>
                    <a:pt x="1663911" y="4525046"/>
                  </a:lnTo>
                  <a:lnTo>
                    <a:pt x="1681988" y="4532833"/>
                  </a:lnTo>
                  <a:close/>
                </a:path>
                <a:path w="8348344" h="7197725">
                  <a:moveTo>
                    <a:pt x="1681988" y="4661159"/>
                  </a:moveTo>
                  <a:lnTo>
                    <a:pt x="1699932" y="4653427"/>
                  </a:lnTo>
                  <a:lnTo>
                    <a:pt x="1705913" y="4636415"/>
                  </a:lnTo>
                  <a:lnTo>
                    <a:pt x="1699932" y="4619403"/>
                  </a:lnTo>
                  <a:lnTo>
                    <a:pt x="1681988" y="4611671"/>
                  </a:lnTo>
                  <a:lnTo>
                    <a:pt x="1664040" y="4619403"/>
                  </a:lnTo>
                  <a:lnTo>
                    <a:pt x="1658058" y="4636415"/>
                  </a:lnTo>
                  <a:lnTo>
                    <a:pt x="1664040" y="4653427"/>
                  </a:lnTo>
                  <a:lnTo>
                    <a:pt x="1681988" y="4661159"/>
                  </a:lnTo>
                  <a:close/>
                </a:path>
                <a:path w="8348344" h="7197725">
                  <a:moveTo>
                    <a:pt x="1681988" y="3891293"/>
                  </a:moveTo>
                  <a:lnTo>
                    <a:pt x="1700713" y="3883223"/>
                  </a:lnTo>
                  <a:lnTo>
                    <a:pt x="1706955" y="3865469"/>
                  </a:lnTo>
                  <a:lnTo>
                    <a:pt x="1700713" y="3847716"/>
                  </a:lnTo>
                  <a:lnTo>
                    <a:pt x="1681988" y="3839646"/>
                  </a:lnTo>
                  <a:lnTo>
                    <a:pt x="1663263" y="3847716"/>
                  </a:lnTo>
                  <a:lnTo>
                    <a:pt x="1657021" y="3865469"/>
                  </a:lnTo>
                  <a:lnTo>
                    <a:pt x="1663263" y="3883223"/>
                  </a:lnTo>
                  <a:lnTo>
                    <a:pt x="1681988" y="3891293"/>
                  </a:lnTo>
                  <a:close/>
                </a:path>
                <a:path w="8348344" h="7197725">
                  <a:moveTo>
                    <a:pt x="1681988" y="4147907"/>
                  </a:moveTo>
                  <a:lnTo>
                    <a:pt x="1700450" y="4139951"/>
                  </a:lnTo>
                  <a:lnTo>
                    <a:pt x="1706604" y="4122449"/>
                  </a:lnTo>
                  <a:lnTo>
                    <a:pt x="1700450" y="4104946"/>
                  </a:lnTo>
                  <a:lnTo>
                    <a:pt x="1681988" y="4096990"/>
                  </a:lnTo>
                  <a:lnTo>
                    <a:pt x="1663518" y="4104946"/>
                  </a:lnTo>
                  <a:lnTo>
                    <a:pt x="1657361" y="4122449"/>
                  </a:lnTo>
                  <a:lnTo>
                    <a:pt x="1663518" y="4139951"/>
                  </a:lnTo>
                  <a:lnTo>
                    <a:pt x="1681988" y="4147907"/>
                  </a:lnTo>
                  <a:close/>
                </a:path>
                <a:path w="8348344" h="7197725">
                  <a:moveTo>
                    <a:pt x="1820246" y="4019596"/>
                  </a:moveTo>
                  <a:lnTo>
                    <a:pt x="1838837" y="4011584"/>
                  </a:lnTo>
                  <a:lnTo>
                    <a:pt x="1845035" y="3993957"/>
                  </a:lnTo>
                  <a:lnTo>
                    <a:pt x="1838837" y="3976330"/>
                  </a:lnTo>
                  <a:lnTo>
                    <a:pt x="1820246" y="3968318"/>
                  </a:lnTo>
                  <a:lnTo>
                    <a:pt x="1801650" y="3976330"/>
                  </a:lnTo>
                  <a:lnTo>
                    <a:pt x="1795452" y="3993957"/>
                  </a:lnTo>
                  <a:lnTo>
                    <a:pt x="1801650" y="4011584"/>
                  </a:lnTo>
                  <a:lnTo>
                    <a:pt x="1820246" y="4019596"/>
                  </a:lnTo>
                  <a:close/>
                </a:path>
                <a:path w="8348344" h="7197725">
                  <a:moveTo>
                    <a:pt x="1958504" y="3891293"/>
                  </a:moveTo>
                  <a:lnTo>
                    <a:pt x="1977229" y="3883223"/>
                  </a:lnTo>
                  <a:lnTo>
                    <a:pt x="1983471" y="3865469"/>
                  </a:lnTo>
                  <a:lnTo>
                    <a:pt x="1977229" y="3847716"/>
                  </a:lnTo>
                  <a:lnTo>
                    <a:pt x="1958504" y="3839646"/>
                  </a:lnTo>
                  <a:lnTo>
                    <a:pt x="1939779" y="3847716"/>
                  </a:lnTo>
                  <a:lnTo>
                    <a:pt x="1933537" y="3865469"/>
                  </a:lnTo>
                  <a:lnTo>
                    <a:pt x="1939779" y="3883223"/>
                  </a:lnTo>
                  <a:lnTo>
                    <a:pt x="1958504" y="3891293"/>
                  </a:lnTo>
                  <a:close/>
                </a:path>
                <a:path w="8348344" h="7197725">
                  <a:moveTo>
                    <a:pt x="2511536" y="4532833"/>
                  </a:moveTo>
                  <a:lnTo>
                    <a:pt x="2529618" y="4525046"/>
                  </a:lnTo>
                  <a:lnTo>
                    <a:pt x="2535645" y="4507915"/>
                  </a:lnTo>
                  <a:lnTo>
                    <a:pt x="2529618" y="4490785"/>
                  </a:lnTo>
                  <a:lnTo>
                    <a:pt x="2511536" y="4482998"/>
                  </a:lnTo>
                  <a:lnTo>
                    <a:pt x="2493459" y="4490785"/>
                  </a:lnTo>
                  <a:lnTo>
                    <a:pt x="2487433" y="4507916"/>
                  </a:lnTo>
                  <a:lnTo>
                    <a:pt x="2493459" y="4525046"/>
                  </a:lnTo>
                  <a:lnTo>
                    <a:pt x="2511536" y="4532833"/>
                  </a:lnTo>
                  <a:close/>
                </a:path>
                <a:path w="8348344" h="7197725">
                  <a:moveTo>
                    <a:pt x="2511536" y="4789478"/>
                  </a:moveTo>
                  <a:lnTo>
                    <a:pt x="2529350" y="4781803"/>
                  </a:lnTo>
                  <a:lnTo>
                    <a:pt x="2535287" y="4764918"/>
                  </a:lnTo>
                  <a:lnTo>
                    <a:pt x="2529350" y="4748033"/>
                  </a:lnTo>
                  <a:lnTo>
                    <a:pt x="2511536" y="4740358"/>
                  </a:lnTo>
                  <a:lnTo>
                    <a:pt x="2493714" y="4748033"/>
                  </a:lnTo>
                  <a:lnTo>
                    <a:pt x="2487773" y="4764918"/>
                  </a:lnTo>
                  <a:lnTo>
                    <a:pt x="2493714" y="4781803"/>
                  </a:lnTo>
                  <a:lnTo>
                    <a:pt x="2511536" y="4789478"/>
                  </a:lnTo>
                  <a:close/>
                </a:path>
                <a:path w="8348344" h="7197725">
                  <a:moveTo>
                    <a:pt x="2511536" y="4661159"/>
                  </a:moveTo>
                  <a:lnTo>
                    <a:pt x="2529479" y="4653427"/>
                  </a:lnTo>
                  <a:lnTo>
                    <a:pt x="2535460" y="4636415"/>
                  </a:lnTo>
                  <a:lnTo>
                    <a:pt x="2529479" y="4619403"/>
                  </a:lnTo>
                  <a:lnTo>
                    <a:pt x="2511536" y="4611671"/>
                  </a:lnTo>
                  <a:lnTo>
                    <a:pt x="2493593" y="4619403"/>
                  </a:lnTo>
                  <a:lnTo>
                    <a:pt x="2487612" y="4636415"/>
                  </a:lnTo>
                  <a:lnTo>
                    <a:pt x="2493593" y="4653427"/>
                  </a:lnTo>
                  <a:lnTo>
                    <a:pt x="2511536" y="4661159"/>
                  </a:lnTo>
                  <a:close/>
                </a:path>
                <a:path w="8348344" h="7197725">
                  <a:moveTo>
                    <a:pt x="2511536" y="3891293"/>
                  </a:moveTo>
                  <a:lnTo>
                    <a:pt x="2530261" y="3883223"/>
                  </a:lnTo>
                  <a:lnTo>
                    <a:pt x="2536503" y="3865469"/>
                  </a:lnTo>
                  <a:lnTo>
                    <a:pt x="2530261" y="3847716"/>
                  </a:lnTo>
                  <a:lnTo>
                    <a:pt x="2511536" y="3839646"/>
                  </a:lnTo>
                  <a:lnTo>
                    <a:pt x="2492811" y="3847716"/>
                  </a:lnTo>
                  <a:lnTo>
                    <a:pt x="2486569" y="3865469"/>
                  </a:lnTo>
                  <a:lnTo>
                    <a:pt x="2492811" y="3883223"/>
                  </a:lnTo>
                  <a:lnTo>
                    <a:pt x="2511536" y="3891293"/>
                  </a:lnTo>
                  <a:close/>
                </a:path>
                <a:path w="8348344" h="7197725">
                  <a:moveTo>
                    <a:pt x="2511536" y="5046115"/>
                  </a:moveTo>
                  <a:lnTo>
                    <a:pt x="2529090" y="5038551"/>
                  </a:lnTo>
                  <a:lnTo>
                    <a:pt x="2534942" y="5021909"/>
                  </a:lnTo>
                  <a:lnTo>
                    <a:pt x="2529090" y="5005267"/>
                  </a:lnTo>
                  <a:lnTo>
                    <a:pt x="2511536" y="4997702"/>
                  </a:lnTo>
                  <a:lnTo>
                    <a:pt x="2493978" y="5005267"/>
                  </a:lnTo>
                  <a:lnTo>
                    <a:pt x="2488127" y="5021909"/>
                  </a:lnTo>
                  <a:lnTo>
                    <a:pt x="2493980" y="5038551"/>
                  </a:lnTo>
                  <a:lnTo>
                    <a:pt x="2511536" y="5046115"/>
                  </a:lnTo>
                  <a:close/>
                </a:path>
                <a:path w="8348344" h="7197725">
                  <a:moveTo>
                    <a:pt x="2511536" y="4019596"/>
                  </a:moveTo>
                  <a:lnTo>
                    <a:pt x="2530127" y="4011584"/>
                  </a:lnTo>
                  <a:lnTo>
                    <a:pt x="2536324" y="3993957"/>
                  </a:lnTo>
                  <a:lnTo>
                    <a:pt x="2530127" y="3976330"/>
                  </a:lnTo>
                  <a:lnTo>
                    <a:pt x="2511536" y="3968318"/>
                  </a:lnTo>
                  <a:lnTo>
                    <a:pt x="2492940" y="3976330"/>
                  </a:lnTo>
                  <a:lnTo>
                    <a:pt x="2486742" y="3993957"/>
                  </a:lnTo>
                  <a:lnTo>
                    <a:pt x="2492940" y="4011584"/>
                  </a:lnTo>
                  <a:lnTo>
                    <a:pt x="2511536" y="4019596"/>
                  </a:lnTo>
                  <a:close/>
                </a:path>
                <a:path w="8348344" h="7197725">
                  <a:moveTo>
                    <a:pt x="2511536" y="4404521"/>
                  </a:moveTo>
                  <a:lnTo>
                    <a:pt x="2529739" y="4396678"/>
                  </a:lnTo>
                  <a:lnTo>
                    <a:pt x="2535806" y="4379424"/>
                  </a:lnTo>
                  <a:lnTo>
                    <a:pt x="2529739" y="4362169"/>
                  </a:lnTo>
                  <a:lnTo>
                    <a:pt x="2511536" y="4354326"/>
                  </a:lnTo>
                  <a:lnTo>
                    <a:pt x="2493329" y="4362169"/>
                  </a:lnTo>
                  <a:lnTo>
                    <a:pt x="2487260" y="4379424"/>
                  </a:lnTo>
                  <a:lnTo>
                    <a:pt x="2493329" y="4396679"/>
                  </a:lnTo>
                  <a:lnTo>
                    <a:pt x="2511536" y="4404521"/>
                  </a:lnTo>
                  <a:close/>
                </a:path>
                <a:path w="8348344" h="7197725">
                  <a:moveTo>
                    <a:pt x="2511536" y="4147907"/>
                  </a:moveTo>
                  <a:lnTo>
                    <a:pt x="2529998" y="4139951"/>
                  </a:lnTo>
                  <a:lnTo>
                    <a:pt x="2536152" y="4122449"/>
                  </a:lnTo>
                  <a:lnTo>
                    <a:pt x="2529998" y="4104946"/>
                  </a:lnTo>
                  <a:lnTo>
                    <a:pt x="2511536" y="4096990"/>
                  </a:lnTo>
                  <a:lnTo>
                    <a:pt x="2493065" y="4104946"/>
                  </a:lnTo>
                  <a:lnTo>
                    <a:pt x="2486909" y="4122449"/>
                  </a:lnTo>
                  <a:lnTo>
                    <a:pt x="2493065" y="4139951"/>
                  </a:lnTo>
                  <a:lnTo>
                    <a:pt x="2511536" y="4147907"/>
                  </a:lnTo>
                  <a:close/>
                </a:path>
                <a:path w="8348344" h="7197725">
                  <a:moveTo>
                    <a:pt x="2511536" y="4276218"/>
                  </a:moveTo>
                  <a:lnTo>
                    <a:pt x="2529873" y="4268319"/>
                  </a:lnTo>
                  <a:lnTo>
                    <a:pt x="2535985" y="4250940"/>
                  </a:lnTo>
                  <a:lnTo>
                    <a:pt x="2529873" y="4233561"/>
                  </a:lnTo>
                  <a:lnTo>
                    <a:pt x="2511536" y="4225662"/>
                  </a:lnTo>
                  <a:lnTo>
                    <a:pt x="2493199" y="4233561"/>
                  </a:lnTo>
                  <a:lnTo>
                    <a:pt x="2487087" y="4250940"/>
                  </a:lnTo>
                  <a:lnTo>
                    <a:pt x="2493199" y="4268319"/>
                  </a:lnTo>
                  <a:lnTo>
                    <a:pt x="2511536" y="4276218"/>
                  </a:lnTo>
                  <a:close/>
                </a:path>
                <a:path w="8348344" h="7197725">
                  <a:moveTo>
                    <a:pt x="2511536" y="4917804"/>
                  </a:moveTo>
                  <a:lnTo>
                    <a:pt x="2529224" y="4910183"/>
                  </a:lnTo>
                  <a:lnTo>
                    <a:pt x="2535120" y="4893417"/>
                  </a:lnTo>
                  <a:lnTo>
                    <a:pt x="2529224" y="4876651"/>
                  </a:lnTo>
                  <a:lnTo>
                    <a:pt x="2511536" y="4869030"/>
                  </a:lnTo>
                  <a:lnTo>
                    <a:pt x="2493851" y="4876651"/>
                  </a:lnTo>
                  <a:lnTo>
                    <a:pt x="2487954" y="4893417"/>
                  </a:lnTo>
                  <a:lnTo>
                    <a:pt x="2493849" y="4910183"/>
                  </a:lnTo>
                  <a:lnTo>
                    <a:pt x="2511536" y="4917804"/>
                  </a:lnTo>
                  <a:close/>
                </a:path>
                <a:path w="8348344" h="7197725">
                  <a:moveTo>
                    <a:pt x="2511536" y="5815982"/>
                  </a:moveTo>
                  <a:lnTo>
                    <a:pt x="2528313" y="5808756"/>
                  </a:lnTo>
                  <a:lnTo>
                    <a:pt x="2533905" y="5792858"/>
                  </a:lnTo>
                  <a:lnTo>
                    <a:pt x="2528313" y="5776961"/>
                  </a:lnTo>
                  <a:lnTo>
                    <a:pt x="2511536" y="5769735"/>
                  </a:lnTo>
                  <a:lnTo>
                    <a:pt x="2494755" y="5776961"/>
                  </a:lnTo>
                  <a:lnTo>
                    <a:pt x="2489161" y="5792858"/>
                  </a:lnTo>
                  <a:lnTo>
                    <a:pt x="2494755" y="5808756"/>
                  </a:lnTo>
                  <a:lnTo>
                    <a:pt x="2511536" y="5815982"/>
                  </a:lnTo>
                  <a:close/>
                </a:path>
                <a:path w="8348344" h="7197725">
                  <a:moveTo>
                    <a:pt x="2511536" y="5944316"/>
                  </a:moveTo>
                  <a:lnTo>
                    <a:pt x="2528191" y="5937133"/>
                  </a:lnTo>
                  <a:lnTo>
                    <a:pt x="2533735" y="5921352"/>
                  </a:lnTo>
                  <a:lnTo>
                    <a:pt x="2528180" y="5905577"/>
                  </a:lnTo>
                  <a:lnTo>
                    <a:pt x="2511536" y="5898406"/>
                  </a:lnTo>
                  <a:lnTo>
                    <a:pt x="2494883" y="5905580"/>
                  </a:lnTo>
                  <a:lnTo>
                    <a:pt x="2489337" y="5921361"/>
                  </a:lnTo>
                  <a:lnTo>
                    <a:pt x="2494885" y="5937133"/>
                  </a:lnTo>
                  <a:lnTo>
                    <a:pt x="2511536" y="5944316"/>
                  </a:lnTo>
                  <a:close/>
                </a:path>
                <a:path w="8348344" h="7197725">
                  <a:moveTo>
                    <a:pt x="2511536" y="6072642"/>
                  </a:moveTo>
                  <a:lnTo>
                    <a:pt x="2528058" y="6065523"/>
                  </a:lnTo>
                  <a:lnTo>
                    <a:pt x="2533565" y="6049861"/>
                  </a:lnTo>
                  <a:lnTo>
                    <a:pt x="2528058" y="6034198"/>
                  </a:lnTo>
                  <a:lnTo>
                    <a:pt x="2511536" y="6027079"/>
                  </a:lnTo>
                  <a:lnTo>
                    <a:pt x="2495014" y="6034198"/>
                  </a:lnTo>
                  <a:lnTo>
                    <a:pt x="2489507" y="6049861"/>
                  </a:lnTo>
                  <a:lnTo>
                    <a:pt x="2495014" y="6065523"/>
                  </a:lnTo>
                  <a:lnTo>
                    <a:pt x="2511536" y="6072642"/>
                  </a:lnTo>
                  <a:close/>
                </a:path>
                <a:path w="8348344" h="7197725">
                  <a:moveTo>
                    <a:pt x="2511536" y="5174427"/>
                  </a:moveTo>
                  <a:lnTo>
                    <a:pt x="2528961" y="5166918"/>
                  </a:lnTo>
                  <a:lnTo>
                    <a:pt x="2534769" y="5150400"/>
                  </a:lnTo>
                  <a:lnTo>
                    <a:pt x="2528961" y="5133883"/>
                  </a:lnTo>
                  <a:lnTo>
                    <a:pt x="2511536" y="5126374"/>
                  </a:lnTo>
                  <a:lnTo>
                    <a:pt x="2494102" y="5133883"/>
                  </a:lnTo>
                  <a:lnTo>
                    <a:pt x="2488291" y="5150400"/>
                  </a:lnTo>
                  <a:lnTo>
                    <a:pt x="2494102" y="5166918"/>
                  </a:lnTo>
                  <a:lnTo>
                    <a:pt x="2511536" y="5174427"/>
                  </a:lnTo>
                  <a:close/>
                </a:path>
                <a:path w="8348344" h="7197725">
                  <a:moveTo>
                    <a:pt x="2511536" y="5687686"/>
                  </a:moveTo>
                  <a:lnTo>
                    <a:pt x="2528447" y="5680401"/>
                  </a:lnTo>
                  <a:lnTo>
                    <a:pt x="2534084" y="5664374"/>
                  </a:lnTo>
                  <a:lnTo>
                    <a:pt x="2528447" y="5648348"/>
                  </a:lnTo>
                  <a:lnTo>
                    <a:pt x="2511536" y="5641063"/>
                  </a:lnTo>
                  <a:lnTo>
                    <a:pt x="2494625" y="5648348"/>
                  </a:lnTo>
                  <a:lnTo>
                    <a:pt x="2488988" y="5664374"/>
                  </a:lnTo>
                  <a:lnTo>
                    <a:pt x="2494625" y="5680401"/>
                  </a:lnTo>
                  <a:lnTo>
                    <a:pt x="2511536" y="5687686"/>
                  </a:lnTo>
                  <a:close/>
                </a:path>
                <a:path w="8348344" h="7197725">
                  <a:moveTo>
                    <a:pt x="2511536" y="5302753"/>
                  </a:moveTo>
                  <a:lnTo>
                    <a:pt x="2528836" y="5295299"/>
                  </a:lnTo>
                  <a:lnTo>
                    <a:pt x="2534602" y="5278900"/>
                  </a:lnTo>
                  <a:lnTo>
                    <a:pt x="2528836" y="5262501"/>
                  </a:lnTo>
                  <a:lnTo>
                    <a:pt x="2511536" y="5255047"/>
                  </a:lnTo>
                  <a:lnTo>
                    <a:pt x="2494236" y="5262501"/>
                  </a:lnTo>
                  <a:lnTo>
                    <a:pt x="2488470" y="5278900"/>
                  </a:lnTo>
                  <a:lnTo>
                    <a:pt x="2494236" y="5295299"/>
                  </a:lnTo>
                  <a:lnTo>
                    <a:pt x="2511536" y="5302753"/>
                  </a:lnTo>
                  <a:close/>
                </a:path>
                <a:path w="8348344" h="7197725">
                  <a:moveTo>
                    <a:pt x="2511536" y="6200938"/>
                  </a:moveTo>
                  <a:lnTo>
                    <a:pt x="2527925" y="6193872"/>
                  </a:lnTo>
                  <a:lnTo>
                    <a:pt x="2533386" y="6178334"/>
                  </a:lnTo>
                  <a:lnTo>
                    <a:pt x="2527922" y="6162797"/>
                  </a:lnTo>
                  <a:lnTo>
                    <a:pt x="2511536" y="6155735"/>
                  </a:lnTo>
                  <a:lnTo>
                    <a:pt x="2495139" y="6162798"/>
                  </a:lnTo>
                  <a:lnTo>
                    <a:pt x="2489675" y="6178337"/>
                  </a:lnTo>
                  <a:lnTo>
                    <a:pt x="2495147" y="6193875"/>
                  </a:lnTo>
                  <a:lnTo>
                    <a:pt x="2511536" y="6200938"/>
                  </a:lnTo>
                  <a:close/>
                </a:path>
                <a:path w="8348344" h="7197725">
                  <a:moveTo>
                    <a:pt x="2511536" y="5431064"/>
                  </a:moveTo>
                  <a:lnTo>
                    <a:pt x="2528706" y="5423666"/>
                  </a:lnTo>
                  <a:lnTo>
                    <a:pt x="2534429" y="5407391"/>
                  </a:lnTo>
                  <a:lnTo>
                    <a:pt x="2528706" y="5391116"/>
                  </a:lnTo>
                  <a:lnTo>
                    <a:pt x="2511536" y="5383718"/>
                  </a:lnTo>
                  <a:lnTo>
                    <a:pt x="2494366" y="5391116"/>
                  </a:lnTo>
                  <a:lnTo>
                    <a:pt x="2488643" y="5407391"/>
                  </a:lnTo>
                  <a:lnTo>
                    <a:pt x="2494366" y="5423666"/>
                  </a:lnTo>
                  <a:lnTo>
                    <a:pt x="2511536" y="5431064"/>
                  </a:lnTo>
                  <a:close/>
                </a:path>
                <a:path w="8348344" h="7197725">
                  <a:moveTo>
                    <a:pt x="2511536" y="5559375"/>
                  </a:moveTo>
                  <a:lnTo>
                    <a:pt x="2528572" y="5552034"/>
                  </a:lnTo>
                  <a:lnTo>
                    <a:pt x="2534251" y="5535883"/>
                  </a:lnTo>
                  <a:lnTo>
                    <a:pt x="2528572" y="5519732"/>
                  </a:lnTo>
                  <a:lnTo>
                    <a:pt x="2511536" y="5512390"/>
                  </a:lnTo>
                  <a:lnTo>
                    <a:pt x="2494496" y="5519732"/>
                  </a:lnTo>
                  <a:lnTo>
                    <a:pt x="2488815" y="5535883"/>
                  </a:lnTo>
                  <a:lnTo>
                    <a:pt x="2494496" y="5552034"/>
                  </a:lnTo>
                  <a:lnTo>
                    <a:pt x="2511536" y="5559375"/>
                  </a:lnTo>
                  <a:close/>
                </a:path>
                <a:path w="8348344" h="7197725">
                  <a:moveTo>
                    <a:pt x="2649794" y="5815982"/>
                  </a:moveTo>
                  <a:lnTo>
                    <a:pt x="2666571" y="5808756"/>
                  </a:lnTo>
                  <a:lnTo>
                    <a:pt x="2672163" y="5792858"/>
                  </a:lnTo>
                  <a:lnTo>
                    <a:pt x="2666571" y="5776961"/>
                  </a:lnTo>
                  <a:lnTo>
                    <a:pt x="2649794" y="5769735"/>
                  </a:lnTo>
                  <a:lnTo>
                    <a:pt x="2633013" y="5776961"/>
                  </a:lnTo>
                  <a:lnTo>
                    <a:pt x="2627419" y="5792858"/>
                  </a:lnTo>
                  <a:lnTo>
                    <a:pt x="2633013" y="5808756"/>
                  </a:lnTo>
                  <a:lnTo>
                    <a:pt x="2649794" y="5815982"/>
                  </a:lnTo>
                  <a:close/>
                </a:path>
                <a:path w="8348344" h="7197725">
                  <a:moveTo>
                    <a:pt x="2649794" y="5944316"/>
                  </a:moveTo>
                  <a:lnTo>
                    <a:pt x="2666449" y="5937133"/>
                  </a:lnTo>
                  <a:lnTo>
                    <a:pt x="2671993" y="5921352"/>
                  </a:lnTo>
                  <a:lnTo>
                    <a:pt x="2666438" y="5905577"/>
                  </a:lnTo>
                  <a:lnTo>
                    <a:pt x="2649794" y="5898406"/>
                  </a:lnTo>
                  <a:lnTo>
                    <a:pt x="2633141" y="5905580"/>
                  </a:lnTo>
                  <a:lnTo>
                    <a:pt x="2627595" y="5921361"/>
                  </a:lnTo>
                  <a:lnTo>
                    <a:pt x="2633142" y="5937133"/>
                  </a:lnTo>
                  <a:lnTo>
                    <a:pt x="2649794" y="5944316"/>
                  </a:lnTo>
                  <a:close/>
                </a:path>
                <a:path w="8348344" h="7197725">
                  <a:moveTo>
                    <a:pt x="2649794" y="6072642"/>
                  </a:moveTo>
                  <a:lnTo>
                    <a:pt x="2666316" y="6065523"/>
                  </a:lnTo>
                  <a:lnTo>
                    <a:pt x="2671823" y="6049861"/>
                  </a:lnTo>
                  <a:lnTo>
                    <a:pt x="2666316" y="6034198"/>
                  </a:lnTo>
                  <a:lnTo>
                    <a:pt x="2649794" y="6027079"/>
                  </a:lnTo>
                  <a:lnTo>
                    <a:pt x="2633272" y="6034198"/>
                  </a:lnTo>
                  <a:lnTo>
                    <a:pt x="2627765" y="6049861"/>
                  </a:lnTo>
                  <a:lnTo>
                    <a:pt x="2633272" y="6065523"/>
                  </a:lnTo>
                  <a:lnTo>
                    <a:pt x="2649794" y="6072642"/>
                  </a:lnTo>
                  <a:close/>
                </a:path>
                <a:path w="8348344" h="7197725">
                  <a:moveTo>
                    <a:pt x="2649794" y="6200938"/>
                  </a:moveTo>
                  <a:lnTo>
                    <a:pt x="2666183" y="6193872"/>
                  </a:lnTo>
                  <a:lnTo>
                    <a:pt x="2671644" y="6178334"/>
                  </a:lnTo>
                  <a:lnTo>
                    <a:pt x="2666180" y="6162797"/>
                  </a:lnTo>
                  <a:lnTo>
                    <a:pt x="2649794" y="6155735"/>
                  </a:lnTo>
                  <a:lnTo>
                    <a:pt x="2633397" y="6162798"/>
                  </a:lnTo>
                  <a:lnTo>
                    <a:pt x="2627933" y="6178337"/>
                  </a:lnTo>
                  <a:lnTo>
                    <a:pt x="2633405" y="6193875"/>
                  </a:lnTo>
                  <a:lnTo>
                    <a:pt x="2649794" y="6200938"/>
                  </a:lnTo>
                  <a:close/>
                </a:path>
                <a:path w="8348344" h="7197725">
                  <a:moveTo>
                    <a:pt x="2642643" y="6842524"/>
                  </a:moveTo>
                  <a:lnTo>
                    <a:pt x="2649794" y="6842524"/>
                  </a:lnTo>
                  <a:lnTo>
                    <a:pt x="2662396" y="6838659"/>
                  </a:lnTo>
                  <a:lnTo>
                    <a:pt x="2669298" y="6829225"/>
                  </a:lnTo>
                  <a:lnTo>
                    <a:pt x="2670511" y="6817466"/>
                  </a:lnTo>
                  <a:lnTo>
                    <a:pt x="2666047" y="6806623"/>
                  </a:lnTo>
                  <a:lnTo>
                    <a:pt x="2633856" y="6835458"/>
                  </a:lnTo>
                  <a:lnTo>
                    <a:pt x="2637351" y="6839675"/>
                  </a:lnTo>
                  <a:lnTo>
                    <a:pt x="2642643" y="6842524"/>
                  </a:lnTo>
                  <a:close/>
                </a:path>
                <a:path w="8348344" h="7197725">
                  <a:moveTo>
                    <a:pt x="2649794" y="6329242"/>
                  </a:moveTo>
                  <a:lnTo>
                    <a:pt x="2666061" y="6322235"/>
                  </a:lnTo>
                  <a:lnTo>
                    <a:pt x="2671483" y="6306821"/>
                  </a:lnTo>
                  <a:lnTo>
                    <a:pt x="2666061" y="6291407"/>
                  </a:lnTo>
                  <a:lnTo>
                    <a:pt x="2649794" y="6284400"/>
                  </a:lnTo>
                  <a:lnTo>
                    <a:pt x="2633531" y="6291407"/>
                  </a:lnTo>
                  <a:lnTo>
                    <a:pt x="2628110" y="6306821"/>
                  </a:lnTo>
                  <a:lnTo>
                    <a:pt x="2633532" y="6322235"/>
                  </a:lnTo>
                  <a:lnTo>
                    <a:pt x="2649794" y="6329242"/>
                  </a:lnTo>
                  <a:close/>
                </a:path>
                <a:path w="8348344" h="7197725">
                  <a:moveTo>
                    <a:pt x="2511536" y="3634640"/>
                  </a:moveTo>
                  <a:lnTo>
                    <a:pt x="2530520" y="3626462"/>
                  </a:lnTo>
                  <a:lnTo>
                    <a:pt x="2536849" y="3608471"/>
                  </a:lnTo>
                  <a:lnTo>
                    <a:pt x="2530520" y="3590479"/>
                  </a:lnTo>
                  <a:lnTo>
                    <a:pt x="2511536" y="3582302"/>
                  </a:lnTo>
                  <a:lnTo>
                    <a:pt x="2492551" y="3590480"/>
                  </a:lnTo>
                  <a:lnTo>
                    <a:pt x="2486223" y="3608474"/>
                  </a:lnTo>
                  <a:lnTo>
                    <a:pt x="2492551" y="3626465"/>
                  </a:lnTo>
                  <a:lnTo>
                    <a:pt x="2511536" y="3634640"/>
                  </a:lnTo>
                  <a:close/>
                </a:path>
                <a:path w="8348344" h="7197725">
                  <a:moveTo>
                    <a:pt x="2511536" y="3506329"/>
                  </a:moveTo>
                  <a:lnTo>
                    <a:pt x="2530650" y="3498095"/>
                  </a:lnTo>
                  <a:lnTo>
                    <a:pt x="2537022" y="3479979"/>
                  </a:lnTo>
                  <a:lnTo>
                    <a:pt x="2530650" y="3461864"/>
                  </a:lnTo>
                  <a:lnTo>
                    <a:pt x="2511536" y="3453630"/>
                  </a:lnTo>
                  <a:lnTo>
                    <a:pt x="2492425" y="3461864"/>
                  </a:lnTo>
                  <a:lnTo>
                    <a:pt x="2486053" y="3479979"/>
                  </a:lnTo>
                  <a:lnTo>
                    <a:pt x="2492423" y="3498095"/>
                  </a:lnTo>
                  <a:lnTo>
                    <a:pt x="2511536" y="3506329"/>
                  </a:lnTo>
                  <a:close/>
                </a:path>
                <a:path w="8348344" h="7197725">
                  <a:moveTo>
                    <a:pt x="2511536" y="3378025"/>
                  </a:moveTo>
                  <a:lnTo>
                    <a:pt x="2530775" y="3369735"/>
                  </a:lnTo>
                  <a:lnTo>
                    <a:pt x="2537189" y="3351495"/>
                  </a:lnTo>
                  <a:lnTo>
                    <a:pt x="2530775" y="3333256"/>
                  </a:lnTo>
                  <a:lnTo>
                    <a:pt x="2511536" y="3324965"/>
                  </a:lnTo>
                  <a:lnTo>
                    <a:pt x="2492288" y="3333256"/>
                  </a:lnTo>
                  <a:lnTo>
                    <a:pt x="2485872" y="3351495"/>
                  </a:lnTo>
                  <a:lnTo>
                    <a:pt x="2492288" y="3369735"/>
                  </a:lnTo>
                  <a:lnTo>
                    <a:pt x="2511536" y="3378025"/>
                  </a:lnTo>
                  <a:close/>
                </a:path>
                <a:path w="8348344" h="7197725">
                  <a:moveTo>
                    <a:pt x="2511536" y="3762966"/>
                  </a:moveTo>
                  <a:lnTo>
                    <a:pt x="2530388" y="3754839"/>
                  </a:lnTo>
                  <a:lnTo>
                    <a:pt x="2536669" y="3736967"/>
                  </a:lnTo>
                  <a:lnTo>
                    <a:pt x="2530384" y="3719096"/>
                  </a:lnTo>
                  <a:lnTo>
                    <a:pt x="2511536" y="3710974"/>
                  </a:lnTo>
                  <a:lnTo>
                    <a:pt x="2492681" y="3719098"/>
                  </a:lnTo>
                  <a:lnTo>
                    <a:pt x="2486397" y="3736970"/>
                  </a:lnTo>
                  <a:lnTo>
                    <a:pt x="2492688" y="3754842"/>
                  </a:lnTo>
                  <a:lnTo>
                    <a:pt x="2511536" y="3762966"/>
                  </a:lnTo>
                  <a:close/>
                </a:path>
                <a:path w="8348344" h="7197725">
                  <a:moveTo>
                    <a:pt x="2511536" y="3249714"/>
                  </a:moveTo>
                  <a:lnTo>
                    <a:pt x="2530905" y="3241367"/>
                  </a:lnTo>
                  <a:lnTo>
                    <a:pt x="2537361" y="3223004"/>
                  </a:lnTo>
                  <a:lnTo>
                    <a:pt x="2530905" y="3204640"/>
                  </a:lnTo>
                  <a:lnTo>
                    <a:pt x="2511536" y="3196293"/>
                  </a:lnTo>
                  <a:lnTo>
                    <a:pt x="2492164" y="3204640"/>
                  </a:lnTo>
                  <a:lnTo>
                    <a:pt x="2485708" y="3223004"/>
                  </a:lnTo>
                  <a:lnTo>
                    <a:pt x="2492166" y="3241367"/>
                  </a:lnTo>
                  <a:lnTo>
                    <a:pt x="2511536" y="3249714"/>
                  </a:lnTo>
                  <a:close/>
                </a:path>
                <a:path w="8348344" h="7197725">
                  <a:moveTo>
                    <a:pt x="2649794" y="6457553"/>
                  </a:moveTo>
                  <a:lnTo>
                    <a:pt x="2665922" y="6450602"/>
                  </a:lnTo>
                  <a:lnTo>
                    <a:pt x="2671299" y="6435312"/>
                  </a:lnTo>
                  <a:lnTo>
                    <a:pt x="2665922" y="6420022"/>
                  </a:lnTo>
                  <a:lnTo>
                    <a:pt x="2649794" y="6413072"/>
                  </a:lnTo>
                  <a:lnTo>
                    <a:pt x="2633662" y="6420022"/>
                  </a:lnTo>
                  <a:lnTo>
                    <a:pt x="2628286" y="6435312"/>
                  </a:lnTo>
                  <a:lnTo>
                    <a:pt x="2633664" y="6450602"/>
                  </a:lnTo>
                  <a:lnTo>
                    <a:pt x="2649794" y="6457553"/>
                  </a:lnTo>
                  <a:close/>
                </a:path>
                <a:path w="8348344" h="7197725">
                  <a:moveTo>
                    <a:pt x="2373278" y="5559375"/>
                  </a:moveTo>
                  <a:lnTo>
                    <a:pt x="2390314" y="5552034"/>
                  </a:lnTo>
                  <a:lnTo>
                    <a:pt x="2395993" y="5535883"/>
                  </a:lnTo>
                  <a:lnTo>
                    <a:pt x="2390314" y="5519732"/>
                  </a:lnTo>
                  <a:lnTo>
                    <a:pt x="2373278" y="5512390"/>
                  </a:lnTo>
                  <a:lnTo>
                    <a:pt x="2356238" y="5519732"/>
                  </a:lnTo>
                  <a:lnTo>
                    <a:pt x="2350557" y="5535883"/>
                  </a:lnTo>
                  <a:lnTo>
                    <a:pt x="2356238" y="5552034"/>
                  </a:lnTo>
                  <a:lnTo>
                    <a:pt x="2373278" y="5559375"/>
                  </a:lnTo>
                  <a:close/>
                </a:path>
                <a:path w="8348344" h="7197725">
                  <a:moveTo>
                    <a:pt x="2501390" y="2993077"/>
                  </a:moveTo>
                  <a:lnTo>
                    <a:pt x="2511536" y="2993077"/>
                  </a:lnTo>
                  <a:lnTo>
                    <a:pt x="2524819" y="2989820"/>
                  </a:lnTo>
                  <a:lnTo>
                    <a:pt x="2533412" y="2981490"/>
                  </a:lnTo>
                  <a:lnTo>
                    <a:pt x="2537335" y="2970245"/>
                  </a:lnTo>
                  <a:lnTo>
                    <a:pt x="2536607" y="2958243"/>
                  </a:lnTo>
                  <a:lnTo>
                    <a:pt x="2490037" y="2981955"/>
                  </a:lnTo>
                  <a:lnTo>
                    <a:pt x="2494285" y="2988437"/>
                  </a:lnTo>
                  <a:lnTo>
                    <a:pt x="2501390" y="2993077"/>
                  </a:lnTo>
                  <a:close/>
                </a:path>
                <a:path w="8348344" h="7197725">
                  <a:moveTo>
                    <a:pt x="2511536" y="3121396"/>
                  </a:moveTo>
                  <a:lnTo>
                    <a:pt x="2531045" y="3112991"/>
                  </a:lnTo>
                  <a:lnTo>
                    <a:pt x="2537545" y="3094509"/>
                  </a:lnTo>
                  <a:lnTo>
                    <a:pt x="2531041" y="3076029"/>
                  </a:lnTo>
                  <a:lnTo>
                    <a:pt x="2511536" y="3067629"/>
                  </a:lnTo>
                  <a:lnTo>
                    <a:pt x="2492032" y="3076030"/>
                  </a:lnTo>
                  <a:lnTo>
                    <a:pt x="2485533" y="3094512"/>
                  </a:lnTo>
                  <a:lnTo>
                    <a:pt x="2492040" y="3112995"/>
                  </a:lnTo>
                  <a:lnTo>
                    <a:pt x="2511536" y="3121396"/>
                  </a:lnTo>
                  <a:close/>
                </a:path>
                <a:path w="8348344" h="7197725">
                  <a:moveTo>
                    <a:pt x="2649794" y="6585864"/>
                  </a:moveTo>
                  <a:lnTo>
                    <a:pt x="2665793" y="6578970"/>
                  </a:lnTo>
                  <a:lnTo>
                    <a:pt x="2671126" y="6563804"/>
                  </a:lnTo>
                  <a:lnTo>
                    <a:pt x="2665793" y="6548638"/>
                  </a:lnTo>
                  <a:lnTo>
                    <a:pt x="2649794" y="6541744"/>
                  </a:lnTo>
                  <a:lnTo>
                    <a:pt x="2633786" y="6548639"/>
                  </a:lnTo>
                  <a:lnTo>
                    <a:pt x="2628450" y="6563807"/>
                  </a:lnTo>
                  <a:lnTo>
                    <a:pt x="2633786" y="6578973"/>
                  </a:lnTo>
                  <a:lnTo>
                    <a:pt x="2649794" y="6585864"/>
                  </a:lnTo>
                  <a:close/>
                </a:path>
                <a:path w="8348344" h="7197725">
                  <a:moveTo>
                    <a:pt x="2373278" y="4147907"/>
                  </a:moveTo>
                  <a:lnTo>
                    <a:pt x="2391740" y="4139951"/>
                  </a:lnTo>
                  <a:lnTo>
                    <a:pt x="2397894" y="4122449"/>
                  </a:lnTo>
                  <a:lnTo>
                    <a:pt x="2391740" y="4104946"/>
                  </a:lnTo>
                  <a:lnTo>
                    <a:pt x="2373278" y="4096990"/>
                  </a:lnTo>
                  <a:lnTo>
                    <a:pt x="2354808" y="4104946"/>
                  </a:lnTo>
                  <a:lnTo>
                    <a:pt x="2348651" y="4122449"/>
                  </a:lnTo>
                  <a:lnTo>
                    <a:pt x="2354808" y="4139951"/>
                  </a:lnTo>
                  <a:lnTo>
                    <a:pt x="2373278" y="4147907"/>
                  </a:lnTo>
                  <a:close/>
                </a:path>
                <a:path w="8348344" h="7197725">
                  <a:moveTo>
                    <a:pt x="2373278" y="4019596"/>
                  </a:moveTo>
                  <a:lnTo>
                    <a:pt x="2391869" y="4011584"/>
                  </a:lnTo>
                  <a:lnTo>
                    <a:pt x="2398066" y="3993957"/>
                  </a:lnTo>
                  <a:lnTo>
                    <a:pt x="2391869" y="3976330"/>
                  </a:lnTo>
                  <a:lnTo>
                    <a:pt x="2373278" y="3968318"/>
                  </a:lnTo>
                  <a:lnTo>
                    <a:pt x="2354682" y="3976330"/>
                  </a:lnTo>
                  <a:lnTo>
                    <a:pt x="2348484" y="3993957"/>
                  </a:lnTo>
                  <a:lnTo>
                    <a:pt x="2354682" y="4011584"/>
                  </a:lnTo>
                  <a:lnTo>
                    <a:pt x="2373278" y="4019596"/>
                  </a:lnTo>
                  <a:close/>
                </a:path>
                <a:path w="8348344" h="7197725">
                  <a:moveTo>
                    <a:pt x="2373278" y="3891293"/>
                  </a:moveTo>
                  <a:lnTo>
                    <a:pt x="2392003" y="3883223"/>
                  </a:lnTo>
                  <a:lnTo>
                    <a:pt x="2398245" y="3865469"/>
                  </a:lnTo>
                  <a:lnTo>
                    <a:pt x="2392003" y="3847716"/>
                  </a:lnTo>
                  <a:lnTo>
                    <a:pt x="2373278" y="3839646"/>
                  </a:lnTo>
                  <a:lnTo>
                    <a:pt x="2354553" y="3847716"/>
                  </a:lnTo>
                  <a:lnTo>
                    <a:pt x="2348311" y="3865469"/>
                  </a:lnTo>
                  <a:lnTo>
                    <a:pt x="2354553" y="3883223"/>
                  </a:lnTo>
                  <a:lnTo>
                    <a:pt x="2373278" y="3891293"/>
                  </a:lnTo>
                  <a:close/>
                </a:path>
                <a:path w="8348344" h="7197725">
                  <a:moveTo>
                    <a:pt x="2373278" y="4276218"/>
                  </a:moveTo>
                  <a:lnTo>
                    <a:pt x="2391615" y="4268319"/>
                  </a:lnTo>
                  <a:lnTo>
                    <a:pt x="2397727" y="4250940"/>
                  </a:lnTo>
                  <a:lnTo>
                    <a:pt x="2391615" y="4233561"/>
                  </a:lnTo>
                  <a:lnTo>
                    <a:pt x="2373278" y="4225662"/>
                  </a:lnTo>
                  <a:lnTo>
                    <a:pt x="2354941" y="4233561"/>
                  </a:lnTo>
                  <a:lnTo>
                    <a:pt x="2348829" y="4250940"/>
                  </a:lnTo>
                  <a:lnTo>
                    <a:pt x="2354941" y="4268319"/>
                  </a:lnTo>
                  <a:lnTo>
                    <a:pt x="2373278" y="4276218"/>
                  </a:lnTo>
                  <a:close/>
                </a:path>
                <a:path w="8348344" h="7197725">
                  <a:moveTo>
                    <a:pt x="2373278" y="3378025"/>
                  </a:moveTo>
                  <a:lnTo>
                    <a:pt x="2392517" y="3369735"/>
                  </a:lnTo>
                  <a:lnTo>
                    <a:pt x="2398931" y="3351495"/>
                  </a:lnTo>
                  <a:lnTo>
                    <a:pt x="2392517" y="3333256"/>
                  </a:lnTo>
                  <a:lnTo>
                    <a:pt x="2373278" y="3324965"/>
                  </a:lnTo>
                  <a:lnTo>
                    <a:pt x="2354030" y="3333256"/>
                  </a:lnTo>
                  <a:lnTo>
                    <a:pt x="2347614" y="3351495"/>
                  </a:lnTo>
                  <a:lnTo>
                    <a:pt x="2354030" y="3369735"/>
                  </a:lnTo>
                  <a:lnTo>
                    <a:pt x="2373278" y="3378025"/>
                  </a:lnTo>
                  <a:close/>
                </a:path>
                <a:path w="8348344" h="7197725">
                  <a:moveTo>
                    <a:pt x="2373278" y="3249714"/>
                  </a:moveTo>
                  <a:lnTo>
                    <a:pt x="2392647" y="3241367"/>
                  </a:lnTo>
                  <a:lnTo>
                    <a:pt x="2399103" y="3223004"/>
                  </a:lnTo>
                  <a:lnTo>
                    <a:pt x="2392647" y="3204640"/>
                  </a:lnTo>
                  <a:lnTo>
                    <a:pt x="2373278" y="3196293"/>
                  </a:lnTo>
                  <a:lnTo>
                    <a:pt x="2353906" y="3204640"/>
                  </a:lnTo>
                  <a:lnTo>
                    <a:pt x="2347450" y="3223004"/>
                  </a:lnTo>
                  <a:lnTo>
                    <a:pt x="2353908" y="3241367"/>
                  </a:lnTo>
                  <a:lnTo>
                    <a:pt x="2373278" y="3249714"/>
                  </a:lnTo>
                  <a:close/>
                </a:path>
                <a:path w="8348344" h="7197725">
                  <a:moveTo>
                    <a:pt x="2373278" y="3506329"/>
                  </a:moveTo>
                  <a:lnTo>
                    <a:pt x="2392392" y="3498095"/>
                  </a:lnTo>
                  <a:lnTo>
                    <a:pt x="2398764" y="3479979"/>
                  </a:lnTo>
                  <a:lnTo>
                    <a:pt x="2392392" y="3461864"/>
                  </a:lnTo>
                  <a:lnTo>
                    <a:pt x="2373278" y="3453630"/>
                  </a:lnTo>
                  <a:lnTo>
                    <a:pt x="2354167" y="3461864"/>
                  </a:lnTo>
                  <a:lnTo>
                    <a:pt x="2347795" y="3479979"/>
                  </a:lnTo>
                  <a:lnTo>
                    <a:pt x="2354165" y="3498095"/>
                  </a:lnTo>
                  <a:lnTo>
                    <a:pt x="2373278" y="3506329"/>
                  </a:lnTo>
                  <a:close/>
                </a:path>
                <a:path w="8348344" h="7197725">
                  <a:moveTo>
                    <a:pt x="2373278" y="3762966"/>
                  </a:moveTo>
                  <a:lnTo>
                    <a:pt x="2392130" y="3754839"/>
                  </a:lnTo>
                  <a:lnTo>
                    <a:pt x="2398411" y="3736967"/>
                  </a:lnTo>
                  <a:lnTo>
                    <a:pt x="2392126" y="3719096"/>
                  </a:lnTo>
                  <a:lnTo>
                    <a:pt x="2373278" y="3710974"/>
                  </a:lnTo>
                  <a:lnTo>
                    <a:pt x="2354423" y="3719098"/>
                  </a:lnTo>
                  <a:lnTo>
                    <a:pt x="2348139" y="3736970"/>
                  </a:lnTo>
                  <a:lnTo>
                    <a:pt x="2354430" y="3754842"/>
                  </a:lnTo>
                  <a:lnTo>
                    <a:pt x="2373278" y="3762966"/>
                  </a:lnTo>
                  <a:close/>
                </a:path>
                <a:path w="8348344" h="7197725">
                  <a:moveTo>
                    <a:pt x="2373278" y="3634640"/>
                  </a:moveTo>
                  <a:lnTo>
                    <a:pt x="2392262" y="3626462"/>
                  </a:lnTo>
                  <a:lnTo>
                    <a:pt x="2398591" y="3608471"/>
                  </a:lnTo>
                  <a:lnTo>
                    <a:pt x="2392262" y="3590479"/>
                  </a:lnTo>
                  <a:lnTo>
                    <a:pt x="2373278" y="3582302"/>
                  </a:lnTo>
                  <a:lnTo>
                    <a:pt x="2354293" y="3590480"/>
                  </a:lnTo>
                  <a:lnTo>
                    <a:pt x="2347965" y="3608474"/>
                  </a:lnTo>
                  <a:lnTo>
                    <a:pt x="2354293" y="3626465"/>
                  </a:lnTo>
                  <a:lnTo>
                    <a:pt x="2373278" y="3634640"/>
                  </a:lnTo>
                  <a:close/>
                </a:path>
                <a:path w="8348344" h="7197725">
                  <a:moveTo>
                    <a:pt x="2373278" y="4404521"/>
                  </a:moveTo>
                  <a:lnTo>
                    <a:pt x="2391481" y="4396678"/>
                  </a:lnTo>
                  <a:lnTo>
                    <a:pt x="2397548" y="4379424"/>
                  </a:lnTo>
                  <a:lnTo>
                    <a:pt x="2391481" y="4362169"/>
                  </a:lnTo>
                  <a:lnTo>
                    <a:pt x="2373278" y="4354326"/>
                  </a:lnTo>
                  <a:lnTo>
                    <a:pt x="2355071" y="4362169"/>
                  </a:lnTo>
                  <a:lnTo>
                    <a:pt x="2349002" y="4379424"/>
                  </a:lnTo>
                  <a:lnTo>
                    <a:pt x="2355071" y="4396679"/>
                  </a:lnTo>
                  <a:lnTo>
                    <a:pt x="2373278" y="4404521"/>
                  </a:lnTo>
                  <a:close/>
                </a:path>
                <a:path w="8348344" h="7197725">
                  <a:moveTo>
                    <a:pt x="2373278" y="4661159"/>
                  </a:moveTo>
                  <a:lnTo>
                    <a:pt x="2391221" y="4653427"/>
                  </a:lnTo>
                  <a:lnTo>
                    <a:pt x="2397203" y="4636415"/>
                  </a:lnTo>
                  <a:lnTo>
                    <a:pt x="2391221" y="4619403"/>
                  </a:lnTo>
                  <a:lnTo>
                    <a:pt x="2373278" y="4611671"/>
                  </a:lnTo>
                  <a:lnTo>
                    <a:pt x="2355335" y="4619403"/>
                  </a:lnTo>
                  <a:lnTo>
                    <a:pt x="2349354" y="4636415"/>
                  </a:lnTo>
                  <a:lnTo>
                    <a:pt x="2355335" y="4653427"/>
                  </a:lnTo>
                  <a:lnTo>
                    <a:pt x="2373278" y="4661159"/>
                  </a:lnTo>
                  <a:close/>
                </a:path>
                <a:path w="8348344" h="7197725">
                  <a:moveTo>
                    <a:pt x="2373278" y="5302753"/>
                  </a:moveTo>
                  <a:lnTo>
                    <a:pt x="2390578" y="5295299"/>
                  </a:lnTo>
                  <a:lnTo>
                    <a:pt x="2396344" y="5278900"/>
                  </a:lnTo>
                  <a:lnTo>
                    <a:pt x="2390578" y="5262501"/>
                  </a:lnTo>
                  <a:lnTo>
                    <a:pt x="2373278" y="5255047"/>
                  </a:lnTo>
                  <a:lnTo>
                    <a:pt x="2355978" y="5262501"/>
                  </a:lnTo>
                  <a:lnTo>
                    <a:pt x="2350212" y="5278900"/>
                  </a:lnTo>
                  <a:lnTo>
                    <a:pt x="2355978" y="5295299"/>
                  </a:lnTo>
                  <a:lnTo>
                    <a:pt x="2373278" y="5302753"/>
                  </a:lnTo>
                  <a:close/>
                </a:path>
                <a:path w="8348344" h="7197725">
                  <a:moveTo>
                    <a:pt x="2373278" y="5174427"/>
                  </a:moveTo>
                  <a:lnTo>
                    <a:pt x="2390703" y="5166918"/>
                  </a:lnTo>
                  <a:lnTo>
                    <a:pt x="2396511" y="5150400"/>
                  </a:lnTo>
                  <a:lnTo>
                    <a:pt x="2390703" y="5133883"/>
                  </a:lnTo>
                  <a:lnTo>
                    <a:pt x="2373278" y="5126374"/>
                  </a:lnTo>
                  <a:lnTo>
                    <a:pt x="2355844" y="5133883"/>
                  </a:lnTo>
                  <a:lnTo>
                    <a:pt x="2350033" y="5150400"/>
                  </a:lnTo>
                  <a:lnTo>
                    <a:pt x="2355844" y="5166918"/>
                  </a:lnTo>
                  <a:lnTo>
                    <a:pt x="2373278" y="5174427"/>
                  </a:lnTo>
                  <a:close/>
                </a:path>
                <a:path w="8348344" h="7197725">
                  <a:moveTo>
                    <a:pt x="2373278" y="5431064"/>
                  </a:moveTo>
                  <a:lnTo>
                    <a:pt x="2390448" y="5423666"/>
                  </a:lnTo>
                  <a:lnTo>
                    <a:pt x="2396171" y="5407391"/>
                  </a:lnTo>
                  <a:lnTo>
                    <a:pt x="2390448" y="5391116"/>
                  </a:lnTo>
                  <a:lnTo>
                    <a:pt x="2373278" y="5383718"/>
                  </a:lnTo>
                  <a:lnTo>
                    <a:pt x="2356108" y="5391116"/>
                  </a:lnTo>
                  <a:lnTo>
                    <a:pt x="2350385" y="5407391"/>
                  </a:lnTo>
                  <a:lnTo>
                    <a:pt x="2356108" y="5423666"/>
                  </a:lnTo>
                  <a:lnTo>
                    <a:pt x="2373278" y="5431064"/>
                  </a:lnTo>
                  <a:close/>
                </a:path>
                <a:path w="8348344" h="7197725">
                  <a:moveTo>
                    <a:pt x="2373278" y="5046115"/>
                  </a:moveTo>
                  <a:lnTo>
                    <a:pt x="2390832" y="5038551"/>
                  </a:lnTo>
                  <a:lnTo>
                    <a:pt x="2396684" y="5021909"/>
                  </a:lnTo>
                  <a:lnTo>
                    <a:pt x="2390832" y="5005267"/>
                  </a:lnTo>
                  <a:lnTo>
                    <a:pt x="2373278" y="4997702"/>
                  </a:lnTo>
                  <a:lnTo>
                    <a:pt x="2355720" y="5005267"/>
                  </a:lnTo>
                  <a:lnTo>
                    <a:pt x="2349869" y="5021909"/>
                  </a:lnTo>
                  <a:lnTo>
                    <a:pt x="2355722" y="5038551"/>
                  </a:lnTo>
                  <a:lnTo>
                    <a:pt x="2373278" y="5046115"/>
                  </a:lnTo>
                  <a:close/>
                </a:path>
                <a:path w="8348344" h="7197725">
                  <a:moveTo>
                    <a:pt x="2373278" y="4917804"/>
                  </a:moveTo>
                  <a:lnTo>
                    <a:pt x="2390966" y="4910183"/>
                  </a:lnTo>
                  <a:lnTo>
                    <a:pt x="2396862" y="4893417"/>
                  </a:lnTo>
                  <a:lnTo>
                    <a:pt x="2390966" y="4876651"/>
                  </a:lnTo>
                  <a:lnTo>
                    <a:pt x="2373278" y="4869030"/>
                  </a:lnTo>
                  <a:lnTo>
                    <a:pt x="2355593" y="4876651"/>
                  </a:lnTo>
                  <a:lnTo>
                    <a:pt x="2349696" y="4893417"/>
                  </a:lnTo>
                  <a:lnTo>
                    <a:pt x="2355591" y="4910183"/>
                  </a:lnTo>
                  <a:lnTo>
                    <a:pt x="2373278" y="4917804"/>
                  </a:lnTo>
                  <a:close/>
                </a:path>
                <a:path w="8348344" h="7197725">
                  <a:moveTo>
                    <a:pt x="2511536" y="6329242"/>
                  </a:moveTo>
                  <a:lnTo>
                    <a:pt x="2527803" y="6322235"/>
                  </a:lnTo>
                  <a:lnTo>
                    <a:pt x="2533225" y="6306821"/>
                  </a:lnTo>
                  <a:lnTo>
                    <a:pt x="2527803" y="6291407"/>
                  </a:lnTo>
                  <a:lnTo>
                    <a:pt x="2511536" y="6284400"/>
                  </a:lnTo>
                  <a:lnTo>
                    <a:pt x="2495273" y="6291407"/>
                  </a:lnTo>
                  <a:lnTo>
                    <a:pt x="2489852" y="6306821"/>
                  </a:lnTo>
                  <a:lnTo>
                    <a:pt x="2495274" y="6322235"/>
                  </a:lnTo>
                  <a:lnTo>
                    <a:pt x="2511536" y="6329242"/>
                  </a:lnTo>
                  <a:close/>
                </a:path>
                <a:path w="8348344" h="7197725">
                  <a:moveTo>
                    <a:pt x="2373270" y="4789478"/>
                  </a:moveTo>
                  <a:lnTo>
                    <a:pt x="2391084" y="4781803"/>
                  </a:lnTo>
                  <a:lnTo>
                    <a:pt x="2397022" y="4764918"/>
                  </a:lnTo>
                  <a:lnTo>
                    <a:pt x="2391084" y="4748033"/>
                  </a:lnTo>
                  <a:lnTo>
                    <a:pt x="2373270" y="4740358"/>
                  </a:lnTo>
                  <a:lnTo>
                    <a:pt x="2369821" y="4740358"/>
                  </a:lnTo>
                  <a:lnTo>
                    <a:pt x="2349528" y="4765175"/>
                  </a:lnTo>
                  <a:lnTo>
                    <a:pt x="2351074" y="4774118"/>
                  </a:lnTo>
                  <a:lnTo>
                    <a:pt x="2355543" y="4781901"/>
                  </a:lnTo>
                  <a:lnTo>
                    <a:pt x="2362940" y="4787396"/>
                  </a:lnTo>
                  <a:lnTo>
                    <a:pt x="2373270" y="4789478"/>
                  </a:lnTo>
                  <a:close/>
                </a:path>
                <a:path w="8348344" h="7197725">
                  <a:moveTo>
                    <a:pt x="2373278" y="4532833"/>
                  </a:moveTo>
                  <a:lnTo>
                    <a:pt x="2391360" y="4525046"/>
                  </a:lnTo>
                  <a:lnTo>
                    <a:pt x="2397387" y="4507915"/>
                  </a:lnTo>
                  <a:lnTo>
                    <a:pt x="2391360" y="4490785"/>
                  </a:lnTo>
                  <a:lnTo>
                    <a:pt x="2373278" y="4482998"/>
                  </a:lnTo>
                  <a:lnTo>
                    <a:pt x="2355201" y="4490785"/>
                  </a:lnTo>
                  <a:lnTo>
                    <a:pt x="2349175" y="4507916"/>
                  </a:lnTo>
                  <a:lnTo>
                    <a:pt x="2355201" y="4525046"/>
                  </a:lnTo>
                  <a:lnTo>
                    <a:pt x="2373278" y="4532833"/>
                  </a:lnTo>
                  <a:close/>
                </a:path>
                <a:path w="8348344" h="7197725">
                  <a:moveTo>
                    <a:pt x="2235020" y="3378025"/>
                  </a:moveTo>
                  <a:lnTo>
                    <a:pt x="2254260" y="3369735"/>
                  </a:lnTo>
                  <a:lnTo>
                    <a:pt x="2260673" y="3351495"/>
                  </a:lnTo>
                  <a:lnTo>
                    <a:pt x="2254260" y="3333256"/>
                  </a:lnTo>
                  <a:lnTo>
                    <a:pt x="2235020" y="3324965"/>
                  </a:lnTo>
                  <a:lnTo>
                    <a:pt x="2215772" y="3333256"/>
                  </a:lnTo>
                  <a:lnTo>
                    <a:pt x="2209356" y="3351495"/>
                  </a:lnTo>
                  <a:lnTo>
                    <a:pt x="2215772" y="3369735"/>
                  </a:lnTo>
                  <a:lnTo>
                    <a:pt x="2235020" y="3378025"/>
                  </a:lnTo>
                  <a:close/>
                </a:path>
                <a:path w="8348344" h="7197725">
                  <a:moveTo>
                    <a:pt x="2230035" y="3121388"/>
                  </a:moveTo>
                  <a:lnTo>
                    <a:pt x="2235020" y="3121388"/>
                  </a:lnTo>
                  <a:lnTo>
                    <a:pt x="2245345" y="3119520"/>
                  </a:lnTo>
                  <a:lnTo>
                    <a:pt x="2253056" y="3114517"/>
                  </a:lnTo>
                  <a:lnTo>
                    <a:pt x="2258164" y="3107286"/>
                  </a:lnTo>
                  <a:lnTo>
                    <a:pt x="2260682" y="3098729"/>
                  </a:lnTo>
                  <a:lnTo>
                    <a:pt x="2222285" y="3118277"/>
                  </a:lnTo>
                  <a:lnTo>
                    <a:pt x="2225849" y="3120182"/>
                  </a:lnTo>
                  <a:lnTo>
                    <a:pt x="2230035" y="3121388"/>
                  </a:lnTo>
                  <a:close/>
                </a:path>
                <a:path w="8348344" h="7197725">
                  <a:moveTo>
                    <a:pt x="2235020" y="3249714"/>
                  </a:moveTo>
                  <a:lnTo>
                    <a:pt x="2254389" y="3241367"/>
                  </a:lnTo>
                  <a:lnTo>
                    <a:pt x="2260845" y="3223004"/>
                  </a:lnTo>
                  <a:lnTo>
                    <a:pt x="2254389" y="3204640"/>
                  </a:lnTo>
                  <a:lnTo>
                    <a:pt x="2235020" y="3196293"/>
                  </a:lnTo>
                  <a:lnTo>
                    <a:pt x="2215648" y="3204640"/>
                  </a:lnTo>
                  <a:lnTo>
                    <a:pt x="2209192" y="3223004"/>
                  </a:lnTo>
                  <a:lnTo>
                    <a:pt x="2215650" y="3241367"/>
                  </a:lnTo>
                  <a:lnTo>
                    <a:pt x="2235020" y="3249714"/>
                  </a:lnTo>
                  <a:close/>
                </a:path>
                <a:path w="8348344" h="7197725">
                  <a:moveTo>
                    <a:pt x="2235020" y="3506329"/>
                  </a:moveTo>
                  <a:lnTo>
                    <a:pt x="2254134" y="3498095"/>
                  </a:lnTo>
                  <a:lnTo>
                    <a:pt x="2260506" y="3479979"/>
                  </a:lnTo>
                  <a:lnTo>
                    <a:pt x="2254134" y="3461864"/>
                  </a:lnTo>
                  <a:lnTo>
                    <a:pt x="2235020" y="3453630"/>
                  </a:lnTo>
                  <a:lnTo>
                    <a:pt x="2215909" y="3461864"/>
                  </a:lnTo>
                  <a:lnTo>
                    <a:pt x="2209537" y="3479979"/>
                  </a:lnTo>
                  <a:lnTo>
                    <a:pt x="2215907" y="3498095"/>
                  </a:lnTo>
                  <a:lnTo>
                    <a:pt x="2235020" y="3506329"/>
                  </a:lnTo>
                  <a:close/>
                </a:path>
                <a:path w="8348344" h="7197725">
                  <a:moveTo>
                    <a:pt x="2511536" y="6585864"/>
                  </a:moveTo>
                  <a:lnTo>
                    <a:pt x="2527535" y="6578970"/>
                  </a:lnTo>
                  <a:lnTo>
                    <a:pt x="2532868" y="6563804"/>
                  </a:lnTo>
                  <a:lnTo>
                    <a:pt x="2527535" y="6548638"/>
                  </a:lnTo>
                  <a:lnTo>
                    <a:pt x="2511536" y="6541744"/>
                  </a:lnTo>
                  <a:lnTo>
                    <a:pt x="2495528" y="6548639"/>
                  </a:lnTo>
                  <a:lnTo>
                    <a:pt x="2490192" y="6563807"/>
                  </a:lnTo>
                  <a:lnTo>
                    <a:pt x="2495528" y="6578973"/>
                  </a:lnTo>
                  <a:lnTo>
                    <a:pt x="2511536" y="6585864"/>
                  </a:lnTo>
                  <a:close/>
                </a:path>
                <a:path w="8348344" h="7197725">
                  <a:moveTo>
                    <a:pt x="2373278" y="3121396"/>
                  </a:moveTo>
                  <a:lnTo>
                    <a:pt x="2392787" y="3112991"/>
                  </a:lnTo>
                  <a:lnTo>
                    <a:pt x="2399287" y="3094509"/>
                  </a:lnTo>
                  <a:lnTo>
                    <a:pt x="2392783" y="3076029"/>
                  </a:lnTo>
                  <a:lnTo>
                    <a:pt x="2373278" y="3067629"/>
                  </a:lnTo>
                  <a:lnTo>
                    <a:pt x="2353774" y="3076030"/>
                  </a:lnTo>
                  <a:lnTo>
                    <a:pt x="2347275" y="3094512"/>
                  </a:lnTo>
                  <a:lnTo>
                    <a:pt x="2353782" y="3112995"/>
                  </a:lnTo>
                  <a:lnTo>
                    <a:pt x="2373278" y="3121396"/>
                  </a:lnTo>
                  <a:close/>
                </a:path>
                <a:path w="8348344" h="7197725">
                  <a:moveTo>
                    <a:pt x="2235020" y="3634640"/>
                  </a:moveTo>
                  <a:lnTo>
                    <a:pt x="2254005" y="3626462"/>
                  </a:lnTo>
                  <a:lnTo>
                    <a:pt x="2260333" y="3608471"/>
                  </a:lnTo>
                  <a:lnTo>
                    <a:pt x="2254005" y="3590479"/>
                  </a:lnTo>
                  <a:lnTo>
                    <a:pt x="2235020" y="3582302"/>
                  </a:lnTo>
                  <a:lnTo>
                    <a:pt x="2216035" y="3590480"/>
                  </a:lnTo>
                  <a:lnTo>
                    <a:pt x="2209707" y="3608474"/>
                  </a:lnTo>
                  <a:lnTo>
                    <a:pt x="2216035" y="3626465"/>
                  </a:lnTo>
                  <a:lnTo>
                    <a:pt x="2235020" y="3634640"/>
                  </a:lnTo>
                  <a:close/>
                </a:path>
                <a:path w="8348344" h="7197725">
                  <a:moveTo>
                    <a:pt x="2511536" y="6714190"/>
                  </a:moveTo>
                  <a:lnTo>
                    <a:pt x="2527410" y="6707350"/>
                  </a:lnTo>
                  <a:lnTo>
                    <a:pt x="2532701" y="6692303"/>
                  </a:lnTo>
                  <a:lnTo>
                    <a:pt x="2527410" y="6677256"/>
                  </a:lnTo>
                  <a:lnTo>
                    <a:pt x="2511536" y="6670416"/>
                  </a:lnTo>
                  <a:lnTo>
                    <a:pt x="2495665" y="6677256"/>
                  </a:lnTo>
                  <a:lnTo>
                    <a:pt x="2490374" y="6692303"/>
                  </a:lnTo>
                  <a:lnTo>
                    <a:pt x="2495663" y="6707350"/>
                  </a:lnTo>
                  <a:lnTo>
                    <a:pt x="2511536" y="6714190"/>
                  </a:lnTo>
                  <a:close/>
                </a:path>
                <a:path w="8348344" h="7197725">
                  <a:moveTo>
                    <a:pt x="2511536" y="6457553"/>
                  </a:moveTo>
                  <a:lnTo>
                    <a:pt x="2527665" y="6450602"/>
                  </a:lnTo>
                  <a:lnTo>
                    <a:pt x="2533041" y="6435312"/>
                  </a:lnTo>
                  <a:lnTo>
                    <a:pt x="2527665" y="6420022"/>
                  </a:lnTo>
                  <a:lnTo>
                    <a:pt x="2511536" y="6413072"/>
                  </a:lnTo>
                  <a:lnTo>
                    <a:pt x="2495404" y="6420022"/>
                  </a:lnTo>
                  <a:lnTo>
                    <a:pt x="2490028" y="6435312"/>
                  </a:lnTo>
                  <a:lnTo>
                    <a:pt x="2495406" y="6450602"/>
                  </a:lnTo>
                  <a:lnTo>
                    <a:pt x="2511536" y="6457553"/>
                  </a:lnTo>
                  <a:close/>
                </a:path>
                <a:path w="8348344" h="7197725">
                  <a:moveTo>
                    <a:pt x="2235020" y="4661159"/>
                  </a:moveTo>
                  <a:lnTo>
                    <a:pt x="2252963" y="4653427"/>
                  </a:lnTo>
                  <a:lnTo>
                    <a:pt x="2258945" y="4636415"/>
                  </a:lnTo>
                  <a:lnTo>
                    <a:pt x="2252963" y="4619403"/>
                  </a:lnTo>
                  <a:lnTo>
                    <a:pt x="2235020" y="4611671"/>
                  </a:lnTo>
                  <a:lnTo>
                    <a:pt x="2217077" y="4619403"/>
                  </a:lnTo>
                  <a:lnTo>
                    <a:pt x="2211096" y="4636415"/>
                  </a:lnTo>
                  <a:lnTo>
                    <a:pt x="2217077" y="4653427"/>
                  </a:lnTo>
                  <a:lnTo>
                    <a:pt x="2235020" y="4661159"/>
                  </a:lnTo>
                  <a:close/>
                </a:path>
                <a:path w="8348344" h="7197725">
                  <a:moveTo>
                    <a:pt x="2235020" y="4404521"/>
                  </a:moveTo>
                  <a:lnTo>
                    <a:pt x="2253223" y="4396678"/>
                  </a:lnTo>
                  <a:lnTo>
                    <a:pt x="2259290" y="4379424"/>
                  </a:lnTo>
                  <a:lnTo>
                    <a:pt x="2253223" y="4362169"/>
                  </a:lnTo>
                  <a:lnTo>
                    <a:pt x="2235020" y="4354326"/>
                  </a:lnTo>
                  <a:lnTo>
                    <a:pt x="2216813" y="4362169"/>
                  </a:lnTo>
                  <a:lnTo>
                    <a:pt x="2210744" y="4379424"/>
                  </a:lnTo>
                  <a:lnTo>
                    <a:pt x="2216813" y="4396679"/>
                  </a:lnTo>
                  <a:lnTo>
                    <a:pt x="2235020" y="4404521"/>
                  </a:lnTo>
                  <a:close/>
                </a:path>
                <a:path w="8348344" h="7197725">
                  <a:moveTo>
                    <a:pt x="2235020" y="3762966"/>
                  </a:moveTo>
                  <a:lnTo>
                    <a:pt x="2253872" y="3754839"/>
                  </a:lnTo>
                  <a:lnTo>
                    <a:pt x="2260153" y="3736967"/>
                  </a:lnTo>
                  <a:lnTo>
                    <a:pt x="2253868" y="3719096"/>
                  </a:lnTo>
                  <a:lnTo>
                    <a:pt x="2235020" y="3710974"/>
                  </a:lnTo>
                  <a:lnTo>
                    <a:pt x="2216165" y="3719098"/>
                  </a:lnTo>
                  <a:lnTo>
                    <a:pt x="2209881" y="3736970"/>
                  </a:lnTo>
                  <a:lnTo>
                    <a:pt x="2216172" y="3754842"/>
                  </a:lnTo>
                  <a:lnTo>
                    <a:pt x="2235020" y="3762966"/>
                  </a:lnTo>
                  <a:close/>
                </a:path>
                <a:path w="8348344" h="7197725">
                  <a:moveTo>
                    <a:pt x="2235020" y="4532833"/>
                  </a:moveTo>
                  <a:lnTo>
                    <a:pt x="2253102" y="4525046"/>
                  </a:lnTo>
                  <a:lnTo>
                    <a:pt x="2259129" y="4507915"/>
                  </a:lnTo>
                  <a:lnTo>
                    <a:pt x="2253102" y="4490785"/>
                  </a:lnTo>
                  <a:lnTo>
                    <a:pt x="2235020" y="4482998"/>
                  </a:lnTo>
                  <a:lnTo>
                    <a:pt x="2216943" y="4490785"/>
                  </a:lnTo>
                  <a:lnTo>
                    <a:pt x="2210917" y="4507916"/>
                  </a:lnTo>
                  <a:lnTo>
                    <a:pt x="2216943" y="4525046"/>
                  </a:lnTo>
                  <a:lnTo>
                    <a:pt x="2235020" y="4532833"/>
                  </a:lnTo>
                  <a:close/>
                </a:path>
                <a:path w="8348344" h="7197725">
                  <a:moveTo>
                    <a:pt x="2235020" y="4276218"/>
                  </a:moveTo>
                  <a:lnTo>
                    <a:pt x="2253357" y="4268319"/>
                  </a:lnTo>
                  <a:lnTo>
                    <a:pt x="2259469" y="4250940"/>
                  </a:lnTo>
                  <a:lnTo>
                    <a:pt x="2253357" y="4233561"/>
                  </a:lnTo>
                  <a:lnTo>
                    <a:pt x="2235020" y="4225662"/>
                  </a:lnTo>
                  <a:lnTo>
                    <a:pt x="2216684" y="4233561"/>
                  </a:lnTo>
                  <a:lnTo>
                    <a:pt x="2210571" y="4250940"/>
                  </a:lnTo>
                  <a:lnTo>
                    <a:pt x="2216684" y="4268319"/>
                  </a:lnTo>
                  <a:lnTo>
                    <a:pt x="2235020" y="4276218"/>
                  </a:lnTo>
                  <a:close/>
                </a:path>
                <a:path w="8348344" h="7197725">
                  <a:moveTo>
                    <a:pt x="2235020" y="3891293"/>
                  </a:moveTo>
                  <a:lnTo>
                    <a:pt x="2253745" y="3883223"/>
                  </a:lnTo>
                  <a:lnTo>
                    <a:pt x="2259987" y="3865469"/>
                  </a:lnTo>
                  <a:lnTo>
                    <a:pt x="2253745" y="3847716"/>
                  </a:lnTo>
                  <a:lnTo>
                    <a:pt x="2235020" y="3839646"/>
                  </a:lnTo>
                  <a:lnTo>
                    <a:pt x="2216295" y="3847716"/>
                  </a:lnTo>
                  <a:lnTo>
                    <a:pt x="2210053" y="3865469"/>
                  </a:lnTo>
                  <a:lnTo>
                    <a:pt x="2216295" y="3883223"/>
                  </a:lnTo>
                  <a:lnTo>
                    <a:pt x="2235020" y="3891293"/>
                  </a:lnTo>
                  <a:close/>
                </a:path>
                <a:path w="8348344" h="7197725">
                  <a:moveTo>
                    <a:pt x="2235020" y="4019596"/>
                  </a:moveTo>
                  <a:lnTo>
                    <a:pt x="2253611" y="4011584"/>
                  </a:lnTo>
                  <a:lnTo>
                    <a:pt x="2259808" y="3993957"/>
                  </a:lnTo>
                  <a:lnTo>
                    <a:pt x="2253611" y="3976330"/>
                  </a:lnTo>
                  <a:lnTo>
                    <a:pt x="2235020" y="3968318"/>
                  </a:lnTo>
                  <a:lnTo>
                    <a:pt x="2216424" y="3976330"/>
                  </a:lnTo>
                  <a:lnTo>
                    <a:pt x="2210226" y="3993957"/>
                  </a:lnTo>
                  <a:lnTo>
                    <a:pt x="2216424" y="4011584"/>
                  </a:lnTo>
                  <a:lnTo>
                    <a:pt x="2235020" y="4019596"/>
                  </a:lnTo>
                  <a:close/>
                </a:path>
                <a:path w="8348344" h="7197725">
                  <a:moveTo>
                    <a:pt x="2235020" y="4147907"/>
                  </a:moveTo>
                  <a:lnTo>
                    <a:pt x="2253482" y="4139951"/>
                  </a:lnTo>
                  <a:lnTo>
                    <a:pt x="2259636" y="4122449"/>
                  </a:lnTo>
                  <a:lnTo>
                    <a:pt x="2253482" y="4104946"/>
                  </a:lnTo>
                  <a:lnTo>
                    <a:pt x="2235020" y="4096990"/>
                  </a:lnTo>
                  <a:lnTo>
                    <a:pt x="2216550" y="4104946"/>
                  </a:lnTo>
                  <a:lnTo>
                    <a:pt x="2210393" y="4122449"/>
                  </a:lnTo>
                  <a:lnTo>
                    <a:pt x="2216550" y="4139951"/>
                  </a:lnTo>
                  <a:lnTo>
                    <a:pt x="2235020" y="4147907"/>
                  </a:lnTo>
                  <a:close/>
                </a:path>
                <a:path w="8348344" h="7197725">
                  <a:moveTo>
                    <a:pt x="1405472" y="3891285"/>
                  </a:moveTo>
                  <a:lnTo>
                    <a:pt x="1424198" y="3883215"/>
                  </a:lnTo>
                  <a:lnTo>
                    <a:pt x="1430439" y="3865461"/>
                  </a:lnTo>
                  <a:lnTo>
                    <a:pt x="1424198" y="3847708"/>
                  </a:lnTo>
                  <a:lnTo>
                    <a:pt x="1405472" y="3839638"/>
                  </a:lnTo>
                  <a:lnTo>
                    <a:pt x="1386747" y="3847708"/>
                  </a:lnTo>
                  <a:lnTo>
                    <a:pt x="1380505" y="3865461"/>
                  </a:lnTo>
                  <a:lnTo>
                    <a:pt x="1386747" y="3883215"/>
                  </a:lnTo>
                  <a:lnTo>
                    <a:pt x="1405472" y="3891285"/>
                  </a:lnTo>
                  <a:close/>
                </a:path>
                <a:path w="8348344" h="7197725">
                  <a:moveTo>
                    <a:pt x="1527239" y="6034161"/>
                  </a:moveTo>
                  <a:lnTo>
                    <a:pt x="1560214" y="6034161"/>
                  </a:lnTo>
                  <a:lnTo>
                    <a:pt x="1556549" y="6029913"/>
                  </a:lnTo>
                  <a:lnTo>
                    <a:pt x="1551050" y="6027079"/>
                  </a:lnTo>
                  <a:lnTo>
                    <a:pt x="1536410" y="6027079"/>
                  </a:lnTo>
                  <a:lnTo>
                    <a:pt x="1530910" y="6029913"/>
                  </a:lnTo>
                  <a:lnTo>
                    <a:pt x="1527239" y="6034161"/>
                  </a:lnTo>
                  <a:close/>
                </a:path>
                <a:path w="8348344" h="7197725">
                  <a:moveTo>
                    <a:pt x="1665497" y="6034161"/>
                  </a:moveTo>
                  <a:lnTo>
                    <a:pt x="1698472" y="6034161"/>
                  </a:lnTo>
                  <a:lnTo>
                    <a:pt x="1694807" y="6029913"/>
                  </a:lnTo>
                  <a:lnTo>
                    <a:pt x="1689308" y="6027079"/>
                  </a:lnTo>
                  <a:lnTo>
                    <a:pt x="1674668" y="6027079"/>
                  </a:lnTo>
                  <a:lnTo>
                    <a:pt x="1669168" y="6029913"/>
                  </a:lnTo>
                  <a:lnTo>
                    <a:pt x="1665497" y="6034161"/>
                  </a:lnTo>
                  <a:close/>
                </a:path>
                <a:path w="8348344" h="7197725">
                  <a:moveTo>
                    <a:pt x="994976" y="5944301"/>
                  </a:moveTo>
                  <a:lnTo>
                    <a:pt x="998556" y="5943264"/>
                  </a:lnTo>
                  <a:lnTo>
                    <a:pt x="1001597" y="5941628"/>
                  </a:lnTo>
                  <a:lnTo>
                    <a:pt x="1002125" y="5930833"/>
                  </a:lnTo>
                  <a:lnTo>
                    <a:pt x="1002657" y="5920685"/>
                  </a:lnTo>
                  <a:lnTo>
                    <a:pt x="1003229" y="5910538"/>
                  </a:lnTo>
                  <a:lnTo>
                    <a:pt x="1003717" y="5902324"/>
                  </a:lnTo>
                  <a:lnTo>
                    <a:pt x="1000315" y="5899905"/>
                  </a:lnTo>
                  <a:lnTo>
                    <a:pt x="995998" y="5898391"/>
                  </a:lnTo>
                  <a:lnTo>
                    <a:pt x="986981" y="5898391"/>
                  </a:lnTo>
                  <a:lnTo>
                    <a:pt x="978732" y="5940982"/>
                  </a:lnTo>
                  <a:lnTo>
                    <a:pt x="981973" y="5943003"/>
                  </a:lnTo>
                  <a:lnTo>
                    <a:pt x="985898" y="5944293"/>
                  </a:lnTo>
                  <a:lnTo>
                    <a:pt x="994976" y="5944301"/>
                  </a:lnTo>
                  <a:close/>
                </a:path>
                <a:path w="8348344" h="7197725">
                  <a:moveTo>
                    <a:pt x="989630" y="5815982"/>
                  </a:moveTo>
                  <a:lnTo>
                    <a:pt x="990706" y="5815982"/>
                  </a:lnTo>
                  <a:lnTo>
                    <a:pt x="998733" y="5814686"/>
                  </a:lnTo>
                  <a:lnTo>
                    <a:pt x="1004960" y="5811170"/>
                  </a:lnTo>
                  <a:lnTo>
                    <a:pt x="1009403" y="5805995"/>
                  </a:lnTo>
                  <a:lnTo>
                    <a:pt x="1012082" y="5799721"/>
                  </a:lnTo>
                  <a:lnTo>
                    <a:pt x="1012919" y="5791080"/>
                  </a:lnTo>
                  <a:lnTo>
                    <a:pt x="1011256" y="5783493"/>
                  </a:lnTo>
                  <a:lnTo>
                    <a:pt x="1007303" y="5776911"/>
                  </a:lnTo>
                  <a:lnTo>
                    <a:pt x="1001060" y="5772117"/>
                  </a:lnTo>
                  <a:lnTo>
                    <a:pt x="992527" y="5769896"/>
                  </a:lnTo>
                  <a:lnTo>
                    <a:pt x="991238" y="5781341"/>
                  </a:lnTo>
                  <a:lnTo>
                    <a:pt x="989881" y="5793961"/>
                  </a:lnTo>
                  <a:lnTo>
                    <a:pt x="988819" y="5804245"/>
                  </a:lnTo>
                  <a:lnTo>
                    <a:pt x="987695" y="5815698"/>
                  </a:lnTo>
                  <a:lnTo>
                    <a:pt x="988686" y="5815821"/>
                  </a:lnTo>
                  <a:lnTo>
                    <a:pt x="989630" y="5815982"/>
                  </a:lnTo>
                  <a:close/>
                </a:path>
                <a:path w="8348344" h="7197725">
                  <a:moveTo>
                    <a:pt x="1388981" y="6034161"/>
                  </a:moveTo>
                  <a:lnTo>
                    <a:pt x="1421956" y="6034161"/>
                  </a:lnTo>
                  <a:lnTo>
                    <a:pt x="1418292" y="6029913"/>
                  </a:lnTo>
                  <a:lnTo>
                    <a:pt x="1412792" y="6027079"/>
                  </a:lnTo>
                  <a:lnTo>
                    <a:pt x="1398152" y="6027079"/>
                  </a:lnTo>
                  <a:lnTo>
                    <a:pt x="1392652" y="6029913"/>
                  </a:lnTo>
                  <a:lnTo>
                    <a:pt x="1388981" y="6034161"/>
                  </a:lnTo>
                  <a:close/>
                </a:path>
                <a:path w="8348344" h="7197725">
                  <a:moveTo>
                    <a:pt x="971995" y="5293267"/>
                  </a:moveTo>
                  <a:lnTo>
                    <a:pt x="975087" y="5283886"/>
                  </a:lnTo>
                  <a:lnTo>
                    <a:pt x="978203" y="5274514"/>
                  </a:lnTo>
                  <a:lnTo>
                    <a:pt x="981351" y="5265153"/>
                  </a:lnTo>
                  <a:lnTo>
                    <a:pt x="984538" y="5255807"/>
                  </a:lnTo>
                  <a:lnTo>
                    <a:pt x="974254" y="5261651"/>
                  </a:lnTo>
                  <a:lnTo>
                    <a:pt x="968741" y="5271409"/>
                  </a:lnTo>
                  <a:lnTo>
                    <a:pt x="967991" y="5282730"/>
                  </a:lnTo>
                  <a:lnTo>
                    <a:pt x="971995" y="5293267"/>
                  </a:lnTo>
                  <a:close/>
                </a:path>
                <a:path w="8348344" h="7197725">
                  <a:moveTo>
                    <a:pt x="984131" y="6034153"/>
                  </a:moveTo>
                  <a:lnTo>
                    <a:pt x="1007182" y="6034153"/>
                  </a:lnTo>
                  <a:lnTo>
                    <a:pt x="1003518" y="6029890"/>
                  </a:lnTo>
                  <a:lnTo>
                    <a:pt x="998018" y="6027056"/>
                  </a:lnTo>
                  <a:lnTo>
                    <a:pt x="985990" y="6027056"/>
                  </a:lnTo>
                  <a:lnTo>
                    <a:pt x="982111" y="6028315"/>
                  </a:lnTo>
                  <a:lnTo>
                    <a:pt x="978908" y="6030297"/>
                  </a:lnTo>
                  <a:lnTo>
                    <a:pt x="981066" y="6032640"/>
                  </a:lnTo>
                  <a:lnTo>
                    <a:pt x="984131" y="6034153"/>
                  </a:lnTo>
                  <a:close/>
                </a:path>
                <a:path w="8348344" h="7197725">
                  <a:moveTo>
                    <a:pt x="1250723" y="6034161"/>
                  </a:moveTo>
                  <a:lnTo>
                    <a:pt x="1283698" y="6034161"/>
                  </a:lnTo>
                  <a:lnTo>
                    <a:pt x="1280034" y="6029913"/>
                  </a:lnTo>
                  <a:lnTo>
                    <a:pt x="1274534" y="6027079"/>
                  </a:lnTo>
                  <a:lnTo>
                    <a:pt x="1259894" y="6027079"/>
                  </a:lnTo>
                  <a:lnTo>
                    <a:pt x="1254394" y="6029913"/>
                  </a:lnTo>
                  <a:lnTo>
                    <a:pt x="1250723" y="6034161"/>
                  </a:lnTo>
                  <a:close/>
                </a:path>
                <a:path w="8348344" h="7197725">
                  <a:moveTo>
                    <a:pt x="1811689" y="5686096"/>
                  </a:moveTo>
                  <a:lnTo>
                    <a:pt x="1814675" y="5674899"/>
                  </a:lnTo>
                  <a:lnTo>
                    <a:pt x="1817688" y="5663717"/>
                  </a:lnTo>
                  <a:lnTo>
                    <a:pt x="1820730" y="5652553"/>
                  </a:lnTo>
                  <a:lnTo>
                    <a:pt x="1823803" y="5641408"/>
                  </a:lnTo>
                  <a:lnTo>
                    <a:pt x="1821513" y="5641063"/>
                  </a:lnTo>
                  <a:lnTo>
                    <a:pt x="1820246" y="5641063"/>
                  </a:lnTo>
                  <a:lnTo>
                    <a:pt x="1804623" y="5646979"/>
                  </a:lnTo>
                  <a:lnTo>
                    <a:pt x="1798000" y="5660592"/>
                  </a:lnTo>
                  <a:lnTo>
                    <a:pt x="1800361" y="5675699"/>
                  </a:lnTo>
                  <a:lnTo>
                    <a:pt x="1811689" y="5686096"/>
                  </a:lnTo>
                  <a:close/>
                </a:path>
                <a:path w="8348344" h="7197725">
                  <a:moveTo>
                    <a:pt x="1112473" y="6034153"/>
                  </a:moveTo>
                  <a:lnTo>
                    <a:pt x="1145447" y="6034153"/>
                  </a:lnTo>
                  <a:lnTo>
                    <a:pt x="1141776" y="6029913"/>
                  </a:lnTo>
                  <a:lnTo>
                    <a:pt x="1136284" y="6027056"/>
                  </a:lnTo>
                  <a:lnTo>
                    <a:pt x="1121629" y="6027056"/>
                  </a:lnTo>
                  <a:lnTo>
                    <a:pt x="1116125" y="6029913"/>
                  </a:lnTo>
                  <a:lnTo>
                    <a:pt x="1112473" y="6034153"/>
                  </a:lnTo>
                  <a:close/>
                </a:path>
                <a:path w="8348344" h="7197725">
                  <a:moveTo>
                    <a:pt x="2096770" y="5431064"/>
                  </a:moveTo>
                  <a:lnTo>
                    <a:pt x="2113944" y="5423666"/>
                  </a:lnTo>
                  <a:lnTo>
                    <a:pt x="2119668" y="5407391"/>
                  </a:lnTo>
                  <a:lnTo>
                    <a:pt x="2113944" y="5391116"/>
                  </a:lnTo>
                  <a:lnTo>
                    <a:pt x="2096770" y="5383718"/>
                  </a:lnTo>
                  <a:lnTo>
                    <a:pt x="2088943" y="5383718"/>
                  </a:lnTo>
                  <a:lnTo>
                    <a:pt x="2083159" y="5386837"/>
                  </a:lnTo>
                  <a:lnTo>
                    <a:pt x="2079349" y="5391476"/>
                  </a:lnTo>
                  <a:lnTo>
                    <a:pt x="2077529" y="5397022"/>
                  </a:lnTo>
                  <a:lnTo>
                    <a:pt x="2073934" y="5408144"/>
                  </a:lnTo>
                  <a:lnTo>
                    <a:pt x="2075534" y="5416602"/>
                  </a:lnTo>
                  <a:lnTo>
                    <a:pt x="2079868" y="5423939"/>
                  </a:lnTo>
                  <a:lnTo>
                    <a:pt x="2086943" y="5429108"/>
                  </a:lnTo>
                  <a:lnTo>
                    <a:pt x="2096770" y="5431064"/>
                  </a:lnTo>
                  <a:close/>
                </a:path>
                <a:path w="8348344" h="7197725">
                  <a:moveTo>
                    <a:pt x="437667" y="6200931"/>
                  </a:moveTo>
                  <a:lnTo>
                    <a:pt x="447147" y="6199026"/>
                  </a:lnTo>
                  <a:lnTo>
                    <a:pt x="453942" y="6193997"/>
                  </a:lnTo>
                  <a:lnTo>
                    <a:pt x="458056" y="6186870"/>
                  </a:lnTo>
                  <a:lnTo>
                    <a:pt x="459495" y="6178671"/>
                  </a:lnTo>
                  <a:lnTo>
                    <a:pt x="415837" y="6177934"/>
                  </a:lnTo>
                  <a:lnTo>
                    <a:pt x="417103" y="6186349"/>
                  </a:lnTo>
                  <a:lnTo>
                    <a:pt x="421158" y="6193718"/>
                  </a:lnTo>
                  <a:lnTo>
                    <a:pt x="428010" y="6198945"/>
                  </a:lnTo>
                  <a:lnTo>
                    <a:pt x="437667" y="6200931"/>
                  </a:lnTo>
                  <a:close/>
                </a:path>
                <a:path w="8348344" h="7197725">
                  <a:moveTo>
                    <a:pt x="990123" y="5174427"/>
                  </a:moveTo>
                  <a:lnTo>
                    <a:pt x="990698" y="5174427"/>
                  </a:lnTo>
                  <a:lnTo>
                    <a:pt x="1005566" y="5169434"/>
                  </a:lnTo>
                  <a:lnTo>
                    <a:pt x="1012982" y="5157527"/>
                  </a:lnTo>
                  <a:lnTo>
                    <a:pt x="1012957" y="5143315"/>
                  </a:lnTo>
                  <a:lnTo>
                    <a:pt x="1005500" y="5131405"/>
                  </a:lnTo>
                  <a:lnTo>
                    <a:pt x="1001331" y="5142092"/>
                  </a:lnTo>
                  <a:lnTo>
                    <a:pt x="997201" y="5152801"/>
                  </a:lnTo>
                  <a:lnTo>
                    <a:pt x="993113" y="5163527"/>
                  </a:lnTo>
                  <a:lnTo>
                    <a:pt x="989070" y="5174265"/>
                  </a:lnTo>
                  <a:lnTo>
                    <a:pt x="989630" y="5174288"/>
                  </a:lnTo>
                  <a:lnTo>
                    <a:pt x="990123" y="5174427"/>
                  </a:lnTo>
                  <a:close/>
                </a:path>
                <a:path w="8348344" h="7197725">
                  <a:moveTo>
                    <a:pt x="158939" y="6039399"/>
                  </a:moveTo>
                  <a:lnTo>
                    <a:pt x="164976" y="6039399"/>
                  </a:lnTo>
                  <a:lnTo>
                    <a:pt x="180822" y="6039261"/>
                  </a:lnTo>
                  <a:lnTo>
                    <a:pt x="177603" y="6032363"/>
                  </a:lnTo>
                  <a:lnTo>
                    <a:pt x="171105" y="6027079"/>
                  </a:lnTo>
                  <a:lnTo>
                    <a:pt x="158293" y="6027079"/>
                  </a:lnTo>
                  <a:lnTo>
                    <a:pt x="155797" y="6027616"/>
                  </a:lnTo>
                  <a:lnTo>
                    <a:pt x="153508" y="6028400"/>
                  </a:lnTo>
                  <a:lnTo>
                    <a:pt x="153731" y="6034391"/>
                  </a:lnTo>
                  <a:lnTo>
                    <a:pt x="158939" y="6039399"/>
                  </a:lnTo>
                  <a:close/>
                </a:path>
                <a:path w="8348344" h="7197725">
                  <a:moveTo>
                    <a:pt x="2096762" y="5559375"/>
                  </a:moveTo>
                  <a:lnTo>
                    <a:pt x="2113798" y="5552034"/>
                  </a:lnTo>
                  <a:lnTo>
                    <a:pt x="2119477" y="5535883"/>
                  </a:lnTo>
                  <a:lnTo>
                    <a:pt x="2113798" y="5519732"/>
                  </a:lnTo>
                  <a:lnTo>
                    <a:pt x="2096762" y="5512390"/>
                  </a:lnTo>
                  <a:lnTo>
                    <a:pt x="2079722" y="5519732"/>
                  </a:lnTo>
                  <a:lnTo>
                    <a:pt x="2074042" y="5535883"/>
                  </a:lnTo>
                  <a:lnTo>
                    <a:pt x="2079722" y="5552034"/>
                  </a:lnTo>
                  <a:lnTo>
                    <a:pt x="2096762" y="5559375"/>
                  </a:lnTo>
                  <a:close/>
                </a:path>
                <a:path w="8348344" h="7197725">
                  <a:moveTo>
                    <a:pt x="165252" y="5815575"/>
                  </a:moveTo>
                  <a:lnTo>
                    <a:pt x="178289" y="5808194"/>
                  </a:lnTo>
                  <a:lnTo>
                    <a:pt x="183378" y="5794912"/>
                  </a:lnTo>
                  <a:lnTo>
                    <a:pt x="180522" y="5780897"/>
                  </a:lnTo>
                  <a:lnTo>
                    <a:pt x="169722" y="5771317"/>
                  </a:lnTo>
                  <a:lnTo>
                    <a:pt x="168538" y="5782371"/>
                  </a:lnTo>
                  <a:lnTo>
                    <a:pt x="167401" y="5793434"/>
                  </a:lnTo>
                  <a:lnTo>
                    <a:pt x="166307" y="5804503"/>
                  </a:lnTo>
                  <a:lnTo>
                    <a:pt x="165252" y="5815575"/>
                  </a:lnTo>
                  <a:close/>
                </a:path>
                <a:path w="8348344" h="7197725">
                  <a:moveTo>
                    <a:pt x="2096762" y="5687686"/>
                  </a:moveTo>
                  <a:lnTo>
                    <a:pt x="2113673" y="5680401"/>
                  </a:lnTo>
                  <a:lnTo>
                    <a:pt x="2119310" y="5664374"/>
                  </a:lnTo>
                  <a:lnTo>
                    <a:pt x="2113673" y="5648348"/>
                  </a:lnTo>
                  <a:lnTo>
                    <a:pt x="2096762" y="5641063"/>
                  </a:lnTo>
                  <a:lnTo>
                    <a:pt x="2079851" y="5648348"/>
                  </a:lnTo>
                  <a:lnTo>
                    <a:pt x="2074215" y="5664374"/>
                  </a:lnTo>
                  <a:lnTo>
                    <a:pt x="2079851" y="5680401"/>
                  </a:lnTo>
                  <a:lnTo>
                    <a:pt x="2096762" y="5687686"/>
                  </a:lnTo>
                  <a:close/>
                </a:path>
                <a:path w="8348344" h="7197725">
                  <a:moveTo>
                    <a:pt x="159415" y="5944293"/>
                  </a:moveTo>
                  <a:lnTo>
                    <a:pt x="170076" y="5944293"/>
                  </a:lnTo>
                  <a:lnTo>
                    <a:pt x="176259" y="5940091"/>
                  </a:lnTo>
                  <a:lnTo>
                    <a:pt x="179800" y="5934254"/>
                  </a:lnTo>
                  <a:lnTo>
                    <a:pt x="180606" y="5918699"/>
                  </a:lnTo>
                  <a:lnTo>
                    <a:pt x="181075" y="5910911"/>
                  </a:lnTo>
                  <a:lnTo>
                    <a:pt x="177880" y="5903829"/>
                  </a:lnTo>
                  <a:lnTo>
                    <a:pt x="171298" y="5898384"/>
                  </a:lnTo>
                  <a:lnTo>
                    <a:pt x="160267" y="5898384"/>
                  </a:lnTo>
                  <a:lnTo>
                    <a:pt x="159492" y="5898545"/>
                  </a:lnTo>
                  <a:lnTo>
                    <a:pt x="158662" y="5898637"/>
                  </a:lnTo>
                  <a:lnTo>
                    <a:pt x="157934" y="5910911"/>
                  </a:lnTo>
                  <a:lnTo>
                    <a:pt x="157378" y="5921217"/>
                  </a:lnTo>
                  <a:lnTo>
                    <a:pt x="156273" y="5943809"/>
                  </a:lnTo>
                  <a:lnTo>
                    <a:pt x="157802" y="5944116"/>
                  </a:lnTo>
                  <a:lnTo>
                    <a:pt x="159415" y="5944293"/>
                  </a:lnTo>
                  <a:close/>
                </a:path>
                <a:path w="8348344" h="7197725">
                  <a:moveTo>
                    <a:pt x="287819" y="5299811"/>
                  </a:moveTo>
                  <a:lnTo>
                    <a:pt x="291234" y="5288475"/>
                  </a:lnTo>
                  <a:lnTo>
                    <a:pt x="294606" y="5277498"/>
                  </a:lnTo>
                  <a:lnTo>
                    <a:pt x="298080" y="5266372"/>
                  </a:lnTo>
                  <a:lnTo>
                    <a:pt x="301590" y="5255254"/>
                  </a:lnTo>
                  <a:lnTo>
                    <a:pt x="300853" y="5255200"/>
                  </a:lnTo>
                  <a:lnTo>
                    <a:pt x="300200" y="5255047"/>
                  </a:lnTo>
                  <a:lnTo>
                    <a:pt x="299409" y="5255047"/>
                  </a:lnTo>
                  <a:lnTo>
                    <a:pt x="283967" y="5260594"/>
                  </a:lnTo>
                  <a:lnTo>
                    <a:pt x="276898" y="5273569"/>
                  </a:lnTo>
                  <a:lnTo>
                    <a:pt x="278187" y="5288475"/>
                  </a:lnTo>
                  <a:lnTo>
                    <a:pt x="287819" y="5299811"/>
                  </a:lnTo>
                  <a:close/>
                </a:path>
                <a:path w="8348344" h="7197725">
                  <a:moveTo>
                    <a:pt x="1125723" y="4917467"/>
                  </a:moveTo>
                  <a:lnTo>
                    <a:pt x="1130885" y="4907232"/>
                  </a:lnTo>
                  <a:lnTo>
                    <a:pt x="1136108" y="4897031"/>
                  </a:lnTo>
                  <a:lnTo>
                    <a:pt x="1141383" y="4886853"/>
                  </a:lnTo>
                  <a:lnTo>
                    <a:pt x="1146700" y="4876688"/>
                  </a:lnTo>
                  <a:lnTo>
                    <a:pt x="1142759" y="4872080"/>
                  </a:lnTo>
                  <a:lnTo>
                    <a:pt x="1136845" y="4869007"/>
                  </a:lnTo>
                  <a:lnTo>
                    <a:pt x="1127375" y="4869007"/>
                  </a:lnTo>
                  <a:lnTo>
                    <a:pt x="1107196" y="4903126"/>
                  </a:lnTo>
                  <a:lnTo>
                    <a:pt x="1110007" y="4910492"/>
                  </a:lnTo>
                  <a:lnTo>
                    <a:pt x="1116198" y="4916345"/>
                  </a:lnTo>
                  <a:lnTo>
                    <a:pt x="1125723" y="4917467"/>
                  </a:lnTo>
                  <a:close/>
                </a:path>
                <a:path w="8348344" h="7197725">
                  <a:moveTo>
                    <a:pt x="1965563" y="5173359"/>
                  </a:moveTo>
                  <a:lnTo>
                    <a:pt x="1974359" y="5168405"/>
                  </a:lnTo>
                  <a:lnTo>
                    <a:pt x="1979747" y="5160494"/>
                  </a:lnTo>
                  <a:lnTo>
                    <a:pt x="1981714" y="5151046"/>
                  </a:lnTo>
                  <a:lnTo>
                    <a:pt x="1980249" y="5141483"/>
                  </a:lnTo>
                  <a:lnTo>
                    <a:pt x="1976539" y="5149432"/>
                  </a:lnTo>
                  <a:lnTo>
                    <a:pt x="1972854" y="5157392"/>
                  </a:lnTo>
                  <a:lnTo>
                    <a:pt x="1969195" y="5165367"/>
                  </a:lnTo>
                  <a:lnTo>
                    <a:pt x="1965563" y="5173359"/>
                  </a:lnTo>
                  <a:close/>
                </a:path>
                <a:path w="8348344" h="7197725">
                  <a:moveTo>
                    <a:pt x="2100072" y="4917474"/>
                  </a:moveTo>
                  <a:lnTo>
                    <a:pt x="2110410" y="4913661"/>
                  </a:lnTo>
                  <a:lnTo>
                    <a:pt x="2117078" y="4906193"/>
                  </a:lnTo>
                  <a:lnTo>
                    <a:pt x="2120077" y="4896636"/>
                  </a:lnTo>
                  <a:lnTo>
                    <a:pt x="2119406" y="4886558"/>
                  </a:lnTo>
                  <a:lnTo>
                    <a:pt x="2109664" y="4901970"/>
                  </a:lnTo>
                  <a:lnTo>
                    <a:pt x="2104839" y="4909705"/>
                  </a:lnTo>
                  <a:lnTo>
                    <a:pt x="2100072" y="4917474"/>
                  </a:lnTo>
                  <a:close/>
                </a:path>
                <a:path w="8348344" h="7197725">
                  <a:moveTo>
                    <a:pt x="1003787" y="5683753"/>
                  </a:moveTo>
                  <a:lnTo>
                    <a:pt x="1009979" y="5676909"/>
                  </a:lnTo>
                  <a:lnTo>
                    <a:pt x="1012915" y="5668174"/>
                  </a:lnTo>
                  <a:lnTo>
                    <a:pt x="1012599" y="5658884"/>
                  </a:lnTo>
                  <a:lnTo>
                    <a:pt x="1009040" y="5650372"/>
                  </a:lnTo>
                  <a:lnTo>
                    <a:pt x="1006359" y="5667060"/>
                  </a:lnTo>
                  <a:lnTo>
                    <a:pt x="1005051" y="5675402"/>
                  </a:lnTo>
                  <a:lnTo>
                    <a:pt x="1003787" y="5683753"/>
                  </a:lnTo>
                  <a:close/>
                </a:path>
                <a:path w="8348344" h="7197725">
                  <a:moveTo>
                    <a:pt x="1114063" y="5297545"/>
                  </a:moveTo>
                  <a:lnTo>
                    <a:pt x="1117424" y="5286917"/>
                  </a:lnTo>
                  <a:lnTo>
                    <a:pt x="1120828" y="5276305"/>
                  </a:lnTo>
                  <a:lnTo>
                    <a:pt x="1124281" y="5265713"/>
                  </a:lnTo>
                  <a:lnTo>
                    <a:pt x="1127789" y="5255146"/>
                  </a:lnTo>
                  <a:lnTo>
                    <a:pt x="1113755" y="5260487"/>
                  </a:lnTo>
                  <a:lnTo>
                    <a:pt x="1106792" y="5272178"/>
                  </a:lnTo>
                  <a:lnTo>
                    <a:pt x="1106896" y="5285953"/>
                  </a:lnTo>
                  <a:lnTo>
                    <a:pt x="1114063" y="5297545"/>
                  </a:lnTo>
                  <a:close/>
                </a:path>
                <a:path w="8348344" h="7197725">
                  <a:moveTo>
                    <a:pt x="1958504" y="5944293"/>
                  </a:moveTo>
                  <a:lnTo>
                    <a:pt x="1975157" y="5937119"/>
                  </a:lnTo>
                  <a:lnTo>
                    <a:pt x="1980703" y="5921338"/>
                  </a:lnTo>
                  <a:lnTo>
                    <a:pt x="1975156" y="5905567"/>
                  </a:lnTo>
                  <a:lnTo>
                    <a:pt x="1958504" y="5898384"/>
                  </a:lnTo>
                  <a:lnTo>
                    <a:pt x="1941849" y="5905567"/>
                  </a:lnTo>
                  <a:lnTo>
                    <a:pt x="1936305" y="5921347"/>
                  </a:lnTo>
                  <a:lnTo>
                    <a:pt x="1941860" y="5937123"/>
                  </a:lnTo>
                  <a:lnTo>
                    <a:pt x="1958504" y="5944293"/>
                  </a:lnTo>
                  <a:close/>
                </a:path>
                <a:path w="8348344" h="7197725">
                  <a:moveTo>
                    <a:pt x="849606" y="5687686"/>
                  </a:moveTo>
                  <a:lnTo>
                    <a:pt x="859960" y="5687686"/>
                  </a:lnTo>
                  <a:lnTo>
                    <a:pt x="865598" y="5684760"/>
                  </a:lnTo>
                  <a:lnTo>
                    <a:pt x="869355" y="5680374"/>
                  </a:lnTo>
                  <a:lnTo>
                    <a:pt x="870922" y="5672923"/>
                  </a:lnTo>
                  <a:lnTo>
                    <a:pt x="872551" y="5665511"/>
                  </a:lnTo>
                  <a:lnTo>
                    <a:pt x="854323" y="5641239"/>
                  </a:lnTo>
                  <a:lnTo>
                    <a:pt x="851911" y="5652508"/>
                  </a:lnTo>
                  <a:lnTo>
                    <a:pt x="849523" y="5663791"/>
                  </a:lnTo>
                  <a:lnTo>
                    <a:pt x="847161" y="5675091"/>
                  </a:lnTo>
                  <a:lnTo>
                    <a:pt x="844821" y="5686411"/>
                  </a:lnTo>
                  <a:lnTo>
                    <a:pt x="847125" y="5687164"/>
                  </a:lnTo>
                  <a:lnTo>
                    <a:pt x="849606" y="5687686"/>
                  </a:lnTo>
                  <a:close/>
                </a:path>
                <a:path w="8348344" h="7197725">
                  <a:moveTo>
                    <a:pt x="1958504" y="6072619"/>
                  </a:moveTo>
                  <a:lnTo>
                    <a:pt x="1975029" y="6065500"/>
                  </a:lnTo>
                  <a:lnTo>
                    <a:pt x="1980536" y="6049838"/>
                  </a:lnTo>
                  <a:lnTo>
                    <a:pt x="1975027" y="6034175"/>
                  </a:lnTo>
                  <a:lnTo>
                    <a:pt x="1958504" y="6027056"/>
                  </a:lnTo>
                  <a:lnTo>
                    <a:pt x="1941982" y="6034175"/>
                  </a:lnTo>
                  <a:lnTo>
                    <a:pt x="1936475" y="6049838"/>
                  </a:lnTo>
                  <a:lnTo>
                    <a:pt x="1941982" y="6065500"/>
                  </a:lnTo>
                  <a:lnTo>
                    <a:pt x="1958504" y="6072619"/>
                  </a:lnTo>
                  <a:close/>
                </a:path>
                <a:path w="8348344" h="7197725">
                  <a:moveTo>
                    <a:pt x="1957122" y="5815982"/>
                  </a:moveTo>
                  <a:lnTo>
                    <a:pt x="1958504" y="5815982"/>
                  </a:lnTo>
                  <a:lnTo>
                    <a:pt x="1974094" y="5810028"/>
                  </a:lnTo>
                  <a:lnTo>
                    <a:pt x="1980608" y="5796367"/>
                  </a:lnTo>
                  <a:lnTo>
                    <a:pt x="1978063" y="5781300"/>
                  </a:lnTo>
                  <a:lnTo>
                    <a:pt x="1966477" y="5771125"/>
                  </a:lnTo>
                  <a:lnTo>
                    <a:pt x="1957551" y="5804473"/>
                  </a:lnTo>
                  <a:lnTo>
                    <a:pt x="1954618" y="5815606"/>
                  </a:lnTo>
                  <a:lnTo>
                    <a:pt x="1957122" y="5815982"/>
                  </a:lnTo>
                  <a:close/>
                </a:path>
                <a:path w="8348344" h="7197725">
                  <a:moveTo>
                    <a:pt x="1823203" y="5559076"/>
                  </a:moveTo>
                  <a:lnTo>
                    <a:pt x="1835838" y="5553367"/>
                  </a:lnTo>
                  <a:lnTo>
                    <a:pt x="1842117" y="5542211"/>
                  </a:lnTo>
                  <a:lnTo>
                    <a:pt x="1842040" y="5529256"/>
                  </a:lnTo>
                  <a:lnTo>
                    <a:pt x="1835608" y="5518151"/>
                  </a:lnTo>
                  <a:lnTo>
                    <a:pt x="1832459" y="5528369"/>
                  </a:lnTo>
                  <a:lnTo>
                    <a:pt x="1829340" y="5538596"/>
                  </a:lnTo>
                  <a:lnTo>
                    <a:pt x="1826253" y="5548832"/>
                  </a:lnTo>
                  <a:lnTo>
                    <a:pt x="1823203" y="5559076"/>
                  </a:lnTo>
                  <a:close/>
                </a:path>
                <a:path w="8348344" h="7197725">
                  <a:moveTo>
                    <a:pt x="1800874" y="6189186"/>
                  </a:moveTo>
                  <a:lnTo>
                    <a:pt x="1840055" y="6188134"/>
                  </a:lnTo>
                  <a:lnTo>
                    <a:pt x="1843174" y="6180783"/>
                  </a:lnTo>
                  <a:lnTo>
                    <a:pt x="1842583" y="6171812"/>
                  </a:lnTo>
                  <a:lnTo>
                    <a:pt x="1838266" y="6165122"/>
                  </a:lnTo>
                  <a:lnTo>
                    <a:pt x="1801566" y="6166067"/>
                  </a:lnTo>
                  <a:lnTo>
                    <a:pt x="1797610" y="6172972"/>
                  </a:lnTo>
                  <a:lnTo>
                    <a:pt x="1797426" y="6182012"/>
                  </a:lnTo>
                  <a:lnTo>
                    <a:pt x="1800874" y="6189186"/>
                  </a:lnTo>
                  <a:close/>
                </a:path>
                <a:path w="8348344" h="7197725">
                  <a:moveTo>
                    <a:pt x="418955" y="6037325"/>
                  </a:moveTo>
                  <a:lnTo>
                    <a:pt x="456162" y="6037025"/>
                  </a:lnTo>
                  <a:lnTo>
                    <a:pt x="452644" y="6031234"/>
                  </a:lnTo>
                  <a:lnTo>
                    <a:pt x="446515" y="6027079"/>
                  </a:lnTo>
                  <a:lnTo>
                    <a:pt x="428664" y="6027079"/>
                  </a:lnTo>
                  <a:lnTo>
                    <a:pt x="422442" y="6031365"/>
                  </a:lnTo>
                  <a:lnTo>
                    <a:pt x="418955" y="6037325"/>
                  </a:lnTo>
                  <a:close/>
                </a:path>
                <a:path w="8348344" h="7197725">
                  <a:moveTo>
                    <a:pt x="558012" y="6036181"/>
                  </a:moveTo>
                  <a:lnTo>
                    <a:pt x="593652" y="6035896"/>
                  </a:lnTo>
                  <a:lnTo>
                    <a:pt x="590027" y="6030727"/>
                  </a:lnTo>
                  <a:lnTo>
                    <a:pt x="584174" y="6027079"/>
                  </a:lnTo>
                  <a:lnTo>
                    <a:pt x="567529" y="6027079"/>
                  </a:lnTo>
                  <a:lnTo>
                    <a:pt x="561607" y="6030858"/>
                  </a:lnTo>
                  <a:lnTo>
                    <a:pt x="558012" y="6036181"/>
                  </a:lnTo>
                  <a:close/>
                </a:path>
                <a:path w="8348344" h="7197725">
                  <a:moveTo>
                    <a:pt x="843845" y="5814376"/>
                  </a:moveTo>
                  <a:lnTo>
                    <a:pt x="845751" y="5803219"/>
                  </a:lnTo>
                  <a:lnTo>
                    <a:pt x="847693" y="5792071"/>
                  </a:lnTo>
                  <a:lnTo>
                    <a:pt x="849676" y="5780929"/>
                  </a:lnTo>
                  <a:lnTo>
                    <a:pt x="851703" y="5769788"/>
                  </a:lnTo>
                  <a:lnTo>
                    <a:pt x="836663" y="5775950"/>
                  </a:lnTo>
                  <a:lnTo>
                    <a:pt x="830345" y="5789395"/>
                  </a:lnTo>
                  <a:lnTo>
                    <a:pt x="832741" y="5804183"/>
                  </a:lnTo>
                  <a:lnTo>
                    <a:pt x="843845" y="5814376"/>
                  </a:lnTo>
                  <a:close/>
                </a:path>
                <a:path w="8348344" h="7197725">
                  <a:moveTo>
                    <a:pt x="436184" y="4917635"/>
                  </a:moveTo>
                  <a:lnTo>
                    <a:pt x="441145" y="4907718"/>
                  </a:lnTo>
                  <a:lnTo>
                    <a:pt x="446177" y="4897839"/>
                  </a:lnTo>
                  <a:lnTo>
                    <a:pt x="451278" y="4887998"/>
                  </a:lnTo>
                  <a:lnTo>
                    <a:pt x="456446" y="4878193"/>
                  </a:lnTo>
                  <a:lnTo>
                    <a:pt x="452560" y="4872809"/>
                  </a:lnTo>
                  <a:lnTo>
                    <a:pt x="446361" y="4869030"/>
                  </a:lnTo>
                  <a:lnTo>
                    <a:pt x="436730" y="4869030"/>
                  </a:lnTo>
                  <a:lnTo>
                    <a:pt x="435908" y="4869191"/>
                  </a:lnTo>
                  <a:lnTo>
                    <a:pt x="435024" y="4869284"/>
                  </a:lnTo>
                  <a:lnTo>
                    <a:pt x="430353" y="4878193"/>
                  </a:lnTo>
                  <a:lnTo>
                    <a:pt x="425765" y="4887102"/>
                  </a:lnTo>
                  <a:lnTo>
                    <a:pt x="421231" y="4896058"/>
                  </a:lnTo>
                  <a:lnTo>
                    <a:pt x="416759" y="4905046"/>
                  </a:lnTo>
                  <a:lnTo>
                    <a:pt x="420069" y="4911936"/>
                  </a:lnTo>
                  <a:lnTo>
                    <a:pt x="426537" y="4917144"/>
                  </a:lnTo>
                  <a:lnTo>
                    <a:pt x="436184" y="4917635"/>
                  </a:lnTo>
                  <a:close/>
                </a:path>
                <a:path w="8348344" h="7197725">
                  <a:moveTo>
                    <a:pt x="304717" y="5173881"/>
                  </a:moveTo>
                  <a:lnTo>
                    <a:pt x="315508" y="5168294"/>
                  </a:lnTo>
                  <a:lnTo>
                    <a:pt x="321384" y="5158507"/>
                  </a:lnTo>
                  <a:lnTo>
                    <a:pt x="322357" y="5146978"/>
                  </a:lnTo>
                  <a:lnTo>
                    <a:pt x="318442" y="5136168"/>
                  </a:lnTo>
                  <a:lnTo>
                    <a:pt x="311508" y="5155001"/>
                  </a:lnTo>
                  <a:lnTo>
                    <a:pt x="308081" y="5164430"/>
                  </a:lnTo>
                  <a:lnTo>
                    <a:pt x="304717" y="5173881"/>
                  </a:lnTo>
                  <a:close/>
                </a:path>
                <a:path w="8348344" h="7197725">
                  <a:moveTo>
                    <a:pt x="280114" y="6038447"/>
                  </a:moveTo>
                  <a:lnTo>
                    <a:pt x="318565" y="6038132"/>
                  </a:lnTo>
                  <a:lnTo>
                    <a:pt x="315185" y="6031772"/>
                  </a:lnTo>
                  <a:lnTo>
                    <a:pt x="308825" y="6027079"/>
                  </a:lnTo>
                  <a:lnTo>
                    <a:pt x="289846" y="6027079"/>
                  </a:lnTo>
                  <a:lnTo>
                    <a:pt x="283448" y="6031918"/>
                  </a:lnTo>
                  <a:lnTo>
                    <a:pt x="280114" y="6038447"/>
                  </a:lnTo>
                  <a:close/>
                </a:path>
                <a:path w="8348344" h="7197725">
                  <a:moveTo>
                    <a:pt x="182558" y="5671855"/>
                  </a:moveTo>
                  <a:lnTo>
                    <a:pt x="183279" y="5669413"/>
                  </a:lnTo>
                  <a:lnTo>
                    <a:pt x="183702" y="5666863"/>
                  </a:lnTo>
                  <a:lnTo>
                    <a:pt x="183686" y="5664297"/>
                  </a:lnTo>
                  <a:lnTo>
                    <a:pt x="182558" y="5671855"/>
                  </a:lnTo>
                  <a:close/>
                </a:path>
                <a:path w="8348344" h="7197725">
                  <a:moveTo>
                    <a:pt x="697054" y="6035059"/>
                  </a:moveTo>
                  <a:lnTo>
                    <a:pt x="731111" y="6034775"/>
                  </a:lnTo>
                  <a:lnTo>
                    <a:pt x="727456" y="6030197"/>
                  </a:lnTo>
                  <a:lnTo>
                    <a:pt x="721833" y="6027079"/>
                  </a:lnTo>
                  <a:lnTo>
                    <a:pt x="706386" y="6027079"/>
                  </a:lnTo>
                  <a:lnTo>
                    <a:pt x="700717" y="6030312"/>
                  </a:lnTo>
                  <a:lnTo>
                    <a:pt x="697054" y="6035059"/>
                  </a:lnTo>
                  <a:close/>
                </a:path>
                <a:path w="8348344" h="7197725">
                  <a:moveTo>
                    <a:pt x="5829727" y="1324995"/>
                  </a:moveTo>
                  <a:lnTo>
                    <a:pt x="5847917" y="1318884"/>
                  </a:lnTo>
                  <a:lnTo>
                    <a:pt x="5856988" y="1304314"/>
                  </a:lnTo>
                  <a:lnTo>
                    <a:pt x="5856952" y="1286926"/>
                  </a:lnTo>
                  <a:lnTo>
                    <a:pt x="5847823" y="1272365"/>
                  </a:lnTo>
                  <a:lnTo>
                    <a:pt x="5801338" y="1296030"/>
                  </a:lnTo>
                  <a:lnTo>
                    <a:pt x="5803210" y="1306696"/>
                  </a:lnTo>
                  <a:lnTo>
                    <a:pt x="5808565" y="1315970"/>
                  </a:lnTo>
                  <a:lnTo>
                    <a:pt x="5817403" y="1322516"/>
                  </a:lnTo>
                  <a:lnTo>
                    <a:pt x="5829727" y="1324995"/>
                  </a:lnTo>
                  <a:close/>
                </a:path>
                <a:path w="8348344" h="7197725">
                  <a:moveTo>
                    <a:pt x="2502918" y="6970835"/>
                  </a:moveTo>
                  <a:lnTo>
                    <a:pt x="2532086" y="6952297"/>
                  </a:lnTo>
                  <a:lnTo>
                    <a:pt x="2531912" y="6945099"/>
                  </a:lnTo>
                  <a:lnTo>
                    <a:pt x="2529635" y="6938332"/>
                  </a:lnTo>
                  <a:lnTo>
                    <a:pt x="2525254" y="6932707"/>
                  </a:lnTo>
                  <a:lnTo>
                    <a:pt x="2493724" y="6960957"/>
                  </a:lnTo>
                  <a:lnTo>
                    <a:pt x="2496996" y="6966680"/>
                  </a:lnTo>
                  <a:lnTo>
                    <a:pt x="2502918" y="6970835"/>
                  </a:lnTo>
                  <a:close/>
                </a:path>
                <a:path w="8348344" h="7197725">
                  <a:moveTo>
                    <a:pt x="2096762" y="5815982"/>
                  </a:moveTo>
                  <a:lnTo>
                    <a:pt x="2113539" y="5808756"/>
                  </a:lnTo>
                  <a:lnTo>
                    <a:pt x="2119131" y="5792858"/>
                  </a:lnTo>
                  <a:lnTo>
                    <a:pt x="2113539" y="5776961"/>
                  </a:lnTo>
                  <a:lnTo>
                    <a:pt x="2096762" y="5769735"/>
                  </a:lnTo>
                  <a:lnTo>
                    <a:pt x="2079981" y="5776961"/>
                  </a:lnTo>
                  <a:lnTo>
                    <a:pt x="2074387" y="5792858"/>
                  </a:lnTo>
                  <a:lnTo>
                    <a:pt x="2079981" y="5808756"/>
                  </a:lnTo>
                  <a:lnTo>
                    <a:pt x="2096762" y="5815982"/>
                  </a:lnTo>
                  <a:close/>
                </a:path>
                <a:path w="8348344" h="7197725">
                  <a:moveTo>
                    <a:pt x="1523899" y="7071871"/>
                  </a:moveTo>
                  <a:lnTo>
                    <a:pt x="1563563" y="7071871"/>
                  </a:lnTo>
                  <a:lnTo>
                    <a:pt x="1561474" y="7063499"/>
                  </a:lnTo>
                  <a:lnTo>
                    <a:pt x="1554906" y="7056432"/>
                  </a:lnTo>
                  <a:lnTo>
                    <a:pt x="1532554" y="7056432"/>
                  </a:lnTo>
                  <a:lnTo>
                    <a:pt x="1526003" y="7063499"/>
                  </a:lnTo>
                  <a:lnTo>
                    <a:pt x="1523899" y="7071871"/>
                  </a:lnTo>
                  <a:close/>
                </a:path>
                <a:path w="8348344" h="7197725">
                  <a:moveTo>
                    <a:pt x="970867" y="7071871"/>
                  </a:moveTo>
                  <a:lnTo>
                    <a:pt x="1010531" y="7071871"/>
                  </a:lnTo>
                  <a:lnTo>
                    <a:pt x="1008442" y="7063499"/>
                  </a:lnTo>
                  <a:lnTo>
                    <a:pt x="1001874" y="7056432"/>
                  </a:lnTo>
                  <a:lnTo>
                    <a:pt x="979522" y="7056432"/>
                  </a:lnTo>
                  <a:lnTo>
                    <a:pt x="972971" y="7063499"/>
                  </a:lnTo>
                  <a:lnTo>
                    <a:pt x="970867" y="7071871"/>
                  </a:lnTo>
                  <a:close/>
                </a:path>
                <a:path w="8348344" h="7197725">
                  <a:moveTo>
                    <a:pt x="832609" y="7071871"/>
                  </a:moveTo>
                  <a:lnTo>
                    <a:pt x="872273" y="7071871"/>
                  </a:lnTo>
                  <a:lnTo>
                    <a:pt x="870184" y="7063499"/>
                  </a:lnTo>
                  <a:lnTo>
                    <a:pt x="863616" y="7056432"/>
                  </a:lnTo>
                  <a:lnTo>
                    <a:pt x="841264" y="7056432"/>
                  </a:lnTo>
                  <a:lnTo>
                    <a:pt x="834713" y="7063499"/>
                  </a:lnTo>
                  <a:lnTo>
                    <a:pt x="832609" y="7071871"/>
                  </a:lnTo>
                  <a:close/>
                </a:path>
                <a:path w="8348344" h="7197725">
                  <a:moveTo>
                    <a:pt x="595426" y="7070519"/>
                  </a:moveTo>
                  <a:lnTo>
                    <a:pt x="592976" y="7062746"/>
                  </a:lnTo>
                  <a:lnTo>
                    <a:pt x="586501" y="7056432"/>
                  </a:lnTo>
                  <a:lnTo>
                    <a:pt x="566576" y="7056432"/>
                  </a:lnTo>
                  <a:lnTo>
                    <a:pt x="560478" y="7061417"/>
                  </a:lnTo>
                  <a:lnTo>
                    <a:pt x="557474" y="7067923"/>
                  </a:lnTo>
                  <a:lnTo>
                    <a:pt x="566933" y="7068710"/>
                  </a:lnTo>
                  <a:lnTo>
                    <a:pt x="585911" y="7070004"/>
                  </a:lnTo>
                  <a:lnTo>
                    <a:pt x="595426" y="7070519"/>
                  </a:lnTo>
                  <a:close/>
                </a:path>
                <a:path w="8348344" h="7197725">
                  <a:moveTo>
                    <a:pt x="694351" y="7071871"/>
                  </a:moveTo>
                  <a:lnTo>
                    <a:pt x="734015" y="7071871"/>
                  </a:lnTo>
                  <a:lnTo>
                    <a:pt x="731926" y="7063499"/>
                  </a:lnTo>
                  <a:lnTo>
                    <a:pt x="725358" y="7056432"/>
                  </a:lnTo>
                  <a:lnTo>
                    <a:pt x="703006" y="7056432"/>
                  </a:lnTo>
                  <a:lnTo>
                    <a:pt x="696455" y="7063499"/>
                  </a:lnTo>
                  <a:lnTo>
                    <a:pt x="694351" y="7071871"/>
                  </a:lnTo>
                  <a:close/>
                </a:path>
                <a:path w="8348344" h="7197725">
                  <a:moveTo>
                    <a:pt x="1109125" y="7071871"/>
                  </a:moveTo>
                  <a:lnTo>
                    <a:pt x="1148789" y="7071871"/>
                  </a:lnTo>
                  <a:lnTo>
                    <a:pt x="1146700" y="7063499"/>
                  </a:lnTo>
                  <a:lnTo>
                    <a:pt x="1140132" y="7056432"/>
                  </a:lnTo>
                  <a:lnTo>
                    <a:pt x="1117780" y="7056432"/>
                  </a:lnTo>
                  <a:lnTo>
                    <a:pt x="1111229" y="7063499"/>
                  </a:lnTo>
                  <a:lnTo>
                    <a:pt x="1109125" y="7071871"/>
                  </a:lnTo>
                  <a:close/>
                </a:path>
                <a:path w="8348344" h="7197725">
                  <a:moveTo>
                    <a:pt x="1385641" y="7071871"/>
                  </a:moveTo>
                  <a:lnTo>
                    <a:pt x="1425305" y="7071871"/>
                  </a:lnTo>
                  <a:lnTo>
                    <a:pt x="1423216" y="7063499"/>
                  </a:lnTo>
                  <a:lnTo>
                    <a:pt x="1416648" y="7056432"/>
                  </a:lnTo>
                  <a:lnTo>
                    <a:pt x="1394296" y="7056432"/>
                  </a:lnTo>
                  <a:lnTo>
                    <a:pt x="1387745" y="7063499"/>
                  </a:lnTo>
                  <a:lnTo>
                    <a:pt x="1385641" y="7071871"/>
                  </a:lnTo>
                  <a:close/>
                </a:path>
                <a:path w="8348344" h="7197725">
                  <a:moveTo>
                    <a:pt x="1247383" y="7071871"/>
                  </a:moveTo>
                  <a:lnTo>
                    <a:pt x="1287047" y="7071871"/>
                  </a:lnTo>
                  <a:lnTo>
                    <a:pt x="1284958" y="7063499"/>
                  </a:lnTo>
                  <a:lnTo>
                    <a:pt x="1278390" y="7056432"/>
                  </a:lnTo>
                  <a:lnTo>
                    <a:pt x="1256038" y="7056432"/>
                  </a:lnTo>
                  <a:lnTo>
                    <a:pt x="1249487" y="7063499"/>
                  </a:lnTo>
                  <a:lnTo>
                    <a:pt x="1247383" y="7071871"/>
                  </a:lnTo>
                  <a:close/>
                </a:path>
                <a:path w="8348344" h="7197725">
                  <a:moveTo>
                    <a:pt x="2096762" y="6457553"/>
                  </a:moveTo>
                  <a:lnTo>
                    <a:pt x="2112891" y="6450602"/>
                  </a:lnTo>
                  <a:lnTo>
                    <a:pt x="2118267" y="6435312"/>
                  </a:lnTo>
                  <a:lnTo>
                    <a:pt x="2112891" y="6420022"/>
                  </a:lnTo>
                  <a:lnTo>
                    <a:pt x="2096762" y="6413072"/>
                  </a:lnTo>
                  <a:lnTo>
                    <a:pt x="2080630" y="6420022"/>
                  </a:lnTo>
                  <a:lnTo>
                    <a:pt x="2075254" y="6435312"/>
                  </a:lnTo>
                  <a:lnTo>
                    <a:pt x="2080632" y="6450602"/>
                  </a:lnTo>
                  <a:lnTo>
                    <a:pt x="2096762" y="6457553"/>
                  </a:lnTo>
                  <a:close/>
                </a:path>
                <a:path w="8348344" h="7197725">
                  <a:moveTo>
                    <a:pt x="2096762" y="6329242"/>
                  </a:moveTo>
                  <a:lnTo>
                    <a:pt x="2113029" y="6322235"/>
                  </a:lnTo>
                  <a:lnTo>
                    <a:pt x="2118451" y="6306821"/>
                  </a:lnTo>
                  <a:lnTo>
                    <a:pt x="2113029" y="6291407"/>
                  </a:lnTo>
                  <a:lnTo>
                    <a:pt x="2096762" y="6284400"/>
                  </a:lnTo>
                  <a:lnTo>
                    <a:pt x="2080499" y="6291407"/>
                  </a:lnTo>
                  <a:lnTo>
                    <a:pt x="2075078" y="6306821"/>
                  </a:lnTo>
                  <a:lnTo>
                    <a:pt x="2080500" y="6322235"/>
                  </a:lnTo>
                  <a:lnTo>
                    <a:pt x="2096762" y="6329242"/>
                  </a:lnTo>
                  <a:close/>
                </a:path>
                <a:path w="8348344" h="7197725">
                  <a:moveTo>
                    <a:pt x="2096762" y="6585864"/>
                  </a:moveTo>
                  <a:lnTo>
                    <a:pt x="2112761" y="6578970"/>
                  </a:lnTo>
                  <a:lnTo>
                    <a:pt x="2118094" y="6563804"/>
                  </a:lnTo>
                  <a:lnTo>
                    <a:pt x="2112761" y="6548638"/>
                  </a:lnTo>
                  <a:lnTo>
                    <a:pt x="2096762" y="6541744"/>
                  </a:lnTo>
                  <a:lnTo>
                    <a:pt x="2080754" y="6548639"/>
                  </a:lnTo>
                  <a:lnTo>
                    <a:pt x="2075418" y="6563807"/>
                  </a:lnTo>
                  <a:lnTo>
                    <a:pt x="2080754" y="6578973"/>
                  </a:lnTo>
                  <a:lnTo>
                    <a:pt x="2096762" y="6585864"/>
                  </a:lnTo>
                  <a:close/>
                </a:path>
                <a:path w="8348344" h="7197725">
                  <a:moveTo>
                    <a:pt x="2096762" y="6714190"/>
                  </a:moveTo>
                  <a:lnTo>
                    <a:pt x="2112636" y="6707350"/>
                  </a:lnTo>
                  <a:lnTo>
                    <a:pt x="2117927" y="6692303"/>
                  </a:lnTo>
                  <a:lnTo>
                    <a:pt x="2112636" y="6677256"/>
                  </a:lnTo>
                  <a:lnTo>
                    <a:pt x="2096762" y="6670416"/>
                  </a:lnTo>
                  <a:lnTo>
                    <a:pt x="2080891" y="6677256"/>
                  </a:lnTo>
                  <a:lnTo>
                    <a:pt x="2075600" y="6692303"/>
                  </a:lnTo>
                  <a:lnTo>
                    <a:pt x="2080889" y="6707350"/>
                  </a:lnTo>
                  <a:lnTo>
                    <a:pt x="2096762" y="6714190"/>
                  </a:lnTo>
                  <a:close/>
                </a:path>
                <a:path w="8348344" h="7197725">
                  <a:moveTo>
                    <a:pt x="2096762" y="6072642"/>
                  </a:moveTo>
                  <a:lnTo>
                    <a:pt x="2113284" y="6065523"/>
                  </a:lnTo>
                  <a:lnTo>
                    <a:pt x="2118791" y="6049861"/>
                  </a:lnTo>
                  <a:lnTo>
                    <a:pt x="2113284" y="6034198"/>
                  </a:lnTo>
                  <a:lnTo>
                    <a:pt x="2096762" y="6027079"/>
                  </a:lnTo>
                  <a:lnTo>
                    <a:pt x="2080240" y="6034198"/>
                  </a:lnTo>
                  <a:lnTo>
                    <a:pt x="2074733" y="6049861"/>
                  </a:lnTo>
                  <a:lnTo>
                    <a:pt x="2080240" y="6065523"/>
                  </a:lnTo>
                  <a:lnTo>
                    <a:pt x="2096762" y="6072642"/>
                  </a:lnTo>
                  <a:close/>
                </a:path>
                <a:path w="8348344" h="7197725">
                  <a:moveTo>
                    <a:pt x="2096762" y="5944316"/>
                  </a:moveTo>
                  <a:lnTo>
                    <a:pt x="2113417" y="5937133"/>
                  </a:lnTo>
                  <a:lnTo>
                    <a:pt x="2118961" y="5921352"/>
                  </a:lnTo>
                  <a:lnTo>
                    <a:pt x="2113406" y="5905577"/>
                  </a:lnTo>
                  <a:lnTo>
                    <a:pt x="2096762" y="5898406"/>
                  </a:lnTo>
                  <a:lnTo>
                    <a:pt x="2080110" y="5905580"/>
                  </a:lnTo>
                  <a:lnTo>
                    <a:pt x="2074563" y="5921361"/>
                  </a:lnTo>
                  <a:lnTo>
                    <a:pt x="2080111" y="5937133"/>
                  </a:lnTo>
                  <a:lnTo>
                    <a:pt x="2096762" y="5944316"/>
                  </a:lnTo>
                  <a:close/>
                </a:path>
                <a:path w="8348344" h="7197725">
                  <a:moveTo>
                    <a:pt x="2096762" y="6200938"/>
                  </a:moveTo>
                  <a:lnTo>
                    <a:pt x="2113151" y="6193872"/>
                  </a:lnTo>
                  <a:lnTo>
                    <a:pt x="2118612" y="6178334"/>
                  </a:lnTo>
                  <a:lnTo>
                    <a:pt x="2113148" y="6162797"/>
                  </a:lnTo>
                  <a:lnTo>
                    <a:pt x="2096762" y="6155735"/>
                  </a:lnTo>
                  <a:lnTo>
                    <a:pt x="2080365" y="6162798"/>
                  </a:lnTo>
                  <a:lnTo>
                    <a:pt x="2074901" y="6178337"/>
                  </a:lnTo>
                  <a:lnTo>
                    <a:pt x="2080373" y="6193875"/>
                  </a:lnTo>
                  <a:lnTo>
                    <a:pt x="2096762" y="6200938"/>
                  </a:lnTo>
                  <a:close/>
                </a:path>
                <a:path w="8348344" h="7197725">
                  <a:moveTo>
                    <a:pt x="2096762" y="6970812"/>
                  </a:moveTo>
                  <a:lnTo>
                    <a:pt x="2112372" y="6964085"/>
                  </a:lnTo>
                  <a:lnTo>
                    <a:pt x="2117576" y="6949286"/>
                  </a:lnTo>
                  <a:lnTo>
                    <a:pt x="2112372" y="6934487"/>
                  </a:lnTo>
                  <a:lnTo>
                    <a:pt x="2096762" y="6927760"/>
                  </a:lnTo>
                  <a:lnTo>
                    <a:pt x="2081143" y="6934490"/>
                  </a:lnTo>
                  <a:lnTo>
                    <a:pt x="2075937" y="6949295"/>
                  </a:lnTo>
                  <a:lnTo>
                    <a:pt x="2081143" y="6964095"/>
                  </a:lnTo>
                  <a:lnTo>
                    <a:pt x="2096762" y="6970812"/>
                  </a:lnTo>
                  <a:close/>
                </a:path>
                <a:path w="8348344" h="7197725">
                  <a:moveTo>
                    <a:pt x="990698" y="4019596"/>
                  </a:moveTo>
                  <a:lnTo>
                    <a:pt x="1009290" y="4011584"/>
                  </a:lnTo>
                  <a:lnTo>
                    <a:pt x="1015487" y="3993957"/>
                  </a:lnTo>
                  <a:lnTo>
                    <a:pt x="1009290" y="3976330"/>
                  </a:lnTo>
                  <a:lnTo>
                    <a:pt x="990698" y="3968318"/>
                  </a:lnTo>
                  <a:lnTo>
                    <a:pt x="972102" y="3976330"/>
                  </a:lnTo>
                  <a:lnTo>
                    <a:pt x="965904" y="3993957"/>
                  </a:lnTo>
                  <a:lnTo>
                    <a:pt x="972102" y="4011584"/>
                  </a:lnTo>
                  <a:lnTo>
                    <a:pt x="990698" y="4019596"/>
                  </a:lnTo>
                  <a:close/>
                </a:path>
                <a:path w="8348344" h="7197725">
                  <a:moveTo>
                    <a:pt x="990698" y="4404521"/>
                  </a:moveTo>
                  <a:lnTo>
                    <a:pt x="1008901" y="4396678"/>
                  </a:lnTo>
                  <a:lnTo>
                    <a:pt x="1014969" y="4379424"/>
                  </a:lnTo>
                  <a:lnTo>
                    <a:pt x="1008901" y="4362169"/>
                  </a:lnTo>
                  <a:lnTo>
                    <a:pt x="990698" y="4354326"/>
                  </a:lnTo>
                  <a:lnTo>
                    <a:pt x="972492" y="4362169"/>
                  </a:lnTo>
                  <a:lnTo>
                    <a:pt x="966423" y="4379424"/>
                  </a:lnTo>
                  <a:lnTo>
                    <a:pt x="972492" y="4396679"/>
                  </a:lnTo>
                  <a:lnTo>
                    <a:pt x="990698" y="4404521"/>
                  </a:lnTo>
                  <a:close/>
                </a:path>
                <a:path w="8348344" h="7197725">
                  <a:moveTo>
                    <a:pt x="990698" y="4147907"/>
                  </a:moveTo>
                  <a:lnTo>
                    <a:pt x="1009160" y="4139951"/>
                  </a:lnTo>
                  <a:lnTo>
                    <a:pt x="1015314" y="4122449"/>
                  </a:lnTo>
                  <a:lnTo>
                    <a:pt x="1009160" y="4104946"/>
                  </a:lnTo>
                  <a:lnTo>
                    <a:pt x="990698" y="4096990"/>
                  </a:lnTo>
                  <a:lnTo>
                    <a:pt x="972228" y="4104946"/>
                  </a:lnTo>
                  <a:lnTo>
                    <a:pt x="966071" y="4122449"/>
                  </a:lnTo>
                  <a:lnTo>
                    <a:pt x="972228" y="4139951"/>
                  </a:lnTo>
                  <a:lnTo>
                    <a:pt x="990698" y="4147907"/>
                  </a:lnTo>
                  <a:close/>
                </a:path>
                <a:path w="8348344" h="7197725">
                  <a:moveTo>
                    <a:pt x="990698" y="4276218"/>
                  </a:moveTo>
                  <a:lnTo>
                    <a:pt x="1009035" y="4268319"/>
                  </a:lnTo>
                  <a:lnTo>
                    <a:pt x="1015147" y="4250940"/>
                  </a:lnTo>
                  <a:lnTo>
                    <a:pt x="1009035" y="4233561"/>
                  </a:lnTo>
                  <a:lnTo>
                    <a:pt x="990698" y="4225662"/>
                  </a:lnTo>
                  <a:lnTo>
                    <a:pt x="972362" y="4233561"/>
                  </a:lnTo>
                  <a:lnTo>
                    <a:pt x="966250" y="4250940"/>
                  </a:lnTo>
                  <a:lnTo>
                    <a:pt x="972362" y="4268319"/>
                  </a:lnTo>
                  <a:lnTo>
                    <a:pt x="990698" y="4276218"/>
                  </a:lnTo>
                  <a:close/>
                </a:path>
                <a:path w="8348344" h="7197725">
                  <a:moveTo>
                    <a:pt x="990698" y="4661159"/>
                  </a:moveTo>
                  <a:lnTo>
                    <a:pt x="1008642" y="4653427"/>
                  </a:lnTo>
                  <a:lnTo>
                    <a:pt x="1014623" y="4636415"/>
                  </a:lnTo>
                  <a:lnTo>
                    <a:pt x="1008642" y="4619403"/>
                  </a:lnTo>
                  <a:lnTo>
                    <a:pt x="990698" y="4611671"/>
                  </a:lnTo>
                  <a:lnTo>
                    <a:pt x="972751" y="4619403"/>
                  </a:lnTo>
                  <a:lnTo>
                    <a:pt x="966768" y="4636415"/>
                  </a:lnTo>
                  <a:lnTo>
                    <a:pt x="972751" y="4653427"/>
                  </a:lnTo>
                  <a:lnTo>
                    <a:pt x="990698" y="4661159"/>
                  </a:lnTo>
                  <a:close/>
                </a:path>
                <a:path w="8348344" h="7197725">
                  <a:moveTo>
                    <a:pt x="990698" y="3891293"/>
                  </a:moveTo>
                  <a:lnTo>
                    <a:pt x="1009424" y="3883223"/>
                  </a:lnTo>
                  <a:lnTo>
                    <a:pt x="1015665" y="3865469"/>
                  </a:lnTo>
                  <a:lnTo>
                    <a:pt x="1009424" y="3847716"/>
                  </a:lnTo>
                  <a:lnTo>
                    <a:pt x="990698" y="3839646"/>
                  </a:lnTo>
                  <a:lnTo>
                    <a:pt x="971973" y="3847716"/>
                  </a:lnTo>
                  <a:lnTo>
                    <a:pt x="965731" y="3865469"/>
                  </a:lnTo>
                  <a:lnTo>
                    <a:pt x="971973" y="3883223"/>
                  </a:lnTo>
                  <a:lnTo>
                    <a:pt x="990698" y="3891293"/>
                  </a:lnTo>
                  <a:close/>
                </a:path>
                <a:path w="8348344" h="7197725">
                  <a:moveTo>
                    <a:pt x="5829727" y="3506329"/>
                  </a:moveTo>
                  <a:lnTo>
                    <a:pt x="5848841" y="3498095"/>
                  </a:lnTo>
                  <a:lnTo>
                    <a:pt x="5855212" y="3479979"/>
                  </a:lnTo>
                  <a:lnTo>
                    <a:pt x="5848841" y="3461864"/>
                  </a:lnTo>
                  <a:lnTo>
                    <a:pt x="5829727" y="3453630"/>
                  </a:lnTo>
                  <a:lnTo>
                    <a:pt x="5810613" y="3461864"/>
                  </a:lnTo>
                  <a:lnTo>
                    <a:pt x="5804241" y="3479979"/>
                  </a:lnTo>
                  <a:lnTo>
                    <a:pt x="5810613" y="3498095"/>
                  </a:lnTo>
                  <a:lnTo>
                    <a:pt x="5829727" y="3506329"/>
                  </a:lnTo>
                  <a:close/>
                </a:path>
                <a:path w="8348344" h="7197725">
                  <a:moveTo>
                    <a:pt x="2096762" y="6842501"/>
                  </a:moveTo>
                  <a:lnTo>
                    <a:pt x="2112506" y="6835718"/>
                  </a:lnTo>
                  <a:lnTo>
                    <a:pt x="2117754" y="6820795"/>
                  </a:lnTo>
                  <a:lnTo>
                    <a:pt x="2112506" y="6805872"/>
                  </a:lnTo>
                  <a:lnTo>
                    <a:pt x="2096762" y="6799088"/>
                  </a:lnTo>
                  <a:lnTo>
                    <a:pt x="2081018" y="6805875"/>
                  </a:lnTo>
                  <a:lnTo>
                    <a:pt x="2075770" y="6820803"/>
                  </a:lnTo>
                  <a:lnTo>
                    <a:pt x="2081018" y="6835728"/>
                  </a:lnTo>
                  <a:lnTo>
                    <a:pt x="2096762" y="6842501"/>
                  </a:lnTo>
                  <a:close/>
                </a:path>
                <a:path w="8348344" h="7197725">
                  <a:moveTo>
                    <a:pt x="990698" y="4532833"/>
                  </a:moveTo>
                  <a:lnTo>
                    <a:pt x="1008780" y="4525046"/>
                  </a:lnTo>
                  <a:lnTo>
                    <a:pt x="1014808" y="4507915"/>
                  </a:lnTo>
                  <a:lnTo>
                    <a:pt x="1008780" y="4490785"/>
                  </a:lnTo>
                  <a:lnTo>
                    <a:pt x="990698" y="4482998"/>
                  </a:lnTo>
                  <a:lnTo>
                    <a:pt x="972621" y="4490785"/>
                  </a:lnTo>
                  <a:lnTo>
                    <a:pt x="966596" y="4507916"/>
                  </a:lnTo>
                  <a:lnTo>
                    <a:pt x="972621" y="4525046"/>
                  </a:lnTo>
                  <a:lnTo>
                    <a:pt x="990698" y="4532833"/>
                  </a:lnTo>
                  <a:close/>
                </a:path>
                <a:path w="8348344" h="7197725">
                  <a:moveTo>
                    <a:pt x="714183" y="4147907"/>
                  </a:moveTo>
                  <a:lnTo>
                    <a:pt x="732644" y="4139951"/>
                  </a:lnTo>
                  <a:lnTo>
                    <a:pt x="738798" y="4122449"/>
                  </a:lnTo>
                  <a:lnTo>
                    <a:pt x="732644" y="4104946"/>
                  </a:lnTo>
                  <a:lnTo>
                    <a:pt x="714183" y="4096990"/>
                  </a:lnTo>
                  <a:lnTo>
                    <a:pt x="695712" y="4104946"/>
                  </a:lnTo>
                  <a:lnTo>
                    <a:pt x="689555" y="4122449"/>
                  </a:lnTo>
                  <a:lnTo>
                    <a:pt x="695712" y="4139951"/>
                  </a:lnTo>
                  <a:lnTo>
                    <a:pt x="714183" y="4147907"/>
                  </a:lnTo>
                  <a:close/>
                </a:path>
                <a:path w="8348344" h="7197725">
                  <a:moveTo>
                    <a:pt x="714183" y="4661159"/>
                  </a:moveTo>
                  <a:lnTo>
                    <a:pt x="732130" y="4653427"/>
                  </a:lnTo>
                  <a:lnTo>
                    <a:pt x="738113" y="4636415"/>
                  </a:lnTo>
                  <a:lnTo>
                    <a:pt x="732130" y="4619403"/>
                  </a:lnTo>
                  <a:lnTo>
                    <a:pt x="714183" y="4611671"/>
                  </a:lnTo>
                  <a:lnTo>
                    <a:pt x="696235" y="4619403"/>
                  </a:lnTo>
                  <a:lnTo>
                    <a:pt x="690252" y="4636415"/>
                  </a:lnTo>
                  <a:lnTo>
                    <a:pt x="696235" y="4653427"/>
                  </a:lnTo>
                  <a:lnTo>
                    <a:pt x="714183" y="4661159"/>
                  </a:lnTo>
                  <a:close/>
                </a:path>
                <a:path w="8348344" h="7197725">
                  <a:moveTo>
                    <a:pt x="714183" y="4532833"/>
                  </a:moveTo>
                  <a:lnTo>
                    <a:pt x="732261" y="4525046"/>
                  </a:lnTo>
                  <a:lnTo>
                    <a:pt x="738288" y="4507916"/>
                  </a:lnTo>
                  <a:lnTo>
                    <a:pt x="732263" y="4490785"/>
                  </a:lnTo>
                  <a:lnTo>
                    <a:pt x="714183" y="4482999"/>
                  </a:lnTo>
                  <a:lnTo>
                    <a:pt x="696101" y="4490785"/>
                  </a:lnTo>
                  <a:lnTo>
                    <a:pt x="690073" y="4507916"/>
                  </a:lnTo>
                  <a:lnTo>
                    <a:pt x="696101" y="4525046"/>
                  </a:lnTo>
                  <a:lnTo>
                    <a:pt x="714183" y="4532833"/>
                  </a:lnTo>
                  <a:close/>
                </a:path>
                <a:path w="8348344" h="7197725">
                  <a:moveTo>
                    <a:pt x="1664576" y="6192374"/>
                  </a:moveTo>
                  <a:lnTo>
                    <a:pt x="1700016" y="6191552"/>
                  </a:lnTo>
                  <a:lnTo>
                    <a:pt x="1704302" y="6184893"/>
                  </a:lnTo>
                  <a:lnTo>
                    <a:pt x="1704916" y="6175952"/>
                  </a:lnTo>
                  <a:lnTo>
                    <a:pt x="1701852" y="6168616"/>
                  </a:lnTo>
                  <a:lnTo>
                    <a:pt x="1661695" y="6169607"/>
                  </a:lnTo>
                  <a:lnTo>
                    <a:pt x="1658953" y="6177065"/>
                  </a:lnTo>
                  <a:lnTo>
                    <a:pt x="1659944" y="6185960"/>
                  </a:lnTo>
                  <a:lnTo>
                    <a:pt x="1664576" y="6192374"/>
                  </a:lnTo>
                  <a:close/>
                </a:path>
                <a:path w="8348344" h="7197725">
                  <a:moveTo>
                    <a:pt x="714183" y="4404522"/>
                  </a:moveTo>
                  <a:lnTo>
                    <a:pt x="732385" y="4396679"/>
                  </a:lnTo>
                  <a:lnTo>
                    <a:pt x="738453" y="4379424"/>
                  </a:lnTo>
                  <a:lnTo>
                    <a:pt x="732385" y="4362169"/>
                  </a:lnTo>
                  <a:lnTo>
                    <a:pt x="714183" y="4354327"/>
                  </a:lnTo>
                  <a:lnTo>
                    <a:pt x="695971" y="4362170"/>
                  </a:lnTo>
                  <a:lnTo>
                    <a:pt x="689901" y="4379424"/>
                  </a:lnTo>
                  <a:lnTo>
                    <a:pt x="695971" y="4396679"/>
                  </a:lnTo>
                  <a:lnTo>
                    <a:pt x="714183" y="4404522"/>
                  </a:lnTo>
                  <a:close/>
                </a:path>
                <a:path w="8348344" h="7197725">
                  <a:moveTo>
                    <a:pt x="852440" y="3891285"/>
                  </a:moveTo>
                  <a:lnTo>
                    <a:pt x="871166" y="3883215"/>
                  </a:lnTo>
                  <a:lnTo>
                    <a:pt x="877407" y="3865461"/>
                  </a:lnTo>
                  <a:lnTo>
                    <a:pt x="871166" y="3847708"/>
                  </a:lnTo>
                  <a:lnTo>
                    <a:pt x="852440" y="3839638"/>
                  </a:lnTo>
                  <a:lnTo>
                    <a:pt x="833715" y="3847708"/>
                  </a:lnTo>
                  <a:lnTo>
                    <a:pt x="827474" y="3865461"/>
                  </a:lnTo>
                  <a:lnTo>
                    <a:pt x="833715" y="3883215"/>
                  </a:lnTo>
                  <a:lnTo>
                    <a:pt x="852440" y="3891285"/>
                  </a:lnTo>
                  <a:close/>
                </a:path>
                <a:path w="8348344" h="7197725">
                  <a:moveTo>
                    <a:pt x="852440" y="4661159"/>
                  </a:moveTo>
                  <a:lnTo>
                    <a:pt x="870384" y="4653427"/>
                  </a:lnTo>
                  <a:lnTo>
                    <a:pt x="876365" y="4636415"/>
                  </a:lnTo>
                  <a:lnTo>
                    <a:pt x="870384" y="4619403"/>
                  </a:lnTo>
                  <a:lnTo>
                    <a:pt x="852440" y="4611671"/>
                  </a:lnTo>
                  <a:lnTo>
                    <a:pt x="834493" y="4619403"/>
                  </a:lnTo>
                  <a:lnTo>
                    <a:pt x="828510" y="4636415"/>
                  </a:lnTo>
                  <a:lnTo>
                    <a:pt x="834493" y="4653427"/>
                  </a:lnTo>
                  <a:lnTo>
                    <a:pt x="852440" y="4661159"/>
                  </a:lnTo>
                  <a:close/>
                </a:path>
                <a:path w="8348344" h="7197725">
                  <a:moveTo>
                    <a:pt x="852440" y="4276218"/>
                  </a:moveTo>
                  <a:lnTo>
                    <a:pt x="870777" y="4268319"/>
                  </a:lnTo>
                  <a:lnTo>
                    <a:pt x="876889" y="4250940"/>
                  </a:lnTo>
                  <a:lnTo>
                    <a:pt x="870777" y="4233561"/>
                  </a:lnTo>
                  <a:lnTo>
                    <a:pt x="852440" y="4225662"/>
                  </a:lnTo>
                  <a:lnTo>
                    <a:pt x="834104" y="4233561"/>
                  </a:lnTo>
                  <a:lnTo>
                    <a:pt x="827992" y="4250940"/>
                  </a:lnTo>
                  <a:lnTo>
                    <a:pt x="834104" y="4268319"/>
                  </a:lnTo>
                  <a:lnTo>
                    <a:pt x="852440" y="4276218"/>
                  </a:lnTo>
                  <a:close/>
                </a:path>
                <a:path w="8348344" h="7197725">
                  <a:moveTo>
                    <a:pt x="852440" y="4404521"/>
                  </a:moveTo>
                  <a:lnTo>
                    <a:pt x="870643" y="4396678"/>
                  </a:lnTo>
                  <a:lnTo>
                    <a:pt x="876711" y="4379424"/>
                  </a:lnTo>
                  <a:lnTo>
                    <a:pt x="870643" y="4362169"/>
                  </a:lnTo>
                  <a:lnTo>
                    <a:pt x="852440" y="4354326"/>
                  </a:lnTo>
                  <a:lnTo>
                    <a:pt x="834234" y="4362169"/>
                  </a:lnTo>
                  <a:lnTo>
                    <a:pt x="828165" y="4379424"/>
                  </a:lnTo>
                  <a:lnTo>
                    <a:pt x="834234" y="4396679"/>
                  </a:lnTo>
                  <a:lnTo>
                    <a:pt x="852440" y="4404521"/>
                  </a:lnTo>
                  <a:close/>
                </a:path>
                <a:path w="8348344" h="7197725">
                  <a:moveTo>
                    <a:pt x="852440" y="4532833"/>
                  </a:moveTo>
                  <a:lnTo>
                    <a:pt x="870522" y="4525046"/>
                  </a:lnTo>
                  <a:lnTo>
                    <a:pt x="876550" y="4507915"/>
                  </a:lnTo>
                  <a:lnTo>
                    <a:pt x="870522" y="4490785"/>
                  </a:lnTo>
                  <a:lnTo>
                    <a:pt x="852440" y="4482998"/>
                  </a:lnTo>
                  <a:lnTo>
                    <a:pt x="834363" y="4490785"/>
                  </a:lnTo>
                  <a:lnTo>
                    <a:pt x="828338" y="4507916"/>
                  </a:lnTo>
                  <a:lnTo>
                    <a:pt x="834363" y="4525046"/>
                  </a:lnTo>
                  <a:lnTo>
                    <a:pt x="852440" y="4532833"/>
                  </a:lnTo>
                  <a:close/>
                </a:path>
                <a:path w="8348344" h="7197725">
                  <a:moveTo>
                    <a:pt x="1267214" y="3891293"/>
                  </a:moveTo>
                  <a:lnTo>
                    <a:pt x="1285940" y="3883223"/>
                  </a:lnTo>
                  <a:lnTo>
                    <a:pt x="1292181" y="3865469"/>
                  </a:lnTo>
                  <a:lnTo>
                    <a:pt x="1285940" y="3847716"/>
                  </a:lnTo>
                  <a:lnTo>
                    <a:pt x="1267214" y="3839646"/>
                  </a:lnTo>
                  <a:lnTo>
                    <a:pt x="1248489" y="3847716"/>
                  </a:lnTo>
                  <a:lnTo>
                    <a:pt x="1242247" y="3865469"/>
                  </a:lnTo>
                  <a:lnTo>
                    <a:pt x="1248489" y="3883223"/>
                  </a:lnTo>
                  <a:lnTo>
                    <a:pt x="1267214" y="3891293"/>
                  </a:lnTo>
                  <a:close/>
                </a:path>
                <a:path w="8348344" h="7197725">
                  <a:moveTo>
                    <a:pt x="431591" y="4276218"/>
                  </a:moveTo>
                  <a:lnTo>
                    <a:pt x="437667" y="4276218"/>
                  </a:lnTo>
                  <a:lnTo>
                    <a:pt x="453591" y="4270729"/>
                  </a:lnTo>
                  <a:lnTo>
                    <a:pt x="461299" y="4257733"/>
                  </a:lnTo>
                  <a:lnTo>
                    <a:pt x="460801" y="4242437"/>
                  </a:lnTo>
                  <a:lnTo>
                    <a:pt x="452107" y="4230047"/>
                  </a:lnTo>
                  <a:lnTo>
                    <a:pt x="444689" y="4240374"/>
                  </a:lnTo>
                  <a:lnTo>
                    <a:pt x="437341" y="4250742"/>
                  </a:lnTo>
                  <a:lnTo>
                    <a:pt x="430058" y="4261147"/>
                  </a:lnTo>
                  <a:lnTo>
                    <a:pt x="422834" y="4271586"/>
                  </a:lnTo>
                  <a:lnTo>
                    <a:pt x="426644" y="4274459"/>
                  </a:lnTo>
                  <a:lnTo>
                    <a:pt x="431591" y="4276218"/>
                  </a:lnTo>
                  <a:close/>
                </a:path>
                <a:path w="8348344" h="7197725">
                  <a:moveTo>
                    <a:pt x="575925" y="4532833"/>
                  </a:moveTo>
                  <a:lnTo>
                    <a:pt x="594006" y="4525046"/>
                  </a:lnTo>
                  <a:lnTo>
                    <a:pt x="600034" y="4507915"/>
                  </a:lnTo>
                  <a:lnTo>
                    <a:pt x="594006" y="4490785"/>
                  </a:lnTo>
                  <a:lnTo>
                    <a:pt x="575925" y="4482998"/>
                  </a:lnTo>
                  <a:lnTo>
                    <a:pt x="557847" y="4490785"/>
                  </a:lnTo>
                  <a:lnTo>
                    <a:pt x="551822" y="4507916"/>
                  </a:lnTo>
                  <a:lnTo>
                    <a:pt x="557847" y="4525046"/>
                  </a:lnTo>
                  <a:lnTo>
                    <a:pt x="575925" y="4532833"/>
                  </a:lnTo>
                  <a:close/>
                </a:path>
                <a:path w="8348344" h="7197725">
                  <a:moveTo>
                    <a:pt x="575925" y="4147907"/>
                  </a:moveTo>
                  <a:lnTo>
                    <a:pt x="594390" y="4139951"/>
                  </a:lnTo>
                  <a:lnTo>
                    <a:pt x="600546" y="4122449"/>
                  </a:lnTo>
                  <a:lnTo>
                    <a:pt x="594391" y="4104946"/>
                  </a:lnTo>
                  <a:lnTo>
                    <a:pt x="575925" y="4096990"/>
                  </a:lnTo>
                  <a:lnTo>
                    <a:pt x="557458" y="4104946"/>
                  </a:lnTo>
                  <a:lnTo>
                    <a:pt x="551303" y="4122449"/>
                  </a:lnTo>
                  <a:lnTo>
                    <a:pt x="557458" y="4139951"/>
                  </a:lnTo>
                  <a:lnTo>
                    <a:pt x="575925" y="4147907"/>
                  </a:lnTo>
                  <a:close/>
                </a:path>
                <a:path w="8348344" h="7197725">
                  <a:moveTo>
                    <a:pt x="714183" y="4276218"/>
                  </a:moveTo>
                  <a:lnTo>
                    <a:pt x="732522" y="4268319"/>
                  </a:lnTo>
                  <a:lnTo>
                    <a:pt x="738634" y="4250940"/>
                  </a:lnTo>
                  <a:lnTo>
                    <a:pt x="732520" y="4233561"/>
                  </a:lnTo>
                  <a:lnTo>
                    <a:pt x="714183" y="4225662"/>
                  </a:lnTo>
                  <a:lnTo>
                    <a:pt x="695846" y="4233561"/>
                  </a:lnTo>
                  <a:lnTo>
                    <a:pt x="689734" y="4250940"/>
                  </a:lnTo>
                  <a:lnTo>
                    <a:pt x="695846" y="4268319"/>
                  </a:lnTo>
                  <a:lnTo>
                    <a:pt x="714183" y="4276218"/>
                  </a:lnTo>
                  <a:close/>
                </a:path>
                <a:path w="8348344" h="7197725">
                  <a:moveTo>
                    <a:pt x="299409" y="4532833"/>
                  </a:moveTo>
                  <a:lnTo>
                    <a:pt x="317486" y="4525046"/>
                  </a:lnTo>
                  <a:lnTo>
                    <a:pt x="323511" y="4507916"/>
                  </a:lnTo>
                  <a:lnTo>
                    <a:pt x="317486" y="4490785"/>
                  </a:lnTo>
                  <a:lnTo>
                    <a:pt x="299409" y="4482998"/>
                  </a:lnTo>
                  <a:lnTo>
                    <a:pt x="297458" y="4482998"/>
                  </a:lnTo>
                  <a:lnTo>
                    <a:pt x="276635" y="4516373"/>
                  </a:lnTo>
                  <a:lnTo>
                    <a:pt x="279662" y="4522775"/>
                  </a:lnTo>
                  <a:lnTo>
                    <a:pt x="284461" y="4528007"/>
                  </a:lnTo>
                  <a:lnTo>
                    <a:pt x="291041" y="4531538"/>
                  </a:lnTo>
                  <a:lnTo>
                    <a:pt x="299409" y="4532833"/>
                  </a:lnTo>
                  <a:close/>
                </a:path>
                <a:path w="8348344" h="7197725">
                  <a:moveTo>
                    <a:pt x="575925" y="4276218"/>
                  </a:moveTo>
                  <a:lnTo>
                    <a:pt x="594261" y="4268319"/>
                  </a:lnTo>
                  <a:lnTo>
                    <a:pt x="600373" y="4250940"/>
                  </a:lnTo>
                  <a:lnTo>
                    <a:pt x="594261" y="4233561"/>
                  </a:lnTo>
                  <a:lnTo>
                    <a:pt x="575925" y="4225662"/>
                  </a:lnTo>
                  <a:lnTo>
                    <a:pt x="557588" y="4233561"/>
                  </a:lnTo>
                  <a:lnTo>
                    <a:pt x="551476" y="4250940"/>
                  </a:lnTo>
                  <a:lnTo>
                    <a:pt x="557588" y="4268319"/>
                  </a:lnTo>
                  <a:lnTo>
                    <a:pt x="575925" y="4276218"/>
                  </a:lnTo>
                  <a:close/>
                </a:path>
                <a:path w="8348344" h="7197725">
                  <a:moveTo>
                    <a:pt x="575925" y="4404521"/>
                  </a:moveTo>
                  <a:lnTo>
                    <a:pt x="594127" y="4396678"/>
                  </a:lnTo>
                  <a:lnTo>
                    <a:pt x="600195" y="4379424"/>
                  </a:lnTo>
                  <a:lnTo>
                    <a:pt x="594127" y="4362169"/>
                  </a:lnTo>
                  <a:lnTo>
                    <a:pt x="575925" y="4354326"/>
                  </a:lnTo>
                  <a:lnTo>
                    <a:pt x="557718" y="4362169"/>
                  </a:lnTo>
                  <a:lnTo>
                    <a:pt x="551649" y="4379424"/>
                  </a:lnTo>
                  <a:lnTo>
                    <a:pt x="557718" y="4396679"/>
                  </a:lnTo>
                  <a:lnTo>
                    <a:pt x="575925" y="4404521"/>
                  </a:lnTo>
                  <a:close/>
                </a:path>
                <a:path w="8348344" h="7197725">
                  <a:moveTo>
                    <a:pt x="575925" y="4661159"/>
                  </a:moveTo>
                  <a:lnTo>
                    <a:pt x="593868" y="4653427"/>
                  </a:lnTo>
                  <a:lnTo>
                    <a:pt x="599849" y="4636415"/>
                  </a:lnTo>
                  <a:lnTo>
                    <a:pt x="593868" y="4619403"/>
                  </a:lnTo>
                  <a:lnTo>
                    <a:pt x="575925" y="4611671"/>
                  </a:lnTo>
                  <a:lnTo>
                    <a:pt x="557977" y="4619403"/>
                  </a:lnTo>
                  <a:lnTo>
                    <a:pt x="551994" y="4636415"/>
                  </a:lnTo>
                  <a:lnTo>
                    <a:pt x="557977" y="4653427"/>
                  </a:lnTo>
                  <a:lnTo>
                    <a:pt x="575925" y="4661159"/>
                  </a:lnTo>
                  <a:close/>
                </a:path>
                <a:path w="8348344" h="7197725">
                  <a:moveTo>
                    <a:pt x="1405472" y="4661159"/>
                  </a:moveTo>
                  <a:lnTo>
                    <a:pt x="1423420" y="4653427"/>
                  </a:lnTo>
                  <a:lnTo>
                    <a:pt x="1429402" y="4636415"/>
                  </a:lnTo>
                  <a:lnTo>
                    <a:pt x="1423420" y="4619403"/>
                  </a:lnTo>
                  <a:lnTo>
                    <a:pt x="1405472" y="4611671"/>
                  </a:lnTo>
                  <a:lnTo>
                    <a:pt x="1387524" y="4619403"/>
                  </a:lnTo>
                  <a:lnTo>
                    <a:pt x="1381542" y="4636415"/>
                  </a:lnTo>
                  <a:lnTo>
                    <a:pt x="1387524" y="4653427"/>
                  </a:lnTo>
                  <a:lnTo>
                    <a:pt x="1405472" y="4661159"/>
                  </a:lnTo>
                  <a:close/>
                </a:path>
                <a:path w="8348344" h="7197725">
                  <a:moveTo>
                    <a:pt x="1267214" y="4404521"/>
                  </a:moveTo>
                  <a:lnTo>
                    <a:pt x="1285417" y="4396678"/>
                  </a:lnTo>
                  <a:lnTo>
                    <a:pt x="1291484" y="4379424"/>
                  </a:lnTo>
                  <a:lnTo>
                    <a:pt x="1285417" y="4362169"/>
                  </a:lnTo>
                  <a:lnTo>
                    <a:pt x="1267214" y="4354326"/>
                  </a:lnTo>
                  <a:lnTo>
                    <a:pt x="1249008" y="4362169"/>
                  </a:lnTo>
                  <a:lnTo>
                    <a:pt x="1242939" y="4379424"/>
                  </a:lnTo>
                  <a:lnTo>
                    <a:pt x="1249008" y="4396679"/>
                  </a:lnTo>
                  <a:lnTo>
                    <a:pt x="1267214" y="4404521"/>
                  </a:lnTo>
                  <a:close/>
                </a:path>
                <a:path w="8348344" h="7197725">
                  <a:moveTo>
                    <a:pt x="1267214" y="4661159"/>
                  </a:moveTo>
                  <a:lnTo>
                    <a:pt x="1285157" y="4653427"/>
                  </a:lnTo>
                  <a:lnTo>
                    <a:pt x="1291138" y="4636415"/>
                  </a:lnTo>
                  <a:lnTo>
                    <a:pt x="1285157" y="4619403"/>
                  </a:lnTo>
                  <a:lnTo>
                    <a:pt x="1267214" y="4611671"/>
                  </a:lnTo>
                  <a:lnTo>
                    <a:pt x="1249267" y="4619403"/>
                  </a:lnTo>
                  <a:lnTo>
                    <a:pt x="1243284" y="4636415"/>
                  </a:lnTo>
                  <a:lnTo>
                    <a:pt x="1249267" y="4653427"/>
                  </a:lnTo>
                  <a:lnTo>
                    <a:pt x="1267214" y="4661159"/>
                  </a:lnTo>
                  <a:close/>
                </a:path>
                <a:path w="8348344" h="7197725">
                  <a:moveTo>
                    <a:pt x="1405472" y="4532833"/>
                  </a:moveTo>
                  <a:lnTo>
                    <a:pt x="1423551" y="4525046"/>
                  </a:lnTo>
                  <a:lnTo>
                    <a:pt x="1429578" y="4507916"/>
                  </a:lnTo>
                  <a:lnTo>
                    <a:pt x="1423553" y="4490785"/>
                  </a:lnTo>
                  <a:lnTo>
                    <a:pt x="1405472" y="4482999"/>
                  </a:lnTo>
                  <a:lnTo>
                    <a:pt x="1387390" y="4490785"/>
                  </a:lnTo>
                  <a:lnTo>
                    <a:pt x="1381363" y="4507916"/>
                  </a:lnTo>
                  <a:lnTo>
                    <a:pt x="1387390" y="4525046"/>
                  </a:lnTo>
                  <a:lnTo>
                    <a:pt x="1405472" y="4532833"/>
                  </a:lnTo>
                  <a:close/>
                </a:path>
                <a:path w="8348344" h="7197725">
                  <a:moveTo>
                    <a:pt x="159223" y="4789478"/>
                  </a:moveTo>
                  <a:lnTo>
                    <a:pt x="161151" y="4789478"/>
                  </a:lnTo>
                  <a:lnTo>
                    <a:pt x="177003" y="4783812"/>
                  </a:lnTo>
                  <a:lnTo>
                    <a:pt x="184307" y="4770539"/>
                  </a:lnTo>
                  <a:lnTo>
                    <a:pt x="183082" y="4755249"/>
                  </a:lnTo>
                  <a:lnTo>
                    <a:pt x="173348" y="4743530"/>
                  </a:lnTo>
                  <a:lnTo>
                    <a:pt x="168874" y="4754855"/>
                  </a:lnTo>
                  <a:lnTo>
                    <a:pt x="164442" y="4766195"/>
                  </a:lnTo>
                  <a:lnTo>
                    <a:pt x="160056" y="4777554"/>
                  </a:lnTo>
                  <a:lnTo>
                    <a:pt x="155720" y="4788940"/>
                  </a:lnTo>
                  <a:lnTo>
                    <a:pt x="157426" y="4789286"/>
                  </a:lnTo>
                  <a:lnTo>
                    <a:pt x="159223" y="4789478"/>
                  </a:lnTo>
                  <a:close/>
                </a:path>
                <a:path w="8348344" h="7197725">
                  <a:moveTo>
                    <a:pt x="852440" y="4147907"/>
                  </a:moveTo>
                  <a:lnTo>
                    <a:pt x="870902" y="4139951"/>
                  </a:lnTo>
                  <a:lnTo>
                    <a:pt x="877056" y="4122449"/>
                  </a:lnTo>
                  <a:lnTo>
                    <a:pt x="870902" y="4104946"/>
                  </a:lnTo>
                  <a:lnTo>
                    <a:pt x="852440" y="4096990"/>
                  </a:lnTo>
                  <a:lnTo>
                    <a:pt x="833970" y="4104946"/>
                  </a:lnTo>
                  <a:lnTo>
                    <a:pt x="827813" y="4122449"/>
                  </a:lnTo>
                  <a:lnTo>
                    <a:pt x="833970" y="4139951"/>
                  </a:lnTo>
                  <a:lnTo>
                    <a:pt x="852440" y="4147907"/>
                  </a:lnTo>
                  <a:close/>
                </a:path>
                <a:path w="8348344" h="7197725">
                  <a:moveTo>
                    <a:pt x="1267214" y="4019596"/>
                  </a:moveTo>
                  <a:lnTo>
                    <a:pt x="1285806" y="4011584"/>
                  </a:lnTo>
                  <a:lnTo>
                    <a:pt x="1292003" y="3993957"/>
                  </a:lnTo>
                  <a:lnTo>
                    <a:pt x="1285806" y="3976330"/>
                  </a:lnTo>
                  <a:lnTo>
                    <a:pt x="1267214" y="3968318"/>
                  </a:lnTo>
                  <a:lnTo>
                    <a:pt x="1248618" y="3976330"/>
                  </a:lnTo>
                  <a:lnTo>
                    <a:pt x="1242420" y="3993957"/>
                  </a:lnTo>
                  <a:lnTo>
                    <a:pt x="1248618" y="4011584"/>
                  </a:lnTo>
                  <a:lnTo>
                    <a:pt x="1267214" y="4019596"/>
                  </a:lnTo>
                  <a:close/>
                </a:path>
                <a:path w="8348344" h="7197725">
                  <a:moveTo>
                    <a:pt x="1267214" y="4147907"/>
                  </a:moveTo>
                  <a:lnTo>
                    <a:pt x="1285676" y="4139951"/>
                  </a:lnTo>
                  <a:lnTo>
                    <a:pt x="1291830" y="4122449"/>
                  </a:lnTo>
                  <a:lnTo>
                    <a:pt x="1285676" y="4104946"/>
                  </a:lnTo>
                  <a:lnTo>
                    <a:pt x="1267214" y="4096990"/>
                  </a:lnTo>
                  <a:lnTo>
                    <a:pt x="1248744" y="4104946"/>
                  </a:lnTo>
                  <a:lnTo>
                    <a:pt x="1242587" y="4122449"/>
                  </a:lnTo>
                  <a:lnTo>
                    <a:pt x="1248744" y="4139951"/>
                  </a:lnTo>
                  <a:lnTo>
                    <a:pt x="1267214" y="4147907"/>
                  </a:lnTo>
                  <a:close/>
                </a:path>
                <a:path w="8348344" h="7197725">
                  <a:moveTo>
                    <a:pt x="1267214" y="4276218"/>
                  </a:moveTo>
                  <a:lnTo>
                    <a:pt x="1285551" y="4268319"/>
                  </a:lnTo>
                  <a:lnTo>
                    <a:pt x="1291663" y="4250940"/>
                  </a:lnTo>
                  <a:lnTo>
                    <a:pt x="1285551" y="4233561"/>
                  </a:lnTo>
                  <a:lnTo>
                    <a:pt x="1267214" y="4225662"/>
                  </a:lnTo>
                  <a:lnTo>
                    <a:pt x="1248878" y="4233561"/>
                  </a:lnTo>
                  <a:lnTo>
                    <a:pt x="1242766" y="4250940"/>
                  </a:lnTo>
                  <a:lnTo>
                    <a:pt x="1248878" y="4268319"/>
                  </a:lnTo>
                  <a:lnTo>
                    <a:pt x="1267214" y="4276218"/>
                  </a:lnTo>
                  <a:close/>
                </a:path>
                <a:path w="8348344" h="7197725">
                  <a:moveTo>
                    <a:pt x="1267214" y="4532833"/>
                  </a:moveTo>
                  <a:lnTo>
                    <a:pt x="1285296" y="4525046"/>
                  </a:lnTo>
                  <a:lnTo>
                    <a:pt x="1291323" y="4507915"/>
                  </a:lnTo>
                  <a:lnTo>
                    <a:pt x="1285296" y="4490785"/>
                  </a:lnTo>
                  <a:lnTo>
                    <a:pt x="1267214" y="4482998"/>
                  </a:lnTo>
                  <a:lnTo>
                    <a:pt x="1249137" y="4490785"/>
                  </a:lnTo>
                  <a:lnTo>
                    <a:pt x="1243112" y="4507916"/>
                  </a:lnTo>
                  <a:lnTo>
                    <a:pt x="1249137" y="4525046"/>
                  </a:lnTo>
                  <a:lnTo>
                    <a:pt x="1267214" y="4532833"/>
                  </a:lnTo>
                  <a:close/>
                </a:path>
                <a:path w="8348344" h="7197725">
                  <a:moveTo>
                    <a:pt x="1405472" y="3634640"/>
                  </a:moveTo>
                  <a:lnTo>
                    <a:pt x="1424461" y="3626462"/>
                  </a:lnTo>
                  <a:lnTo>
                    <a:pt x="1430791" y="3608471"/>
                  </a:lnTo>
                  <a:lnTo>
                    <a:pt x="1424461" y="3590479"/>
                  </a:lnTo>
                  <a:lnTo>
                    <a:pt x="1405472" y="3582302"/>
                  </a:lnTo>
                  <a:lnTo>
                    <a:pt x="1386488" y="3590480"/>
                  </a:lnTo>
                  <a:lnTo>
                    <a:pt x="1380159" y="3608474"/>
                  </a:lnTo>
                  <a:lnTo>
                    <a:pt x="1386488" y="3626465"/>
                  </a:lnTo>
                  <a:lnTo>
                    <a:pt x="1405472" y="3634640"/>
                  </a:lnTo>
                  <a:close/>
                </a:path>
                <a:path w="8348344" h="7197725">
                  <a:moveTo>
                    <a:pt x="1405472" y="3762959"/>
                  </a:moveTo>
                  <a:lnTo>
                    <a:pt x="1424327" y="3754835"/>
                  </a:lnTo>
                  <a:lnTo>
                    <a:pt x="1430612" y="3736963"/>
                  </a:lnTo>
                  <a:lnTo>
                    <a:pt x="1424327" y="3719090"/>
                  </a:lnTo>
                  <a:lnTo>
                    <a:pt x="1405472" y="3710966"/>
                  </a:lnTo>
                  <a:lnTo>
                    <a:pt x="1386617" y="3719090"/>
                  </a:lnTo>
                  <a:lnTo>
                    <a:pt x="1380332" y="3736963"/>
                  </a:lnTo>
                  <a:lnTo>
                    <a:pt x="1386617" y="3754835"/>
                  </a:lnTo>
                  <a:lnTo>
                    <a:pt x="1405472" y="3762959"/>
                  </a:lnTo>
                  <a:close/>
                </a:path>
                <a:path w="8348344" h="7197725">
                  <a:moveTo>
                    <a:pt x="852440" y="4019596"/>
                  </a:moveTo>
                  <a:lnTo>
                    <a:pt x="871032" y="4011584"/>
                  </a:lnTo>
                  <a:lnTo>
                    <a:pt x="877229" y="3993957"/>
                  </a:lnTo>
                  <a:lnTo>
                    <a:pt x="871032" y="3976330"/>
                  </a:lnTo>
                  <a:lnTo>
                    <a:pt x="852440" y="3968318"/>
                  </a:lnTo>
                  <a:lnTo>
                    <a:pt x="833844" y="3976330"/>
                  </a:lnTo>
                  <a:lnTo>
                    <a:pt x="827646" y="3993957"/>
                  </a:lnTo>
                  <a:lnTo>
                    <a:pt x="833844" y="4011584"/>
                  </a:lnTo>
                  <a:lnTo>
                    <a:pt x="852440" y="4019596"/>
                  </a:lnTo>
                  <a:close/>
                </a:path>
                <a:path w="8348344" h="7197725">
                  <a:moveTo>
                    <a:pt x="1405472" y="4276218"/>
                  </a:moveTo>
                  <a:lnTo>
                    <a:pt x="1423812" y="4268319"/>
                  </a:lnTo>
                  <a:lnTo>
                    <a:pt x="1429924" y="4250940"/>
                  </a:lnTo>
                  <a:lnTo>
                    <a:pt x="1423810" y="4233561"/>
                  </a:lnTo>
                  <a:lnTo>
                    <a:pt x="1405472" y="4225662"/>
                  </a:lnTo>
                  <a:lnTo>
                    <a:pt x="1387136" y="4233561"/>
                  </a:lnTo>
                  <a:lnTo>
                    <a:pt x="1381024" y="4250940"/>
                  </a:lnTo>
                  <a:lnTo>
                    <a:pt x="1387136" y="4268319"/>
                  </a:lnTo>
                  <a:lnTo>
                    <a:pt x="1405472" y="4276218"/>
                  </a:lnTo>
                  <a:close/>
                </a:path>
                <a:path w="8348344" h="7197725">
                  <a:moveTo>
                    <a:pt x="1405472" y="4404522"/>
                  </a:moveTo>
                  <a:lnTo>
                    <a:pt x="1423675" y="4396679"/>
                  </a:lnTo>
                  <a:lnTo>
                    <a:pt x="1429742" y="4379424"/>
                  </a:lnTo>
                  <a:lnTo>
                    <a:pt x="1423675" y="4362169"/>
                  </a:lnTo>
                  <a:lnTo>
                    <a:pt x="1405472" y="4354327"/>
                  </a:lnTo>
                  <a:lnTo>
                    <a:pt x="1387261" y="4362170"/>
                  </a:lnTo>
                  <a:lnTo>
                    <a:pt x="1381191" y="4379424"/>
                  </a:lnTo>
                  <a:lnTo>
                    <a:pt x="1387261" y="4396679"/>
                  </a:lnTo>
                  <a:lnTo>
                    <a:pt x="1405472" y="4404522"/>
                  </a:lnTo>
                  <a:close/>
                </a:path>
                <a:path w="8348344" h="7197725">
                  <a:moveTo>
                    <a:pt x="1405472" y="4019596"/>
                  </a:moveTo>
                  <a:lnTo>
                    <a:pt x="1424064" y="4011584"/>
                  </a:lnTo>
                  <a:lnTo>
                    <a:pt x="1430261" y="3993957"/>
                  </a:lnTo>
                  <a:lnTo>
                    <a:pt x="1424064" y="3976330"/>
                  </a:lnTo>
                  <a:lnTo>
                    <a:pt x="1405472" y="3968318"/>
                  </a:lnTo>
                  <a:lnTo>
                    <a:pt x="1386872" y="3976330"/>
                  </a:lnTo>
                  <a:lnTo>
                    <a:pt x="1380672" y="3993957"/>
                  </a:lnTo>
                  <a:lnTo>
                    <a:pt x="1386872" y="4011584"/>
                  </a:lnTo>
                  <a:lnTo>
                    <a:pt x="1405472" y="4019596"/>
                  </a:lnTo>
                  <a:close/>
                </a:path>
                <a:path w="8348344" h="7197725">
                  <a:moveTo>
                    <a:pt x="1405472" y="4147907"/>
                  </a:moveTo>
                  <a:lnTo>
                    <a:pt x="1423938" y="4139951"/>
                  </a:lnTo>
                  <a:lnTo>
                    <a:pt x="1430094" y="4122449"/>
                  </a:lnTo>
                  <a:lnTo>
                    <a:pt x="1423938" y="4104946"/>
                  </a:lnTo>
                  <a:lnTo>
                    <a:pt x="1405472" y="4096990"/>
                  </a:lnTo>
                  <a:lnTo>
                    <a:pt x="1387006" y="4104946"/>
                  </a:lnTo>
                  <a:lnTo>
                    <a:pt x="1380851" y="4122449"/>
                  </a:lnTo>
                  <a:lnTo>
                    <a:pt x="1387006" y="4139951"/>
                  </a:lnTo>
                  <a:lnTo>
                    <a:pt x="1405472" y="4147907"/>
                  </a:lnTo>
                  <a:close/>
                </a:path>
                <a:path w="8348344" h="7197725">
                  <a:moveTo>
                    <a:pt x="714183" y="4019596"/>
                  </a:moveTo>
                  <a:lnTo>
                    <a:pt x="732774" y="4011584"/>
                  </a:lnTo>
                  <a:lnTo>
                    <a:pt x="738971" y="3993957"/>
                  </a:lnTo>
                  <a:lnTo>
                    <a:pt x="732774" y="3976330"/>
                  </a:lnTo>
                  <a:lnTo>
                    <a:pt x="714183" y="3968318"/>
                  </a:lnTo>
                  <a:lnTo>
                    <a:pt x="695586" y="3976330"/>
                  </a:lnTo>
                  <a:lnTo>
                    <a:pt x="689388" y="3993957"/>
                  </a:lnTo>
                  <a:lnTo>
                    <a:pt x="695586" y="4011584"/>
                  </a:lnTo>
                  <a:lnTo>
                    <a:pt x="714183" y="4019596"/>
                  </a:lnTo>
                  <a:close/>
                </a:path>
                <a:path w="8348344" h="7197725">
                  <a:moveTo>
                    <a:pt x="147878" y="5427070"/>
                  </a:moveTo>
                  <a:lnTo>
                    <a:pt x="150414" y="5416130"/>
                  </a:lnTo>
                  <a:lnTo>
                    <a:pt x="152914" y="5405532"/>
                  </a:lnTo>
                  <a:lnTo>
                    <a:pt x="158071" y="5384018"/>
                  </a:lnTo>
                  <a:lnTo>
                    <a:pt x="144881" y="5390308"/>
                  </a:lnTo>
                  <a:lnTo>
                    <a:pt x="138779" y="5402444"/>
                  </a:lnTo>
                  <a:lnTo>
                    <a:pt x="139775" y="5416130"/>
                  </a:lnTo>
                  <a:lnTo>
                    <a:pt x="147878" y="5427070"/>
                  </a:lnTo>
                  <a:close/>
                </a:path>
                <a:path w="8348344" h="7197725">
                  <a:moveTo>
                    <a:pt x="161151" y="4917804"/>
                  </a:moveTo>
                  <a:lnTo>
                    <a:pt x="178839" y="4910183"/>
                  </a:lnTo>
                  <a:lnTo>
                    <a:pt x="184735" y="4893417"/>
                  </a:lnTo>
                  <a:lnTo>
                    <a:pt x="178839" y="4876651"/>
                  </a:lnTo>
                  <a:lnTo>
                    <a:pt x="161151" y="4869030"/>
                  </a:lnTo>
                  <a:lnTo>
                    <a:pt x="143465" y="4876651"/>
                  </a:lnTo>
                  <a:lnTo>
                    <a:pt x="137569" y="4893417"/>
                  </a:lnTo>
                  <a:lnTo>
                    <a:pt x="143463" y="4910183"/>
                  </a:lnTo>
                  <a:lnTo>
                    <a:pt x="161151" y="4917804"/>
                  </a:lnTo>
                  <a:close/>
                </a:path>
                <a:path w="8348344" h="7197725">
                  <a:moveTo>
                    <a:pt x="161151" y="5174427"/>
                  </a:moveTo>
                  <a:lnTo>
                    <a:pt x="178580" y="5166918"/>
                  </a:lnTo>
                  <a:lnTo>
                    <a:pt x="184389" y="5150400"/>
                  </a:lnTo>
                  <a:lnTo>
                    <a:pt x="178580" y="5133883"/>
                  </a:lnTo>
                  <a:lnTo>
                    <a:pt x="161151" y="5126374"/>
                  </a:lnTo>
                  <a:lnTo>
                    <a:pt x="143717" y="5133883"/>
                  </a:lnTo>
                  <a:lnTo>
                    <a:pt x="137906" y="5150400"/>
                  </a:lnTo>
                  <a:lnTo>
                    <a:pt x="143717" y="5166918"/>
                  </a:lnTo>
                  <a:lnTo>
                    <a:pt x="161151" y="5174427"/>
                  </a:lnTo>
                  <a:close/>
                </a:path>
                <a:path w="8348344" h="7197725">
                  <a:moveTo>
                    <a:pt x="161151" y="5302753"/>
                  </a:moveTo>
                  <a:lnTo>
                    <a:pt x="183783" y="5274382"/>
                  </a:lnTo>
                  <a:lnTo>
                    <a:pt x="180156" y="5264816"/>
                  </a:lnTo>
                  <a:lnTo>
                    <a:pt x="172617" y="5257783"/>
                  </a:lnTo>
                  <a:lnTo>
                    <a:pt x="161151" y="5255047"/>
                  </a:lnTo>
                  <a:lnTo>
                    <a:pt x="143851" y="5262501"/>
                  </a:lnTo>
                  <a:lnTo>
                    <a:pt x="138084" y="5278900"/>
                  </a:lnTo>
                  <a:lnTo>
                    <a:pt x="143851" y="5295299"/>
                  </a:lnTo>
                  <a:lnTo>
                    <a:pt x="161151" y="5302753"/>
                  </a:lnTo>
                  <a:close/>
                </a:path>
                <a:path w="8348344" h="7197725">
                  <a:moveTo>
                    <a:pt x="161151" y="5046115"/>
                  </a:moveTo>
                  <a:lnTo>
                    <a:pt x="178705" y="5038551"/>
                  </a:lnTo>
                  <a:lnTo>
                    <a:pt x="184557" y="5021909"/>
                  </a:lnTo>
                  <a:lnTo>
                    <a:pt x="178705" y="5005267"/>
                  </a:lnTo>
                  <a:lnTo>
                    <a:pt x="161151" y="4997702"/>
                  </a:lnTo>
                  <a:lnTo>
                    <a:pt x="143593" y="5005267"/>
                  </a:lnTo>
                  <a:lnTo>
                    <a:pt x="137742" y="5021909"/>
                  </a:lnTo>
                  <a:lnTo>
                    <a:pt x="143595" y="5038551"/>
                  </a:lnTo>
                  <a:lnTo>
                    <a:pt x="161151" y="5046115"/>
                  </a:lnTo>
                  <a:close/>
                </a:path>
                <a:path w="8348344" h="7197725">
                  <a:moveTo>
                    <a:pt x="299409" y="4917805"/>
                  </a:moveTo>
                  <a:lnTo>
                    <a:pt x="300353" y="4917805"/>
                  </a:lnTo>
                  <a:lnTo>
                    <a:pt x="301183" y="4917605"/>
                  </a:lnTo>
                  <a:lnTo>
                    <a:pt x="302074" y="4917536"/>
                  </a:lnTo>
                  <a:lnTo>
                    <a:pt x="305892" y="4907465"/>
                  </a:lnTo>
                  <a:lnTo>
                    <a:pt x="309752" y="4897414"/>
                  </a:lnTo>
                  <a:lnTo>
                    <a:pt x="313654" y="4887383"/>
                  </a:lnTo>
                  <a:lnTo>
                    <a:pt x="317598" y="4877372"/>
                  </a:lnTo>
                  <a:lnTo>
                    <a:pt x="313673" y="4872403"/>
                  </a:lnTo>
                  <a:lnTo>
                    <a:pt x="307650" y="4869030"/>
                  </a:lnTo>
                  <a:lnTo>
                    <a:pt x="299409" y="4869030"/>
                  </a:lnTo>
                  <a:lnTo>
                    <a:pt x="281720" y="4876651"/>
                  </a:lnTo>
                  <a:lnTo>
                    <a:pt x="275824" y="4893417"/>
                  </a:lnTo>
                  <a:lnTo>
                    <a:pt x="281720" y="4910184"/>
                  </a:lnTo>
                  <a:lnTo>
                    <a:pt x="299409" y="4917805"/>
                  </a:lnTo>
                  <a:close/>
                </a:path>
                <a:path w="8348344" h="7197725">
                  <a:moveTo>
                    <a:pt x="437667" y="4661159"/>
                  </a:moveTo>
                  <a:lnTo>
                    <a:pt x="455614" y="4653427"/>
                  </a:lnTo>
                  <a:lnTo>
                    <a:pt x="461597" y="4636415"/>
                  </a:lnTo>
                  <a:lnTo>
                    <a:pt x="455614" y="4619403"/>
                  </a:lnTo>
                  <a:lnTo>
                    <a:pt x="437667" y="4611671"/>
                  </a:lnTo>
                  <a:lnTo>
                    <a:pt x="419719" y="4619403"/>
                  </a:lnTo>
                  <a:lnTo>
                    <a:pt x="413736" y="4636415"/>
                  </a:lnTo>
                  <a:lnTo>
                    <a:pt x="419719" y="4653427"/>
                  </a:lnTo>
                  <a:lnTo>
                    <a:pt x="437667" y="4661159"/>
                  </a:lnTo>
                  <a:close/>
                </a:path>
                <a:path w="8348344" h="7197725">
                  <a:moveTo>
                    <a:pt x="299409" y="4661159"/>
                  </a:moveTo>
                  <a:lnTo>
                    <a:pt x="317352" y="4653427"/>
                  </a:lnTo>
                  <a:lnTo>
                    <a:pt x="323333" y="4636415"/>
                  </a:lnTo>
                  <a:lnTo>
                    <a:pt x="317352" y="4619403"/>
                  </a:lnTo>
                  <a:lnTo>
                    <a:pt x="299409" y="4611671"/>
                  </a:lnTo>
                  <a:lnTo>
                    <a:pt x="281461" y="4619403"/>
                  </a:lnTo>
                  <a:lnTo>
                    <a:pt x="275478" y="4636415"/>
                  </a:lnTo>
                  <a:lnTo>
                    <a:pt x="281461" y="4653427"/>
                  </a:lnTo>
                  <a:lnTo>
                    <a:pt x="299409" y="4661159"/>
                  </a:lnTo>
                  <a:close/>
                </a:path>
                <a:path w="8348344" h="7197725">
                  <a:moveTo>
                    <a:pt x="299409" y="4789478"/>
                  </a:moveTo>
                  <a:lnTo>
                    <a:pt x="317223" y="4781803"/>
                  </a:lnTo>
                  <a:lnTo>
                    <a:pt x="323160" y="4764918"/>
                  </a:lnTo>
                  <a:lnTo>
                    <a:pt x="317223" y="4748033"/>
                  </a:lnTo>
                  <a:lnTo>
                    <a:pt x="299409" y="4740358"/>
                  </a:lnTo>
                  <a:lnTo>
                    <a:pt x="281586" y="4748033"/>
                  </a:lnTo>
                  <a:lnTo>
                    <a:pt x="275646" y="4764918"/>
                  </a:lnTo>
                  <a:lnTo>
                    <a:pt x="281586" y="4781803"/>
                  </a:lnTo>
                  <a:lnTo>
                    <a:pt x="299409" y="4789478"/>
                  </a:lnTo>
                  <a:close/>
                </a:path>
                <a:path w="8348344" h="7197725">
                  <a:moveTo>
                    <a:pt x="1128955" y="6200930"/>
                  </a:moveTo>
                  <a:lnTo>
                    <a:pt x="1138589" y="6198954"/>
                  </a:lnTo>
                  <a:lnTo>
                    <a:pt x="1145438" y="6193754"/>
                  </a:lnTo>
                  <a:lnTo>
                    <a:pt x="1149503" y="6186420"/>
                  </a:lnTo>
                  <a:lnTo>
                    <a:pt x="1150785" y="6178041"/>
                  </a:lnTo>
                  <a:lnTo>
                    <a:pt x="1107103" y="6178502"/>
                  </a:lnTo>
                  <a:lnTo>
                    <a:pt x="1108511" y="6186753"/>
                  </a:lnTo>
                  <a:lnTo>
                    <a:pt x="1112620" y="6193936"/>
                  </a:lnTo>
                  <a:lnTo>
                    <a:pt x="1119434" y="6199008"/>
                  </a:lnTo>
                  <a:lnTo>
                    <a:pt x="1128955" y="6200930"/>
                  </a:lnTo>
                  <a:close/>
                </a:path>
                <a:path w="8348344" h="7197725">
                  <a:moveTo>
                    <a:pt x="1393750" y="6197727"/>
                  </a:moveTo>
                  <a:lnTo>
                    <a:pt x="1417884" y="6197289"/>
                  </a:lnTo>
                  <a:lnTo>
                    <a:pt x="1422620" y="6192800"/>
                  </a:lnTo>
                  <a:lnTo>
                    <a:pt x="1425724" y="6187144"/>
                  </a:lnTo>
                  <a:lnTo>
                    <a:pt x="1427184" y="6180803"/>
                  </a:lnTo>
                  <a:lnTo>
                    <a:pt x="1426986" y="6174262"/>
                  </a:lnTo>
                  <a:lnTo>
                    <a:pt x="1383888" y="6174938"/>
                  </a:lnTo>
                  <a:lnTo>
                    <a:pt x="1383864" y="6181504"/>
                  </a:lnTo>
                  <a:lnTo>
                    <a:pt x="1385504" y="6187813"/>
                  </a:lnTo>
                  <a:lnTo>
                    <a:pt x="1388802" y="6193382"/>
                  </a:lnTo>
                  <a:lnTo>
                    <a:pt x="1393750" y="6197727"/>
                  </a:lnTo>
                  <a:close/>
                </a:path>
                <a:path w="8348344" h="7197725">
                  <a:moveTo>
                    <a:pt x="1259878" y="6199716"/>
                  </a:moveTo>
                  <a:lnTo>
                    <a:pt x="1288913" y="6176451"/>
                  </a:lnTo>
                  <a:lnTo>
                    <a:pt x="1245462" y="6177004"/>
                  </a:lnTo>
                  <a:lnTo>
                    <a:pt x="1246089" y="6184158"/>
                  </a:lnTo>
                  <a:lnTo>
                    <a:pt x="1248704" y="6190751"/>
                  </a:lnTo>
                  <a:lnTo>
                    <a:pt x="1253302" y="6196148"/>
                  </a:lnTo>
                  <a:lnTo>
                    <a:pt x="1259878" y="6199716"/>
                  </a:lnTo>
                  <a:close/>
                </a:path>
                <a:path w="8348344" h="7197725">
                  <a:moveTo>
                    <a:pt x="1528891" y="6195339"/>
                  </a:moveTo>
                  <a:lnTo>
                    <a:pt x="1559138" y="6194816"/>
                  </a:lnTo>
                  <a:lnTo>
                    <a:pt x="1564968" y="6188871"/>
                  </a:lnTo>
                  <a:lnTo>
                    <a:pt x="1566788" y="6179677"/>
                  </a:lnTo>
                  <a:lnTo>
                    <a:pt x="1564615" y="6171635"/>
                  </a:lnTo>
                  <a:lnTo>
                    <a:pt x="1522622" y="6172488"/>
                  </a:lnTo>
                  <a:lnTo>
                    <a:pt x="1520741" y="6180591"/>
                  </a:lnTo>
                  <a:lnTo>
                    <a:pt x="1522838" y="6189655"/>
                  </a:lnTo>
                  <a:lnTo>
                    <a:pt x="1528891" y="6195339"/>
                  </a:lnTo>
                  <a:close/>
                </a:path>
                <a:path w="8348344" h="7197725">
                  <a:moveTo>
                    <a:pt x="437667" y="4532833"/>
                  </a:moveTo>
                  <a:lnTo>
                    <a:pt x="455748" y="4525046"/>
                  </a:lnTo>
                  <a:lnTo>
                    <a:pt x="461776" y="4507915"/>
                  </a:lnTo>
                  <a:lnTo>
                    <a:pt x="455748" y="4490785"/>
                  </a:lnTo>
                  <a:lnTo>
                    <a:pt x="437667" y="4482998"/>
                  </a:lnTo>
                  <a:lnTo>
                    <a:pt x="419590" y="4490785"/>
                  </a:lnTo>
                  <a:lnTo>
                    <a:pt x="413564" y="4507916"/>
                  </a:lnTo>
                  <a:lnTo>
                    <a:pt x="419590" y="4525046"/>
                  </a:lnTo>
                  <a:lnTo>
                    <a:pt x="437667" y="4532833"/>
                  </a:lnTo>
                  <a:close/>
                </a:path>
                <a:path w="8348344" h="7197725">
                  <a:moveTo>
                    <a:pt x="714183" y="6200931"/>
                  </a:moveTo>
                  <a:lnTo>
                    <a:pt x="723192" y="6199222"/>
                  </a:lnTo>
                  <a:lnTo>
                    <a:pt x="729797" y="6194673"/>
                  </a:lnTo>
                  <a:lnTo>
                    <a:pt x="734015" y="6188153"/>
                  </a:lnTo>
                  <a:lnTo>
                    <a:pt x="735866" y="6180530"/>
                  </a:lnTo>
                  <a:lnTo>
                    <a:pt x="692507" y="6180561"/>
                  </a:lnTo>
                  <a:lnTo>
                    <a:pt x="694356" y="6188173"/>
                  </a:lnTo>
                  <a:lnTo>
                    <a:pt x="698577" y="6194683"/>
                  </a:lnTo>
                  <a:lnTo>
                    <a:pt x="705182" y="6199224"/>
                  </a:lnTo>
                  <a:lnTo>
                    <a:pt x="714183" y="6200931"/>
                  </a:lnTo>
                  <a:close/>
                </a:path>
                <a:path w="8348344" h="7197725">
                  <a:moveTo>
                    <a:pt x="990698" y="6200931"/>
                  </a:moveTo>
                  <a:lnTo>
                    <a:pt x="1000004" y="6199098"/>
                  </a:lnTo>
                  <a:lnTo>
                    <a:pt x="1006727" y="6194245"/>
                  </a:lnTo>
                  <a:lnTo>
                    <a:pt x="1010878" y="6187337"/>
                  </a:lnTo>
                  <a:lnTo>
                    <a:pt x="1012466" y="6179339"/>
                  </a:lnTo>
                  <a:lnTo>
                    <a:pt x="968946" y="6179670"/>
                  </a:lnTo>
                  <a:lnTo>
                    <a:pt x="970610" y="6187570"/>
                  </a:lnTo>
                  <a:lnTo>
                    <a:pt x="974781" y="6194370"/>
                  </a:lnTo>
                  <a:lnTo>
                    <a:pt x="981473" y="6199135"/>
                  </a:lnTo>
                  <a:lnTo>
                    <a:pt x="990698" y="6200931"/>
                  </a:lnTo>
                  <a:close/>
                </a:path>
                <a:path w="8348344" h="7197725">
                  <a:moveTo>
                    <a:pt x="575925" y="6200931"/>
                  </a:moveTo>
                  <a:lnTo>
                    <a:pt x="585042" y="6199177"/>
                  </a:lnTo>
                  <a:lnTo>
                    <a:pt x="591689" y="6194518"/>
                  </a:lnTo>
                  <a:lnTo>
                    <a:pt x="595880" y="6187855"/>
                  </a:lnTo>
                  <a:lnTo>
                    <a:pt x="597631" y="6180092"/>
                  </a:lnTo>
                  <a:lnTo>
                    <a:pt x="554179" y="6179792"/>
                  </a:lnTo>
                  <a:lnTo>
                    <a:pt x="555874" y="6187645"/>
                  </a:lnTo>
                  <a:lnTo>
                    <a:pt x="560055" y="6194406"/>
                  </a:lnTo>
                  <a:lnTo>
                    <a:pt x="566734" y="6199144"/>
                  </a:lnTo>
                  <a:lnTo>
                    <a:pt x="575925" y="6200931"/>
                  </a:lnTo>
                  <a:close/>
                </a:path>
                <a:path w="8348344" h="7197725">
                  <a:moveTo>
                    <a:pt x="40935" y="5166039"/>
                  </a:moveTo>
                  <a:lnTo>
                    <a:pt x="45252" y="5160470"/>
                  </a:lnTo>
                  <a:lnTo>
                    <a:pt x="46903" y="5152989"/>
                  </a:lnTo>
                  <a:lnTo>
                    <a:pt x="45782" y="5145969"/>
                  </a:lnTo>
                  <a:lnTo>
                    <a:pt x="44048" y="5152989"/>
                  </a:lnTo>
                  <a:lnTo>
                    <a:pt x="40935" y="5166039"/>
                  </a:lnTo>
                  <a:close/>
                </a:path>
                <a:path w="8348344" h="7197725">
                  <a:moveTo>
                    <a:pt x="852440" y="6200931"/>
                  </a:moveTo>
                  <a:lnTo>
                    <a:pt x="861527" y="6199190"/>
                  </a:lnTo>
                  <a:lnTo>
                    <a:pt x="868161" y="6194562"/>
                  </a:lnTo>
                  <a:lnTo>
                    <a:pt x="872360" y="6187940"/>
                  </a:lnTo>
                  <a:lnTo>
                    <a:pt x="874140" y="6180215"/>
                  </a:lnTo>
                  <a:lnTo>
                    <a:pt x="830750" y="6180407"/>
                  </a:lnTo>
                  <a:lnTo>
                    <a:pt x="832569" y="6188076"/>
                  </a:lnTo>
                  <a:lnTo>
                    <a:pt x="836782" y="6194635"/>
                  </a:lnTo>
                  <a:lnTo>
                    <a:pt x="843401" y="6199211"/>
                  </a:lnTo>
                  <a:lnTo>
                    <a:pt x="852440" y="6200931"/>
                  </a:lnTo>
                  <a:close/>
                </a:path>
                <a:path w="8348344" h="7197725">
                  <a:moveTo>
                    <a:pt x="22893" y="5815982"/>
                  </a:moveTo>
                  <a:lnTo>
                    <a:pt x="39669" y="5808756"/>
                  </a:lnTo>
                  <a:lnTo>
                    <a:pt x="45261" y="5792858"/>
                  </a:lnTo>
                  <a:lnTo>
                    <a:pt x="39669" y="5776961"/>
                  </a:lnTo>
                  <a:lnTo>
                    <a:pt x="22893" y="5769735"/>
                  </a:lnTo>
                  <a:lnTo>
                    <a:pt x="6107" y="5776961"/>
                  </a:lnTo>
                  <a:lnTo>
                    <a:pt x="512" y="5792858"/>
                  </a:lnTo>
                  <a:lnTo>
                    <a:pt x="6107" y="5808756"/>
                  </a:lnTo>
                  <a:lnTo>
                    <a:pt x="22893" y="5815982"/>
                  </a:lnTo>
                  <a:close/>
                </a:path>
                <a:path w="8348344" h="7197725">
                  <a:moveTo>
                    <a:pt x="22893" y="5944293"/>
                  </a:moveTo>
                  <a:lnTo>
                    <a:pt x="39545" y="5937119"/>
                  </a:lnTo>
                  <a:lnTo>
                    <a:pt x="45092" y="5921338"/>
                  </a:lnTo>
                  <a:lnTo>
                    <a:pt x="39544" y="5905567"/>
                  </a:lnTo>
                  <a:lnTo>
                    <a:pt x="22893" y="5898384"/>
                  </a:lnTo>
                  <a:lnTo>
                    <a:pt x="6238" y="5905567"/>
                  </a:lnTo>
                  <a:lnTo>
                    <a:pt x="694" y="5921347"/>
                  </a:lnTo>
                  <a:lnTo>
                    <a:pt x="6249" y="5937123"/>
                  </a:lnTo>
                  <a:lnTo>
                    <a:pt x="22893" y="5944293"/>
                  </a:lnTo>
                  <a:close/>
                </a:path>
                <a:path w="8348344" h="7197725">
                  <a:moveTo>
                    <a:pt x="22893" y="5559375"/>
                  </a:moveTo>
                  <a:lnTo>
                    <a:pt x="39929" y="5552034"/>
                  </a:lnTo>
                  <a:lnTo>
                    <a:pt x="45607" y="5535883"/>
                  </a:lnTo>
                  <a:lnTo>
                    <a:pt x="39929" y="5519732"/>
                  </a:lnTo>
                  <a:lnTo>
                    <a:pt x="22893" y="5512390"/>
                  </a:lnTo>
                  <a:lnTo>
                    <a:pt x="5853" y="5519732"/>
                  </a:lnTo>
                  <a:lnTo>
                    <a:pt x="172" y="5535883"/>
                  </a:lnTo>
                  <a:lnTo>
                    <a:pt x="5853" y="5552034"/>
                  </a:lnTo>
                  <a:lnTo>
                    <a:pt x="22893" y="5559375"/>
                  </a:lnTo>
                  <a:close/>
                </a:path>
                <a:path w="8348344" h="7197725">
                  <a:moveTo>
                    <a:pt x="22893" y="5687686"/>
                  </a:moveTo>
                  <a:lnTo>
                    <a:pt x="39803" y="5680401"/>
                  </a:lnTo>
                  <a:lnTo>
                    <a:pt x="45440" y="5664374"/>
                  </a:lnTo>
                  <a:lnTo>
                    <a:pt x="39803" y="5648348"/>
                  </a:lnTo>
                  <a:lnTo>
                    <a:pt x="22893" y="5641063"/>
                  </a:lnTo>
                  <a:lnTo>
                    <a:pt x="5982" y="5648348"/>
                  </a:lnTo>
                  <a:lnTo>
                    <a:pt x="345" y="5664374"/>
                  </a:lnTo>
                  <a:lnTo>
                    <a:pt x="5982" y="5680401"/>
                  </a:lnTo>
                  <a:lnTo>
                    <a:pt x="22893" y="5687686"/>
                  </a:lnTo>
                  <a:close/>
                </a:path>
                <a:path w="8348344" h="7197725">
                  <a:moveTo>
                    <a:pt x="22893" y="6072619"/>
                  </a:moveTo>
                  <a:lnTo>
                    <a:pt x="39418" y="6065500"/>
                  </a:lnTo>
                  <a:lnTo>
                    <a:pt x="44924" y="6049838"/>
                  </a:lnTo>
                  <a:lnTo>
                    <a:pt x="39416" y="6034175"/>
                  </a:lnTo>
                  <a:lnTo>
                    <a:pt x="22893" y="6027056"/>
                  </a:lnTo>
                  <a:lnTo>
                    <a:pt x="6371" y="6034175"/>
                  </a:lnTo>
                  <a:lnTo>
                    <a:pt x="864" y="6049838"/>
                  </a:lnTo>
                  <a:lnTo>
                    <a:pt x="6371" y="6065500"/>
                  </a:lnTo>
                  <a:lnTo>
                    <a:pt x="22893" y="6072619"/>
                  </a:lnTo>
                  <a:close/>
                </a:path>
                <a:path w="8348344" h="7197725">
                  <a:moveTo>
                    <a:pt x="18468" y="5302753"/>
                  </a:moveTo>
                  <a:lnTo>
                    <a:pt x="22893" y="5302753"/>
                  </a:lnTo>
                  <a:lnTo>
                    <a:pt x="40192" y="5295299"/>
                  </a:lnTo>
                  <a:lnTo>
                    <a:pt x="45959" y="5278900"/>
                  </a:lnTo>
                  <a:lnTo>
                    <a:pt x="40192" y="5262501"/>
                  </a:lnTo>
                  <a:lnTo>
                    <a:pt x="22893" y="5255047"/>
                  </a:lnTo>
                  <a:lnTo>
                    <a:pt x="22147" y="5255047"/>
                  </a:lnTo>
                  <a:lnTo>
                    <a:pt x="21502" y="5255177"/>
                  </a:lnTo>
                  <a:lnTo>
                    <a:pt x="20780" y="5255262"/>
                  </a:lnTo>
                  <a:lnTo>
                    <a:pt x="18435" y="5266429"/>
                  </a:lnTo>
                  <a:lnTo>
                    <a:pt x="16128" y="5277611"/>
                  </a:lnTo>
                  <a:lnTo>
                    <a:pt x="13855" y="5288802"/>
                  </a:lnTo>
                  <a:lnTo>
                    <a:pt x="11609" y="5299996"/>
                  </a:lnTo>
                  <a:lnTo>
                    <a:pt x="14759" y="5301670"/>
                  </a:lnTo>
                  <a:lnTo>
                    <a:pt x="18468" y="5302753"/>
                  </a:lnTo>
                  <a:close/>
                </a:path>
                <a:path w="8348344" h="7197725">
                  <a:moveTo>
                    <a:pt x="22893" y="5431064"/>
                  </a:moveTo>
                  <a:lnTo>
                    <a:pt x="40063" y="5423666"/>
                  </a:lnTo>
                  <a:lnTo>
                    <a:pt x="45786" y="5407391"/>
                  </a:lnTo>
                  <a:lnTo>
                    <a:pt x="40063" y="5391116"/>
                  </a:lnTo>
                  <a:lnTo>
                    <a:pt x="22893" y="5383718"/>
                  </a:lnTo>
                  <a:lnTo>
                    <a:pt x="5723" y="5391116"/>
                  </a:lnTo>
                  <a:lnTo>
                    <a:pt x="0" y="5407391"/>
                  </a:lnTo>
                  <a:lnTo>
                    <a:pt x="5723" y="5423666"/>
                  </a:lnTo>
                  <a:lnTo>
                    <a:pt x="22893" y="5431064"/>
                  </a:lnTo>
                  <a:close/>
                </a:path>
                <a:path w="8348344" h="7197725">
                  <a:moveTo>
                    <a:pt x="42357" y="6188917"/>
                  </a:moveTo>
                  <a:lnTo>
                    <a:pt x="44676" y="6178081"/>
                  </a:lnTo>
                  <a:lnTo>
                    <a:pt x="42213" y="6167303"/>
                  </a:lnTo>
                  <a:lnTo>
                    <a:pt x="34956" y="6159036"/>
                  </a:lnTo>
                  <a:lnTo>
                    <a:pt x="22893" y="6155735"/>
                  </a:lnTo>
                  <a:lnTo>
                    <a:pt x="11312" y="6158736"/>
                  </a:lnTo>
                  <a:lnTo>
                    <a:pt x="4056" y="6166331"/>
                  </a:lnTo>
                  <a:lnTo>
                    <a:pt x="1123" y="6176409"/>
                  </a:lnTo>
                  <a:lnTo>
                    <a:pt x="2508" y="6186859"/>
                  </a:lnTo>
                  <a:lnTo>
                    <a:pt x="42357" y="6188917"/>
                  </a:lnTo>
                  <a:close/>
                </a:path>
                <a:path w="8348344" h="7197725">
                  <a:moveTo>
                    <a:pt x="1958504" y="6970812"/>
                  </a:moveTo>
                  <a:lnTo>
                    <a:pt x="1974114" y="6964085"/>
                  </a:lnTo>
                  <a:lnTo>
                    <a:pt x="1979318" y="6949286"/>
                  </a:lnTo>
                  <a:lnTo>
                    <a:pt x="1974114" y="6934487"/>
                  </a:lnTo>
                  <a:lnTo>
                    <a:pt x="1958504" y="6927760"/>
                  </a:lnTo>
                  <a:lnTo>
                    <a:pt x="1942885" y="6934490"/>
                  </a:lnTo>
                  <a:lnTo>
                    <a:pt x="1937679" y="6949295"/>
                  </a:lnTo>
                  <a:lnTo>
                    <a:pt x="1942885" y="6964095"/>
                  </a:lnTo>
                  <a:lnTo>
                    <a:pt x="1958504" y="6970812"/>
                  </a:lnTo>
                  <a:close/>
                </a:path>
                <a:path w="8348344" h="7197725">
                  <a:moveTo>
                    <a:pt x="176650" y="6194716"/>
                  </a:moveTo>
                  <a:lnTo>
                    <a:pt x="182350" y="6188832"/>
                  </a:lnTo>
                  <a:lnTo>
                    <a:pt x="184163" y="6179800"/>
                  </a:lnTo>
                  <a:lnTo>
                    <a:pt x="182081" y="6171865"/>
                  </a:lnTo>
                  <a:lnTo>
                    <a:pt x="140635" y="6170122"/>
                  </a:lnTo>
                  <a:lnTo>
                    <a:pt x="137992" y="6177888"/>
                  </a:lnTo>
                  <a:lnTo>
                    <a:pt x="139298" y="6187143"/>
                  </a:lnTo>
                  <a:lnTo>
                    <a:pt x="144475" y="6193502"/>
                  </a:lnTo>
                  <a:lnTo>
                    <a:pt x="176650" y="6194716"/>
                  </a:lnTo>
                  <a:close/>
                </a:path>
                <a:path w="8348344" h="7197725">
                  <a:moveTo>
                    <a:pt x="1259987" y="4917804"/>
                  </a:moveTo>
                  <a:lnTo>
                    <a:pt x="1269603" y="4917804"/>
                  </a:lnTo>
                  <a:lnTo>
                    <a:pt x="1271738" y="4917443"/>
                  </a:lnTo>
                  <a:lnTo>
                    <a:pt x="1273766" y="4916921"/>
                  </a:lnTo>
                  <a:lnTo>
                    <a:pt x="1277788" y="4909514"/>
                  </a:lnTo>
                  <a:lnTo>
                    <a:pt x="1281847" y="4902124"/>
                  </a:lnTo>
                  <a:lnTo>
                    <a:pt x="1285939" y="4894750"/>
                  </a:lnTo>
                  <a:lnTo>
                    <a:pt x="1290065" y="4887395"/>
                  </a:lnTo>
                  <a:lnTo>
                    <a:pt x="1288237" y="4879138"/>
                  </a:lnTo>
                  <a:lnTo>
                    <a:pt x="1282668" y="4871926"/>
                  </a:lnTo>
                  <a:lnTo>
                    <a:pt x="1273244" y="4869736"/>
                  </a:lnTo>
                  <a:lnTo>
                    <a:pt x="1267450" y="4880026"/>
                  </a:lnTo>
                  <a:lnTo>
                    <a:pt x="1261740" y="4890364"/>
                  </a:lnTo>
                  <a:lnTo>
                    <a:pt x="1256116" y="4900747"/>
                  </a:lnTo>
                  <a:lnTo>
                    <a:pt x="1250577" y="4911176"/>
                  </a:lnTo>
                  <a:lnTo>
                    <a:pt x="1254487" y="4915146"/>
                  </a:lnTo>
                  <a:lnTo>
                    <a:pt x="1259987" y="4917804"/>
                  </a:lnTo>
                  <a:close/>
                </a:path>
                <a:path w="8348344" h="7197725">
                  <a:moveTo>
                    <a:pt x="1937666" y="6185276"/>
                  </a:moveTo>
                  <a:lnTo>
                    <a:pt x="1979642" y="6184047"/>
                  </a:lnTo>
                  <a:lnTo>
                    <a:pt x="1979962" y="6174206"/>
                  </a:lnTo>
                  <a:lnTo>
                    <a:pt x="1976556" y="6165075"/>
                  </a:lnTo>
                  <a:lnTo>
                    <a:pt x="1969409" y="6158353"/>
                  </a:lnTo>
                  <a:lnTo>
                    <a:pt x="1958504" y="6155735"/>
                  </a:lnTo>
                  <a:lnTo>
                    <a:pt x="1947305" y="6158515"/>
                  </a:lnTo>
                  <a:lnTo>
                    <a:pt x="1940106" y="6165609"/>
                  </a:lnTo>
                  <a:lnTo>
                    <a:pt x="1936897" y="6175152"/>
                  </a:lnTo>
                  <a:lnTo>
                    <a:pt x="1937666" y="6185276"/>
                  </a:lnTo>
                  <a:close/>
                </a:path>
                <a:path w="8348344" h="7197725">
                  <a:moveTo>
                    <a:pt x="1134294" y="5173881"/>
                  </a:moveTo>
                  <a:lnTo>
                    <a:pt x="1144913" y="5168440"/>
                  </a:lnTo>
                  <a:lnTo>
                    <a:pt x="1150816" y="5158922"/>
                  </a:lnTo>
                  <a:lnTo>
                    <a:pt x="1152013" y="5147642"/>
                  </a:lnTo>
                  <a:lnTo>
                    <a:pt x="1148511" y="5136913"/>
                  </a:lnTo>
                  <a:lnTo>
                    <a:pt x="1141328" y="5155365"/>
                  </a:lnTo>
                  <a:lnTo>
                    <a:pt x="1137784" y="5164613"/>
                  </a:lnTo>
                  <a:lnTo>
                    <a:pt x="1134294" y="5173881"/>
                  </a:lnTo>
                  <a:close/>
                </a:path>
                <a:path w="8348344" h="7197725">
                  <a:moveTo>
                    <a:pt x="1939808" y="5293298"/>
                  </a:moveTo>
                  <a:lnTo>
                    <a:pt x="1943633" y="5283796"/>
                  </a:lnTo>
                  <a:lnTo>
                    <a:pt x="1947485" y="5274303"/>
                  </a:lnTo>
                  <a:lnTo>
                    <a:pt x="1951369" y="5264824"/>
                  </a:lnTo>
                  <a:lnTo>
                    <a:pt x="1955293" y="5255361"/>
                  </a:lnTo>
                  <a:lnTo>
                    <a:pt x="1943464" y="5260410"/>
                  </a:lnTo>
                  <a:lnTo>
                    <a:pt x="1936940" y="5270251"/>
                  </a:lnTo>
                  <a:lnTo>
                    <a:pt x="1935721" y="5282132"/>
                  </a:lnTo>
                  <a:lnTo>
                    <a:pt x="1939808" y="5293298"/>
                  </a:lnTo>
                  <a:close/>
                </a:path>
                <a:path w="8348344" h="7197725">
                  <a:moveTo>
                    <a:pt x="309271" y="6198818"/>
                  </a:moveTo>
                  <a:lnTo>
                    <a:pt x="314910" y="6194793"/>
                  </a:lnTo>
                  <a:lnTo>
                    <a:pt x="318746" y="6189277"/>
                  </a:lnTo>
                  <a:lnTo>
                    <a:pt x="320797" y="6182827"/>
                  </a:lnTo>
                  <a:lnTo>
                    <a:pt x="321077" y="6175998"/>
                  </a:lnTo>
                  <a:lnTo>
                    <a:pt x="277841" y="6174784"/>
                  </a:lnTo>
                  <a:lnTo>
                    <a:pt x="277812" y="6181655"/>
                  </a:lnTo>
                  <a:lnTo>
                    <a:pt x="279603" y="6188232"/>
                  </a:lnTo>
                  <a:lnTo>
                    <a:pt x="283209" y="6193959"/>
                  </a:lnTo>
                  <a:lnTo>
                    <a:pt x="288625" y="6198280"/>
                  </a:lnTo>
                  <a:lnTo>
                    <a:pt x="309271" y="6198818"/>
                  </a:lnTo>
                  <a:close/>
                </a:path>
                <a:path w="8348344" h="7197725">
                  <a:moveTo>
                    <a:pt x="437667" y="4404521"/>
                  </a:moveTo>
                  <a:lnTo>
                    <a:pt x="455869" y="4396678"/>
                  </a:lnTo>
                  <a:lnTo>
                    <a:pt x="461937" y="4379424"/>
                  </a:lnTo>
                  <a:lnTo>
                    <a:pt x="455869" y="4362169"/>
                  </a:lnTo>
                  <a:lnTo>
                    <a:pt x="437667" y="4354326"/>
                  </a:lnTo>
                  <a:lnTo>
                    <a:pt x="419460" y="4362169"/>
                  </a:lnTo>
                  <a:lnTo>
                    <a:pt x="413391" y="4379424"/>
                  </a:lnTo>
                  <a:lnTo>
                    <a:pt x="419460" y="4396679"/>
                  </a:lnTo>
                  <a:lnTo>
                    <a:pt x="437667" y="4404521"/>
                  </a:lnTo>
                  <a:close/>
                </a:path>
                <a:path w="8348344" h="7197725">
                  <a:moveTo>
                    <a:pt x="1800798" y="7070319"/>
                  </a:moveTo>
                  <a:lnTo>
                    <a:pt x="1810096" y="7069570"/>
                  </a:lnTo>
                  <a:lnTo>
                    <a:pt x="1819394" y="7068661"/>
                  </a:lnTo>
                  <a:lnTo>
                    <a:pt x="1828688" y="7067581"/>
                  </a:lnTo>
                  <a:lnTo>
                    <a:pt x="1837974" y="7066318"/>
                  </a:lnTo>
                  <a:lnTo>
                    <a:pt x="1834748" y="7060588"/>
                  </a:lnTo>
                  <a:lnTo>
                    <a:pt x="1828833" y="7056432"/>
                  </a:lnTo>
                  <a:lnTo>
                    <a:pt x="1809754" y="7056432"/>
                  </a:lnTo>
                  <a:lnTo>
                    <a:pt x="1803286" y="7062662"/>
                  </a:lnTo>
                  <a:lnTo>
                    <a:pt x="1800798" y="7070319"/>
                  </a:lnTo>
                  <a:close/>
                </a:path>
                <a:path w="8348344" h="7197725">
                  <a:moveTo>
                    <a:pt x="981497" y="3762959"/>
                  </a:moveTo>
                  <a:lnTo>
                    <a:pt x="990698" y="3762959"/>
                  </a:lnTo>
                  <a:lnTo>
                    <a:pt x="1002989" y="3760090"/>
                  </a:lnTo>
                  <a:lnTo>
                    <a:pt x="1011178" y="3752688"/>
                  </a:lnTo>
                  <a:lnTo>
                    <a:pt x="1015274" y="3742560"/>
                  </a:lnTo>
                  <a:lnTo>
                    <a:pt x="1015286" y="3731513"/>
                  </a:lnTo>
                  <a:lnTo>
                    <a:pt x="993250" y="3742057"/>
                  </a:lnTo>
                  <a:lnTo>
                    <a:pt x="982055" y="3747564"/>
                  </a:lnTo>
                  <a:lnTo>
                    <a:pt x="970759" y="3753281"/>
                  </a:lnTo>
                  <a:lnTo>
                    <a:pt x="974906" y="3758964"/>
                  </a:lnTo>
                  <a:lnTo>
                    <a:pt x="981497" y="3762959"/>
                  </a:lnTo>
                  <a:close/>
                </a:path>
                <a:path w="8348344" h="7197725">
                  <a:moveTo>
                    <a:pt x="3341084" y="5559375"/>
                  </a:moveTo>
                  <a:lnTo>
                    <a:pt x="3358120" y="5552034"/>
                  </a:lnTo>
                  <a:lnTo>
                    <a:pt x="3363798" y="5535883"/>
                  </a:lnTo>
                  <a:lnTo>
                    <a:pt x="3358120" y="5519732"/>
                  </a:lnTo>
                  <a:lnTo>
                    <a:pt x="3341084" y="5512390"/>
                  </a:lnTo>
                  <a:lnTo>
                    <a:pt x="3324043" y="5519732"/>
                  </a:lnTo>
                  <a:lnTo>
                    <a:pt x="3318363" y="5535883"/>
                  </a:lnTo>
                  <a:lnTo>
                    <a:pt x="3324043" y="5552034"/>
                  </a:lnTo>
                  <a:lnTo>
                    <a:pt x="3341084" y="5559375"/>
                  </a:lnTo>
                  <a:close/>
                </a:path>
                <a:path w="8348344" h="7197725">
                  <a:moveTo>
                    <a:pt x="3341084" y="5302753"/>
                  </a:moveTo>
                  <a:lnTo>
                    <a:pt x="3358383" y="5295299"/>
                  </a:lnTo>
                  <a:lnTo>
                    <a:pt x="3364150" y="5278900"/>
                  </a:lnTo>
                  <a:lnTo>
                    <a:pt x="3358383" y="5262501"/>
                  </a:lnTo>
                  <a:lnTo>
                    <a:pt x="3341084" y="5255047"/>
                  </a:lnTo>
                  <a:lnTo>
                    <a:pt x="3323784" y="5262501"/>
                  </a:lnTo>
                  <a:lnTo>
                    <a:pt x="3318018" y="5278900"/>
                  </a:lnTo>
                  <a:lnTo>
                    <a:pt x="3323784" y="5295299"/>
                  </a:lnTo>
                  <a:lnTo>
                    <a:pt x="3341084" y="5302753"/>
                  </a:lnTo>
                  <a:close/>
                </a:path>
                <a:path w="8348344" h="7197725">
                  <a:moveTo>
                    <a:pt x="3341084" y="5431064"/>
                  </a:moveTo>
                  <a:lnTo>
                    <a:pt x="3358254" y="5423666"/>
                  </a:lnTo>
                  <a:lnTo>
                    <a:pt x="3363977" y="5407391"/>
                  </a:lnTo>
                  <a:lnTo>
                    <a:pt x="3358254" y="5391116"/>
                  </a:lnTo>
                  <a:lnTo>
                    <a:pt x="3341084" y="5383718"/>
                  </a:lnTo>
                  <a:lnTo>
                    <a:pt x="3323914" y="5391116"/>
                  </a:lnTo>
                  <a:lnTo>
                    <a:pt x="3318191" y="5407391"/>
                  </a:lnTo>
                  <a:lnTo>
                    <a:pt x="3323914" y="5423666"/>
                  </a:lnTo>
                  <a:lnTo>
                    <a:pt x="3341084" y="5431064"/>
                  </a:lnTo>
                  <a:close/>
                </a:path>
                <a:path w="8348344" h="7197725">
                  <a:moveTo>
                    <a:pt x="3341084" y="5687686"/>
                  </a:moveTo>
                  <a:lnTo>
                    <a:pt x="3357994" y="5680401"/>
                  </a:lnTo>
                  <a:lnTo>
                    <a:pt x="3363631" y="5664374"/>
                  </a:lnTo>
                  <a:lnTo>
                    <a:pt x="3357994" y="5648348"/>
                  </a:lnTo>
                  <a:lnTo>
                    <a:pt x="3341084" y="5641063"/>
                  </a:lnTo>
                  <a:lnTo>
                    <a:pt x="3324173" y="5648348"/>
                  </a:lnTo>
                  <a:lnTo>
                    <a:pt x="3318536" y="5664374"/>
                  </a:lnTo>
                  <a:lnTo>
                    <a:pt x="3324173" y="5680401"/>
                  </a:lnTo>
                  <a:lnTo>
                    <a:pt x="3341084" y="5687686"/>
                  </a:lnTo>
                  <a:close/>
                </a:path>
                <a:path w="8348344" h="7197725">
                  <a:moveTo>
                    <a:pt x="3479342" y="5559375"/>
                  </a:moveTo>
                  <a:lnTo>
                    <a:pt x="3496378" y="5552034"/>
                  </a:lnTo>
                  <a:lnTo>
                    <a:pt x="3502056" y="5535883"/>
                  </a:lnTo>
                  <a:lnTo>
                    <a:pt x="3496378" y="5519732"/>
                  </a:lnTo>
                  <a:lnTo>
                    <a:pt x="3479342" y="5512390"/>
                  </a:lnTo>
                  <a:lnTo>
                    <a:pt x="3462301" y="5519732"/>
                  </a:lnTo>
                  <a:lnTo>
                    <a:pt x="3456621" y="5535883"/>
                  </a:lnTo>
                  <a:lnTo>
                    <a:pt x="3462301" y="5552034"/>
                  </a:lnTo>
                  <a:lnTo>
                    <a:pt x="3479342" y="5559375"/>
                  </a:lnTo>
                  <a:close/>
                </a:path>
                <a:path w="8348344" h="7197725">
                  <a:moveTo>
                    <a:pt x="3341084" y="5944316"/>
                  </a:moveTo>
                  <a:lnTo>
                    <a:pt x="3357739" y="5937133"/>
                  </a:lnTo>
                  <a:lnTo>
                    <a:pt x="3363283" y="5921352"/>
                  </a:lnTo>
                  <a:lnTo>
                    <a:pt x="3357728" y="5905577"/>
                  </a:lnTo>
                  <a:lnTo>
                    <a:pt x="3341084" y="5898406"/>
                  </a:lnTo>
                  <a:lnTo>
                    <a:pt x="3324431" y="5905580"/>
                  </a:lnTo>
                  <a:lnTo>
                    <a:pt x="3318885" y="5921361"/>
                  </a:lnTo>
                  <a:lnTo>
                    <a:pt x="3324432" y="5937133"/>
                  </a:lnTo>
                  <a:lnTo>
                    <a:pt x="3341084" y="5944316"/>
                  </a:lnTo>
                  <a:close/>
                </a:path>
                <a:path w="8348344" h="7197725">
                  <a:moveTo>
                    <a:pt x="3479342" y="5431064"/>
                  </a:moveTo>
                  <a:lnTo>
                    <a:pt x="3496512" y="5423666"/>
                  </a:lnTo>
                  <a:lnTo>
                    <a:pt x="3502235" y="5407391"/>
                  </a:lnTo>
                  <a:lnTo>
                    <a:pt x="3496512" y="5391116"/>
                  </a:lnTo>
                  <a:lnTo>
                    <a:pt x="3479342" y="5383718"/>
                  </a:lnTo>
                  <a:lnTo>
                    <a:pt x="3462172" y="5391116"/>
                  </a:lnTo>
                  <a:lnTo>
                    <a:pt x="3456448" y="5407391"/>
                  </a:lnTo>
                  <a:lnTo>
                    <a:pt x="3462172" y="5423666"/>
                  </a:lnTo>
                  <a:lnTo>
                    <a:pt x="3479342" y="5431064"/>
                  </a:lnTo>
                  <a:close/>
                </a:path>
                <a:path w="8348344" h="7197725">
                  <a:moveTo>
                    <a:pt x="3479342" y="5815982"/>
                  </a:moveTo>
                  <a:lnTo>
                    <a:pt x="3496118" y="5808756"/>
                  </a:lnTo>
                  <a:lnTo>
                    <a:pt x="3501711" y="5792858"/>
                  </a:lnTo>
                  <a:lnTo>
                    <a:pt x="3496118" y="5776961"/>
                  </a:lnTo>
                  <a:lnTo>
                    <a:pt x="3479342" y="5769735"/>
                  </a:lnTo>
                  <a:lnTo>
                    <a:pt x="3462561" y="5776961"/>
                  </a:lnTo>
                  <a:lnTo>
                    <a:pt x="3456967" y="5792858"/>
                  </a:lnTo>
                  <a:lnTo>
                    <a:pt x="3462561" y="5808756"/>
                  </a:lnTo>
                  <a:lnTo>
                    <a:pt x="3479342" y="5815982"/>
                  </a:lnTo>
                  <a:close/>
                </a:path>
                <a:path w="8348344" h="7197725">
                  <a:moveTo>
                    <a:pt x="3479342" y="5687686"/>
                  </a:moveTo>
                  <a:lnTo>
                    <a:pt x="3496252" y="5680401"/>
                  </a:lnTo>
                  <a:lnTo>
                    <a:pt x="3501889" y="5664374"/>
                  </a:lnTo>
                  <a:lnTo>
                    <a:pt x="3496252" y="5648348"/>
                  </a:lnTo>
                  <a:lnTo>
                    <a:pt x="3479342" y="5641063"/>
                  </a:lnTo>
                  <a:lnTo>
                    <a:pt x="3462431" y="5648348"/>
                  </a:lnTo>
                  <a:lnTo>
                    <a:pt x="3456794" y="5664374"/>
                  </a:lnTo>
                  <a:lnTo>
                    <a:pt x="3462431" y="5680401"/>
                  </a:lnTo>
                  <a:lnTo>
                    <a:pt x="3479342" y="5687686"/>
                  </a:lnTo>
                  <a:close/>
                </a:path>
                <a:path w="8348344" h="7197725">
                  <a:moveTo>
                    <a:pt x="5000179" y="2479817"/>
                  </a:moveTo>
                  <a:lnTo>
                    <a:pt x="5020330" y="2471138"/>
                  </a:lnTo>
                  <a:lnTo>
                    <a:pt x="5027047" y="2452043"/>
                  </a:lnTo>
                  <a:lnTo>
                    <a:pt x="5020330" y="2432948"/>
                  </a:lnTo>
                  <a:lnTo>
                    <a:pt x="5000179" y="2424268"/>
                  </a:lnTo>
                  <a:lnTo>
                    <a:pt x="4980028" y="2432948"/>
                  </a:lnTo>
                  <a:lnTo>
                    <a:pt x="4973311" y="2452043"/>
                  </a:lnTo>
                  <a:lnTo>
                    <a:pt x="4980028" y="2471138"/>
                  </a:lnTo>
                  <a:lnTo>
                    <a:pt x="5000179" y="2479817"/>
                  </a:lnTo>
                  <a:close/>
                </a:path>
                <a:path w="8348344" h="7197725">
                  <a:moveTo>
                    <a:pt x="3479342" y="5302753"/>
                  </a:moveTo>
                  <a:lnTo>
                    <a:pt x="3496641" y="5295299"/>
                  </a:lnTo>
                  <a:lnTo>
                    <a:pt x="3502408" y="5278900"/>
                  </a:lnTo>
                  <a:lnTo>
                    <a:pt x="3496641" y="5262501"/>
                  </a:lnTo>
                  <a:lnTo>
                    <a:pt x="3479342" y="5255047"/>
                  </a:lnTo>
                  <a:lnTo>
                    <a:pt x="3462042" y="5262501"/>
                  </a:lnTo>
                  <a:lnTo>
                    <a:pt x="3456275" y="5278900"/>
                  </a:lnTo>
                  <a:lnTo>
                    <a:pt x="3462042" y="5295299"/>
                  </a:lnTo>
                  <a:lnTo>
                    <a:pt x="3479342" y="5302753"/>
                  </a:lnTo>
                  <a:close/>
                </a:path>
                <a:path w="8348344" h="7197725">
                  <a:moveTo>
                    <a:pt x="2788052" y="4917804"/>
                  </a:moveTo>
                  <a:lnTo>
                    <a:pt x="2805740" y="4910183"/>
                  </a:lnTo>
                  <a:lnTo>
                    <a:pt x="2811636" y="4893417"/>
                  </a:lnTo>
                  <a:lnTo>
                    <a:pt x="2805740" y="4876651"/>
                  </a:lnTo>
                  <a:lnTo>
                    <a:pt x="2788052" y="4869030"/>
                  </a:lnTo>
                  <a:lnTo>
                    <a:pt x="2770367" y="4876651"/>
                  </a:lnTo>
                  <a:lnTo>
                    <a:pt x="2764470" y="4893417"/>
                  </a:lnTo>
                  <a:lnTo>
                    <a:pt x="2770365" y="4910183"/>
                  </a:lnTo>
                  <a:lnTo>
                    <a:pt x="2788052" y="4917804"/>
                  </a:lnTo>
                  <a:close/>
                </a:path>
                <a:path w="8348344" h="7197725">
                  <a:moveTo>
                    <a:pt x="5000179" y="2223195"/>
                  </a:moveTo>
                  <a:lnTo>
                    <a:pt x="5020590" y="2214403"/>
                  </a:lnTo>
                  <a:lnTo>
                    <a:pt x="5027393" y="2195060"/>
                  </a:lnTo>
                  <a:lnTo>
                    <a:pt x="5020590" y="2175717"/>
                  </a:lnTo>
                  <a:lnTo>
                    <a:pt x="5000179" y="2166924"/>
                  </a:lnTo>
                  <a:lnTo>
                    <a:pt x="4979769" y="2175717"/>
                  </a:lnTo>
                  <a:lnTo>
                    <a:pt x="4972965" y="2195060"/>
                  </a:lnTo>
                  <a:lnTo>
                    <a:pt x="4979769" y="2214403"/>
                  </a:lnTo>
                  <a:lnTo>
                    <a:pt x="5000179" y="2223195"/>
                  </a:lnTo>
                  <a:close/>
                </a:path>
                <a:path w="8348344" h="7197725">
                  <a:moveTo>
                    <a:pt x="5000179" y="2608136"/>
                  </a:moveTo>
                  <a:lnTo>
                    <a:pt x="5020201" y="2599512"/>
                  </a:lnTo>
                  <a:lnTo>
                    <a:pt x="5026874" y="2580538"/>
                  </a:lnTo>
                  <a:lnTo>
                    <a:pt x="5020201" y="2561565"/>
                  </a:lnTo>
                  <a:lnTo>
                    <a:pt x="5000179" y="2552940"/>
                  </a:lnTo>
                  <a:lnTo>
                    <a:pt x="4980158" y="2561565"/>
                  </a:lnTo>
                  <a:lnTo>
                    <a:pt x="4973484" y="2580538"/>
                  </a:lnTo>
                  <a:lnTo>
                    <a:pt x="4980158" y="2599512"/>
                  </a:lnTo>
                  <a:lnTo>
                    <a:pt x="5000179" y="2608136"/>
                  </a:lnTo>
                  <a:close/>
                </a:path>
                <a:path w="8348344" h="7197725">
                  <a:moveTo>
                    <a:pt x="5000179" y="1966558"/>
                  </a:moveTo>
                  <a:lnTo>
                    <a:pt x="5020849" y="1957655"/>
                  </a:lnTo>
                  <a:lnTo>
                    <a:pt x="5027739" y="1938069"/>
                  </a:lnTo>
                  <a:lnTo>
                    <a:pt x="5020849" y="1918483"/>
                  </a:lnTo>
                  <a:lnTo>
                    <a:pt x="5000179" y="1909580"/>
                  </a:lnTo>
                  <a:lnTo>
                    <a:pt x="4979510" y="1918483"/>
                  </a:lnTo>
                  <a:lnTo>
                    <a:pt x="4972620" y="1938069"/>
                  </a:lnTo>
                  <a:lnTo>
                    <a:pt x="4979510" y="1957655"/>
                  </a:lnTo>
                  <a:lnTo>
                    <a:pt x="5000179" y="1966558"/>
                  </a:lnTo>
                  <a:close/>
                </a:path>
                <a:path w="8348344" h="7197725">
                  <a:moveTo>
                    <a:pt x="3341084" y="5174427"/>
                  </a:moveTo>
                  <a:lnTo>
                    <a:pt x="3358509" y="5166918"/>
                  </a:lnTo>
                  <a:lnTo>
                    <a:pt x="3364317" y="5150400"/>
                  </a:lnTo>
                  <a:lnTo>
                    <a:pt x="3358509" y="5133883"/>
                  </a:lnTo>
                  <a:lnTo>
                    <a:pt x="3341084" y="5126374"/>
                  </a:lnTo>
                  <a:lnTo>
                    <a:pt x="3338964" y="5126374"/>
                  </a:lnTo>
                  <a:lnTo>
                    <a:pt x="3337028" y="5126627"/>
                  </a:lnTo>
                  <a:lnTo>
                    <a:pt x="3335185" y="5127050"/>
                  </a:lnTo>
                  <a:lnTo>
                    <a:pt x="3320199" y="5139547"/>
                  </a:lnTo>
                  <a:lnTo>
                    <a:pt x="3317921" y="5150998"/>
                  </a:lnTo>
                  <a:lnTo>
                    <a:pt x="3320635" y="5162321"/>
                  </a:lnTo>
                  <a:lnTo>
                    <a:pt x="3328352" y="5170977"/>
                  </a:lnTo>
                  <a:lnTo>
                    <a:pt x="3341084" y="5174427"/>
                  </a:lnTo>
                  <a:close/>
                </a:path>
                <a:path w="8348344" h="7197725">
                  <a:moveTo>
                    <a:pt x="3894131" y="4404545"/>
                  </a:moveTo>
                  <a:lnTo>
                    <a:pt x="3894638" y="4404545"/>
                  </a:lnTo>
                  <a:lnTo>
                    <a:pt x="3895076" y="4404422"/>
                  </a:lnTo>
                  <a:lnTo>
                    <a:pt x="3895575" y="4404391"/>
                  </a:lnTo>
                  <a:lnTo>
                    <a:pt x="3894625" y="4379389"/>
                  </a:lnTo>
                  <a:lnTo>
                    <a:pt x="3893601" y="4354388"/>
                  </a:lnTo>
                  <a:lnTo>
                    <a:pt x="3885667" y="4355693"/>
                  </a:lnTo>
                  <a:lnTo>
                    <a:pt x="3879345" y="4359003"/>
                  </a:lnTo>
                  <a:lnTo>
                    <a:pt x="3874636" y="4363873"/>
                  </a:lnTo>
                  <a:lnTo>
                    <a:pt x="3871541" y="4369857"/>
                  </a:lnTo>
                  <a:lnTo>
                    <a:pt x="3872417" y="4390996"/>
                  </a:lnTo>
                  <a:lnTo>
                    <a:pt x="3875744" y="4396353"/>
                  </a:lnTo>
                  <a:lnTo>
                    <a:pt x="3880460" y="4400651"/>
                  </a:lnTo>
                  <a:lnTo>
                    <a:pt x="3886583" y="4403508"/>
                  </a:lnTo>
                  <a:lnTo>
                    <a:pt x="3894131" y="4404545"/>
                  </a:lnTo>
                  <a:close/>
                </a:path>
                <a:path w="8348344" h="7197725">
                  <a:moveTo>
                    <a:pt x="5000179" y="2736447"/>
                  </a:moveTo>
                  <a:lnTo>
                    <a:pt x="5020071" y="2727878"/>
                  </a:lnTo>
                  <a:lnTo>
                    <a:pt x="5026702" y="2709026"/>
                  </a:lnTo>
                  <a:lnTo>
                    <a:pt x="5020071" y="2690174"/>
                  </a:lnTo>
                  <a:lnTo>
                    <a:pt x="5000179" y="2681605"/>
                  </a:lnTo>
                  <a:lnTo>
                    <a:pt x="4980287" y="2690174"/>
                  </a:lnTo>
                  <a:lnTo>
                    <a:pt x="4973657" y="2709026"/>
                  </a:lnTo>
                  <a:lnTo>
                    <a:pt x="4980287" y="2727878"/>
                  </a:lnTo>
                  <a:lnTo>
                    <a:pt x="5000179" y="2736447"/>
                  </a:lnTo>
                  <a:close/>
                </a:path>
                <a:path w="8348344" h="7197725">
                  <a:moveTo>
                    <a:pt x="5000179" y="2351506"/>
                  </a:moveTo>
                  <a:lnTo>
                    <a:pt x="5020460" y="2342770"/>
                  </a:lnTo>
                  <a:lnTo>
                    <a:pt x="5027220" y="2323551"/>
                  </a:lnTo>
                  <a:lnTo>
                    <a:pt x="5020460" y="2304332"/>
                  </a:lnTo>
                  <a:lnTo>
                    <a:pt x="5000179" y="2295596"/>
                  </a:lnTo>
                  <a:lnTo>
                    <a:pt x="4979899" y="2304332"/>
                  </a:lnTo>
                  <a:lnTo>
                    <a:pt x="4973138" y="2323551"/>
                  </a:lnTo>
                  <a:lnTo>
                    <a:pt x="4979899" y="2342770"/>
                  </a:lnTo>
                  <a:lnTo>
                    <a:pt x="5000179" y="2351506"/>
                  </a:lnTo>
                  <a:close/>
                </a:path>
                <a:path w="8348344" h="7197725">
                  <a:moveTo>
                    <a:pt x="3755858" y="5687686"/>
                  </a:moveTo>
                  <a:lnTo>
                    <a:pt x="3772768" y="5680401"/>
                  </a:lnTo>
                  <a:lnTo>
                    <a:pt x="3778405" y="5664374"/>
                  </a:lnTo>
                  <a:lnTo>
                    <a:pt x="3772768" y="5648348"/>
                  </a:lnTo>
                  <a:lnTo>
                    <a:pt x="3755858" y="5641063"/>
                  </a:lnTo>
                  <a:lnTo>
                    <a:pt x="3738947" y="5648348"/>
                  </a:lnTo>
                  <a:lnTo>
                    <a:pt x="3733310" y="5664374"/>
                  </a:lnTo>
                  <a:lnTo>
                    <a:pt x="3738947" y="5680401"/>
                  </a:lnTo>
                  <a:lnTo>
                    <a:pt x="3755858" y="5687686"/>
                  </a:lnTo>
                  <a:close/>
                </a:path>
                <a:path w="8348344" h="7197725">
                  <a:moveTo>
                    <a:pt x="3755858" y="5302753"/>
                  </a:moveTo>
                  <a:lnTo>
                    <a:pt x="3773157" y="5295299"/>
                  </a:lnTo>
                  <a:lnTo>
                    <a:pt x="3778924" y="5278900"/>
                  </a:lnTo>
                  <a:lnTo>
                    <a:pt x="3773157" y="5262501"/>
                  </a:lnTo>
                  <a:lnTo>
                    <a:pt x="3755858" y="5255047"/>
                  </a:lnTo>
                  <a:lnTo>
                    <a:pt x="3738558" y="5262501"/>
                  </a:lnTo>
                  <a:lnTo>
                    <a:pt x="3732791" y="5278900"/>
                  </a:lnTo>
                  <a:lnTo>
                    <a:pt x="3738558" y="5295299"/>
                  </a:lnTo>
                  <a:lnTo>
                    <a:pt x="3755858" y="5302753"/>
                  </a:lnTo>
                  <a:close/>
                </a:path>
                <a:path w="8348344" h="7197725">
                  <a:moveTo>
                    <a:pt x="3755858" y="5431064"/>
                  </a:moveTo>
                  <a:lnTo>
                    <a:pt x="3773028" y="5423666"/>
                  </a:lnTo>
                  <a:lnTo>
                    <a:pt x="3778751" y="5407391"/>
                  </a:lnTo>
                  <a:lnTo>
                    <a:pt x="3773028" y="5391116"/>
                  </a:lnTo>
                  <a:lnTo>
                    <a:pt x="3755858" y="5383718"/>
                  </a:lnTo>
                  <a:lnTo>
                    <a:pt x="3738688" y="5391116"/>
                  </a:lnTo>
                  <a:lnTo>
                    <a:pt x="3732964" y="5407391"/>
                  </a:lnTo>
                  <a:lnTo>
                    <a:pt x="3738688" y="5423666"/>
                  </a:lnTo>
                  <a:lnTo>
                    <a:pt x="3755858" y="5431064"/>
                  </a:lnTo>
                  <a:close/>
                </a:path>
                <a:path w="8348344" h="7197725">
                  <a:moveTo>
                    <a:pt x="3612307" y="4917781"/>
                  </a:moveTo>
                  <a:lnTo>
                    <a:pt x="3617592" y="4917781"/>
                  </a:lnTo>
                  <a:lnTo>
                    <a:pt x="3629616" y="4914819"/>
                  </a:lnTo>
                  <a:lnTo>
                    <a:pt x="3637369" y="4907249"/>
                  </a:lnTo>
                  <a:lnTo>
                    <a:pt x="3640870" y="4897043"/>
                  </a:lnTo>
                  <a:lnTo>
                    <a:pt x="3640135" y="4886174"/>
                  </a:lnTo>
                  <a:lnTo>
                    <a:pt x="3604480" y="4914033"/>
                  </a:lnTo>
                  <a:lnTo>
                    <a:pt x="3607990" y="4916329"/>
                  </a:lnTo>
                  <a:lnTo>
                    <a:pt x="3612307" y="4917781"/>
                  </a:lnTo>
                  <a:close/>
                </a:path>
                <a:path w="8348344" h="7197725">
                  <a:moveTo>
                    <a:pt x="3755858" y="5559375"/>
                  </a:moveTo>
                  <a:lnTo>
                    <a:pt x="3772894" y="5552034"/>
                  </a:lnTo>
                  <a:lnTo>
                    <a:pt x="3778572" y="5535883"/>
                  </a:lnTo>
                  <a:lnTo>
                    <a:pt x="3772894" y="5519732"/>
                  </a:lnTo>
                  <a:lnTo>
                    <a:pt x="3755858" y="5512390"/>
                  </a:lnTo>
                  <a:lnTo>
                    <a:pt x="3738817" y="5519732"/>
                  </a:lnTo>
                  <a:lnTo>
                    <a:pt x="3733137" y="5535883"/>
                  </a:lnTo>
                  <a:lnTo>
                    <a:pt x="3738817" y="5552034"/>
                  </a:lnTo>
                  <a:lnTo>
                    <a:pt x="3755858" y="5559375"/>
                  </a:lnTo>
                  <a:close/>
                </a:path>
                <a:path w="8348344" h="7197725">
                  <a:moveTo>
                    <a:pt x="3755858" y="4917804"/>
                  </a:moveTo>
                  <a:lnTo>
                    <a:pt x="3773546" y="4910183"/>
                  </a:lnTo>
                  <a:lnTo>
                    <a:pt x="3779442" y="4893417"/>
                  </a:lnTo>
                  <a:lnTo>
                    <a:pt x="3773546" y="4876651"/>
                  </a:lnTo>
                  <a:lnTo>
                    <a:pt x="3755858" y="4869030"/>
                  </a:lnTo>
                  <a:lnTo>
                    <a:pt x="3738172" y="4876651"/>
                  </a:lnTo>
                  <a:lnTo>
                    <a:pt x="3732276" y="4893417"/>
                  </a:lnTo>
                  <a:lnTo>
                    <a:pt x="3738170" y="4910183"/>
                  </a:lnTo>
                  <a:lnTo>
                    <a:pt x="3755858" y="4917804"/>
                  </a:lnTo>
                  <a:close/>
                </a:path>
                <a:path w="8348344" h="7197725">
                  <a:moveTo>
                    <a:pt x="3479342" y="5174427"/>
                  </a:moveTo>
                  <a:lnTo>
                    <a:pt x="3496767" y="5166918"/>
                  </a:lnTo>
                  <a:lnTo>
                    <a:pt x="3502575" y="5150400"/>
                  </a:lnTo>
                  <a:lnTo>
                    <a:pt x="3496767" y="5133883"/>
                  </a:lnTo>
                  <a:lnTo>
                    <a:pt x="3479342" y="5126374"/>
                  </a:lnTo>
                  <a:lnTo>
                    <a:pt x="3461908" y="5133883"/>
                  </a:lnTo>
                  <a:lnTo>
                    <a:pt x="3456097" y="5150400"/>
                  </a:lnTo>
                  <a:lnTo>
                    <a:pt x="3461908" y="5166918"/>
                  </a:lnTo>
                  <a:lnTo>
                    <a:pt x="3479342" y="5174427"/>
                  </a:lnTo>
                  <a:close/>
                </a:path>
                <a:path w="8348344" h="7197725">
                  <a:moveTo>
                    <a:pt x="4308889" y="5046115"/>
                  </a:moveTo>
                  <a:lnTo>
                    <a:pt x="4326444" y="5038551"/>
                  </a:lnTo>
                  <a:lnTo>
                    <a:pt x="4332295" y="5021909"/>
                  </a:lnTo>
                  <a:lnTo>
                    <a:pt x="4326444" y="5005267"/>
                  </a:lnTo>
                  <a:lnTo>
                    <a:pt x="4308889" y="4997702"/>
                  </a:lnTo>
                  <a:lnTo>
                    <a:pt x="4291332" y="5005267"/>
                  </a:lnTo>
                  <a:lnTo>
                    <a:pt x="4285481" y="5021909"/>
                  </a:lnTo>
                  <a:lnTo>
                    <a:pt x="4291334" y="5038551"/>
                  </a:lnTo>
                  <a:lnTo>
                    <a:pt x="4308889" y="5046115"/>
                  </a:lnTo>
                  <a:close/>
                </a:path>
                <a:path w="8348344" h="7197725">
                  <a:moveTo>
                    <a:pt x="3755858" y="5046115"/>
                  </a:moveTo>
                  <a:lnTo>
                    <a:pt x="3773412" y="5038551"/>
                  </a:lnTo>
                  <a:lnTo>
                    <a:pt x="3779263" y="5021909"/>
                  </a:lnTo>
                  <a:lnTo>
                    <a:pt x="3773412" y="5005267"/>
                  </a:lnTo>
                  <a:lnTo>
                    <a:pt x="3755858" y="4997702"/>
                  </a:lnTo>
                  <a:lnTo>
                    <a:pt x="3738300" y="5005267"/>
                  </a:lnTo>
                  <a:lnTo>
                    <a:pt x="3732449" y="5021909"/>
                  </a:lnTo>
                  <a:lnTo>
                    <a:pt x="3738302" y="5038551"/>
                  </a:lnTo>
                  <a:lnTo>
                    <a:pt x="3755858" y="5046115"/>
                  </a:lnTo>
                  <a:close/>
                </a:path>
                <a:path w="8348344" h="7197725">
                  <a:moveTo>
                    <a:pt x="3755858" y="5174427"/>
                  </a:moveTo>
                  <a:lnTo>
                    <a:pt x="3773283" y="5166918"/>
                  </a:lnTo>
                  <a:lnTo>
                    <a:pt x="3779091" y="5150400"/>
                  </a:lnTo>
                  <a:lnTo>
                    <a:pt x="3773283" y="5133883"/>
                  </a:lnTo>
                  <a:lnTo>
                    <a:pt x="3755858" y="5126374"/>
                  </a:lnTo>
                  <a:lnTo>
                    <a:pt x="3738424" y="5133883"/>
                  </a:lnTo>
                  <a:lnTo>
                    <a:pt x="3732613" y="5150400"/>
                  </a:lnTo>
                  <a:lnTo>
                    <a:pt x="3738424" y="5166918"/>
                  </a:lnTo>
                  <a:lnTo>
                    <a:pt x="3755858" y="5174427"/>
                  </a:lnTo>
                  <a:close/>
                </a:path>
                <a:path w="8348344" h="7197725">
                  <a:moveTo>
                    <a:pt x="3617600" y="5687686"/>
                  </a:moveTo>
                  <a:lnTo>
                    <a:pt x="3634510" y="5680401"/>
                  </a:lnTo>
                  <a:lnTo>
                    <a:pt x="3640147" y="5664374"/>
                  </a:lnTo>
                  <a:lnTo>
                    <a:pt x="3634510" y="5648348"/>
                  </a:lnTo>
                  <a:lnTo>
                    <a:pt x="3617600" y="5641063"/>
                  </a:lnTo>
                  <a:lnTo>
                    <a:pt x="3600689" y="5648348"/>
                  </a:lnTo>
                  <a:lnTo>
                    <a:pt x="3595052" y="5664374"/>
                  </a:lnTo>
                  <a:lnTo>
                    <a:pt x="3600689" y="5680401"/>
                  </a:lnTo>
                  <a:lnTo>
                    <a:pt x="3617600" y="5687686"/>
                  </a:lnTo>
                  <a:close/>
                </a:path>
                <a:path w="8348344" h="7197725">
                  <a:moveTo>
                    <a:pt x="3617600" y="5815982"/>
                  </a:moveTo>
                  <a:lnTo>
                    <a:pt x="3634376" y="5808756"/>
                  </a:lnTo>
                  <a:lnTo>
                    <a:pt x="3639969" y="5792858"/>
                  </a:lnTo>
                  <a:lnTo>
                    <a:pt x="3634376" y="5776961"/>
                  </a:lnTo>
                  <a:lnTo>
                    <a:pt x="3617600" y="5769735"/>
                  </a:lnTo>
                  <a:lnTo>
                    <a:pt x="3600818" y="5776961"/>
                  </a:lnTo>
                  <a:lnTo>
                    <a:pt x="3595225" y="5792858"/>
                  </a:lnTo>
                  <a:lnTo>
                    <a:pt x="3600818" y="5808756"/>
                  </a:lnTo>
                  <a:lnTo>
                    <a:pt x="3617600" y="5815982"/>
                  </a:lnTo>
                  <a:close/>
                </a:path>
                <a:path w="8348344" h="7197725">
                  <a:moveTo>
                    <a:pt x="3617600" y="5559375"/>
                  </a:moveTo>
                  <a:lnTo>
                    <a:pt x="3634636" y="5552034"/>
                  </a:lnTo>
                  <a:lnTo>
                    <a:pt x="3640314" y="5535883"/>
                  </a:lnTo>
                  <a:lnTo>
                    <a:pt x="3634636" y="5519732"/>
                  </a:lnTo>
                  <a:lnTo>
                    <a:pt x="3617600" y="5512390"/>
                  </a:lnTo>
                  <a:lnTo>
                    <a:pt x="3600559" y="5519732"/>
                  </a:lnTo>
                  <a:lnTo>
                    <a:pt x="3594879" y="5535883"/>
                  </a:lnTo>
                  <a:lnTo>
                    <a:pt x="3600559" y="5552034"/>
                  </a:lnTo>
                  <a:lnTo>
                    <a:pt x="3617600" y="5559375"/>
                  </a:lnTo>
                  <a:close/>
                </a:path>
                <a:path w="8348344" h="7197725">
                  <a:moveTo>
                    <a:pt x="4308889" y="5174427"/>
                  </a:moveTo>
                  <a:lnTo>
                    <a:pt x="4326314" y="5166918"/>
                  </a:lnTo>
                  <a:lnTo>
                    <a:pt x="4332123" y="5150400"/>
                  </a:lnTo>
                  <a:lnTo>
                    <a:pt x="4326314" y="5133883"/>
                  </a:lnTo>
                  <a:lnTo>
                    <a:pt x="4308889" y="5126374"/>
                  </a:lnTo>
                  <a:lnTo>
                    <a:pt x="4291456" y="5133883"/>
                  </a:lnTo>
                  <a:lnTo>
                    <a:pt x="4285645" y="5150400"/>
                  </a:lnTo>
                  <a:lnTo>
                    <a:pt x="4291456" y="5166918"/>
                  </a:lnTo>
                  <a:lnTo>
                    <a:pt x="4308889" y="5174427"/>
                  </a:lnTo>
                  <a:close/>
                </a:path>
                <a:path w="8348344" h="7197725">
                  <a:moveTo>
                    <a:pt x="3617600" y="5174427"/>
                  </a:moveTo>
                  <a:lnTo>
                    <a:pt x="3635025" y="5166918"/>
                  </a:lnTo>
                  <a:lnTo>
                    <a:pt x="3640833" y="5150400"/>
                  </a:lnTo>
                  <a:lnTo>
                    <a:pt x="3635025" y="5133883"/>
                  </a:lnTo>
                  <a:lnTo>
                    <a:pt x="3617600" y="5126374"/>
                  </a:lnTo>
                  <a:lnTo>
                    <a:pt x="3600166" y="5133883"/>
                  </a:lnTo>
                  <a:lnTo>
                    <a:pt x="3594355" y="5150400"/>
                  </a:lnTo>
                  <a:lnTo>
                    <a:pt x="3600166" y="5166918"/>
                  </a:lnTo>
                  <a:lnTo>
                    <a:pt x="3617600" y="5174427"/>
                  </a:lnTo>
                  <a:close/>
                </a:path>
                <a:path w="8348344" h="7197725">
                  <a:moveTo>
                    <a:pt x="3617600" y="5431064"/>
                  </a:moveTo>
                  <a:lnTo>
                    <a:pt x="3634770" y="5423666"/>
                  </a:lnTo>
                  <a:lnTo>
                    <a:pt x="3640493" y="5407391"/>
                  </a:lnTo>
                  <a:lnTo>
                    <a:pt x="3634770" y="5391116"/>
                  </a:lnTo>
                  <a:lnTo>
                    <a:pt x="3617600" y="5383718"/>
                  </a:lnTo>
                  <a:lnTo>
                    <a:pt x="3600430" y="5391116"/>
                  </a:lnTo>
                  <a:lnTo>
                    <a:pt x="3594706" y="5407391"/>
                  </a:lnTo>
                  <a:lnTo>
                    <a:pt x="3600430" y="5423666"/>
                  </a:lnTo>
                  <a:lnTo>
                    <a:pt x="3617600" y="5431064"/>
                  </a:lnTo>
                  <a:close/>
                </a:path>
                <a:path w="8348344" h="7197725">
                  <a:moveTo>
                    <a:pt x="3617600" y="5302753"/>
                  </a:moveTo>
                  <a:lnTo>
                    <a:pt x="3634899" y="5295299"/>
                  </a:lnTo>
                  <a:lnTo>
                    <a:pt x="3640666" y="5278900"/>
                  </a:lnTo>
                  <a:lnTo>
                    <a:pt x="3634899" y="5262501"/>
                  </a:lnTo>
                  <a:lnTo>
                    <a:pt x="3617600" y="5255047"/>
                  </a:lnTo>
                  <a:lnTo>
                    <a:pt x="3600300" y="5262501"/>
                  </a:lnTo>
                  <a:lnTo>
                    <a:pt x="3594533" y="5278900"/>
                  </a:lnTo>
                  <a:lnTo>
                    <a:pt x="3600300" y="5295299"/>
                  </a:lnTo>
                  <a:lnTo>
                    <a:pt x="3617600" y="5302753"/>
                  </a:lnTo>
                  <a:close/>
                </a:path>
                <a:path w="8348344" h="7197725">
                  <a:moveTo>
                    <a:pt x="3617600" y="5046115"/>
                  </a:moveTo>
                  <a:lnTo>
                    <a:pt x="3635154" y="5038551"/>
                  </a:lnTo>
                  <a:lnTo>
                    <a:pt x="3641006" y="5021909"/>
                  </a:lnTo>
                  <a:lnTo>
                    <a:pt x="3635154" y="5005267"/>
                  </a:lnTo>
                  <a:lnTo>
                    <a:pt x="3617600" y="4997702"/>
                  </a:lnTo>
                  <a:lnTo>
                    <a:pt x="3600042" y="5005267"/>
                  </a:lnTo>
                  <a:lnTo>
                    <a:pt x="3594191" y="5021909"/>
                  </a:lnTo>
                  <a:lnTo>
                    <a:pt x="3600044" y="5038551"/>
                  </a:lnTo>
                  <a:lnTo>
                    <a:pt x="3617600" y="5046115"/>
                  </a:lnTo>
                  <a:close/>
                </a:path>
                <a:path w="8348344" h="7197725">
                  <a:moveTo>
                    <a:pt x="2788052" y="3378025"/>
                  </a:moveTo>
                  <a:lnTo>
                    <a:pt x="2807291" y="3369735"/>
                  </a:lnTo>
                  <a:lnTo>
                    <a:pt x="2813705" y="3351495"/>
                  </a:lnTo>
                  <a:lnTo>
                    <a:pt x="2807291" y="3333256"/>
                  </a:lnTo>
                  <a:lnTo>
                    <a:pt x="2788052" y="3324965"/>
                  </a:lnTo>
                  <a:lnTo>
                    <a:pt x="2768804" y="3333256"/>
                  </a:lnTo>
                  <a:lnTo>
                    <a:pt x="2762388" y="3351495"/>
                  </a:lnTo>
                  <a:lnTo>
                    <a:pt x="2768804" y="3369735"/>
                  </a:lnTo>
                  <a:lnTo>
                    <a:pt x="2788052" y="3378025"/>
                  </a:lnTo>
                  <a:close/>
                </a:path>
                <a:path w="8348344" h="7197725">
                  <a:moveTo>
                    <a:pt x="2788052" y="3506329"/>
                  </a:moveTo>
                  <a:lnTo>
                    <a:pt x="2807166" y="3498095"/>
                  </a:lnTo>
                  <a:lnTo>
                    <a:pt x="2813538" y="3479979"/>
                  </a:lnTo>
                  <a:lnTo>
                    <a:pt x="2807166" y="3461864"/>
                  </a:lnTo>
                  <a:lnTo>
                    <a:pt x="2788052" y="3453630"/>
                  </a:lnTo>
                  <a:lnTo>
                    <a:pt x="2768941" y="3461864"/>
                  </a:lnTo>
                  <a:lnTo>
                    <a:pt x="2762569" y="3479979"/>
                  </a:lnTo>
                  <a:lnTo>
                    <a:pt x="2768939" y="3498095"/>
                  </a:lnTo>
                  <a:lnTo>
                    <a:pt x="2788052" y="3506329"/>
                  </a:lnTo>
                  <a:close/>
                </a:path>
                <a:path w="8348344" h="7197725">
                  <a:moveTo>
                    <a:pt x="2788052" y="3249714"/>
                  </a:moveTo>
                  <a:lnTo>
                    <a:pt x="2807421" y="3241367"/>
                  </a:lnTo>
                  <a:lnTo>
                    <a:pt x="2813877" y="3223004"/>
                  </a:lnTo>
                  <a:lnTo>
                    <a:pt x="2807421" y="3204640"/>
                  </a:lnTo>
                  <a:lnTo>
                    <a:pt x="2788052" y="3196293"/>
                  </a:lnTo>
                  <a:lnTo>
                    <a:pt x="2768680" y="3204640"/>
                  </a:lnTo>
                  <a:lnTo>
                    <a:pt x="2762224" y="3223004"/>
                  </a:lnTo>
                  <a:lnTo>
                    <a:pt x="2768682" y="3241367"/>
                  </a:lnTo>
                  <a:lnTo>
                    <a:pt x="2788052" y="3249714"/>
                  </a:lnTo>
                  <a:close/>
                </a:path>
                <a:path w="8348344" h="7197725">
                  <a:moveTo>
                    <a:pt x="2788052" y="3634640"/>
                  </a:moveTo>
                  <a:lnTo>
                    <a:pt x="2807036" y="3626462"/>
                  </a:lnTo>
                  <a:lnTo>
                    <a:pt x="2813365" y="3608471"/>
                  </a:lnTo>
                  <a:lnTo>
                    <a:pt x="2807036" y="3590479"/>
                  </a:lnTo>
                  <a:lnTo>
                    <a:pt x="2788052" y="3582302"/>
                  </a:lnTo>
                  <a:lnTo>
                    <a:pt x="2769067" y="3590480"/>
                  </a:lnTo>
                  <a:lnTo>
                    <a:pt x="2762739" y="3608474"/>
                  </a:lnTo>
                  <a:lnTo>
                    <a:pt x="2769067" y="3626465"/>
                  </a:lnTo>
                  <a:lnTo>
                    <a:pt x="2788052" y="3634640"/>
                  </a:lnTo>
                  <a:close/>
                </a:path>
                <a:path w="8348344" h="7197725">
                  <a:moveTo>
                    <a:pt x="2788052" y="3121396"/>
                  </a:moveTo>
                  <a:lnTo>
                    <a:pt x="2807560" y="3112991"/>
                  </a:lnTo>
                  <a:lnTo>
                    <a:pt x="2814061" y="3094509"/>
                  </a:lnTo>
                  <a:lnTo>
                    <a:pt x="2807557" y="3076029"/>
                  </a:lnTo>
                  <a:lnTo>
                    <a:pt x="2788052" y="3067629"/>
                  </a:lnTo>
                  <a:lnTo>
                    <a:pt x="2768548" y="3076030"/>
                  </a:lnTo>
                  <a:lnTo>
                    <a:pt x="2762049" y="3094512"/>
                  </a:lnTo>
                  <a:lnTo>
                    <a:pt x="2768556" y="3112995"/>
                  </a:lnTo>
                  <a:lnTo>
                    <a:pt x="2788052" y="3121396"/>
                  </a:lnTo>
                  <a:close/>
                </a:path>
                <a:path w="8348344" h="7197725">
                  <a:moveTo>
                    <a:pt x="6242289" y="3634425"/>
                  </a:moveTo>
                  <a:lnTo>
                    <a:pt x="6269694" y="3609884"/>
                  </a:lnTo>
                  <a:lnTo>
                    <a:pt x="6270094" y="3601397"/>
                  </a:lnTo>
                  <a:lnTo>
                    <a:pt x="6266975" y="3592748"/>
                  </a:lnTo>
                  <a:lnTo>
                    <a:pt x="6260254" y="3587448"/>
                  </a:lnTo>
                  <a:lnTo>
                    <a:pt x="6222279" y="3621459"/>
                  </a:lnTo>
                  <a:lnTo>
                    <a:pt x="6225813" y="3628464"/>
                  </a:lnTo>
                  <a:lnTo>
                    <a:pt x="6232511" y="3633703"/>
                  </a:lnTo>
                  <a:lnTo>
                    <a:pt x="6242289" y="3634425"/>
                  </a:lnTo>
                  <a:close/>
                </a:path>
                <a:path w="8348344" h="7197725">
                  <a:moveTo>
                    <a:pt x="5816377" y="4015902"/>
                  </a:moveTo>
                  <a:lnTo>
                    <a:pt x="5852524" y="3983526"/>
                  </a:lnTo>
                  <a:lnTo>
                    <a:pt x="5849659" y="3976206"/>
                  </a:lnTo>
                  <a:lnTo>
                    <a:pt x="5843652" y="3970307"/>
                  </a:lnTo>
                  <a:lnTo>
                    <a:pt x="5834458" y="3968786"/>
                  </a:lnTo>
                  <a:lnTo>
                    <a:pt x="5805032" y="3995132"/>
                  </a:lnTo>
                  <a:lnTo>
                    <a:pt x="5805363" y="4003405"/>
                  </a:lnTo>
                  <a:lnTo>
                    <a:pt x="5809149" y="4011416"/>
                  </a:lnTo>
                  <a:lnTo>
                    <a:pt x="5816377" y="4015902"/>
                  </a:lnTo>
                  <a:close/>
                </a:path>
                <a:path w="8348344" h="7197725">
                  <a:moveTo>
                    <a:pt x="2788052" y="2993077"/>
                  </a:moveTo>
                  <a:lnTo>
                    <a:pt x="2807680" y="2984621"/>
                  </a:lnTo>
                  <a:lnTo>
                    <a:pt x="2814223" y="2966017"/>
                  </a:lnTo>
                  <a:lnTo>
                    <a:pt x="2807680" y="2947413"/>
                  </a:lnTo>
                  <a:lnTo>
                    <a:pt x="2788052" y="2938957"/>
                  </a:lnTo>
                  <a:lnTo>
                    <a:pt x="2768415" y="2947413"/>
                  </a:lnTo>
                  <a:lnTo>
                    <a:pt x="2761869" y="2966017"/>
                  </a:lnTo>
                  <a:lnTo>
                    <a:pt x="2768415" y="2984621"/>
                  </a:lnTo>
                  <a:lnTo>
                    <a:pt x="2788052" y="2993077"/>
                  </a:lnTo>
                  <a:close/>
                </a:path>
                <a:path w="8348344" h="7197725">
                  <a:moveTo>
                    <a:pt x="2788052" y="3762966"/>
                  </a:moveTo>
                  <a:lnTo>
                    <a:pt x="2806904" y="3754839"/>
                  </a:lnTo>
                  <a:lnTo>
                    <a:pt x="2813185" y="3736967"/>
                  </a:lnTo>
                  <a:lnTo>
                    <a:pt x="2806900" y="3719096"/>
                  </a:lnTo>
                  <a:lnTo>
                    <a:pt x="2788052" y="3710974"/>
                  </a:lnTo>
                  <a:lnTo>
                    <a:pt x="2769197" y="3719098"/>
                  </a:lnTo>
                  <a:lnTo>
                    <a:pt x="2762913" y="3736970"/>
                  </a:lnTo>
                  <a:lnTo>
                    <a:pt x="2769204" y="3754842"/>
                  </a:lnTo>
                  <a:lnTo>
                    <a:pt x="2788052" y="3762966"/>
                  </a:lnTo>
                  <a:close/>
                </a:path>
                <a:path w="8348344" h="7197725">
                  <a:moveTo>
                    <a:pt x="2788052" y="4532833"/>
                  </a:moveTo>
                  <a:lnTo>
                    <a:pt x="2806133" y="4525046"/>
                  </a:lnTo>
                  <a:lnTo>
                    <a:pt x="2812161" y="4507915"/>
                  </a:lnTo>
                  <a:lnTo>
                    <a:pt x="2806133" y="4490785"/>
                  </a:lnTo>
                  <a:lnTo>
                    <a:pt x="2788052" y="4482998"/>
                  </a:lnTo>
                  <a:lnTo>
                    <a:pt x="2769975" y="4490785"/>
                  </a:lnTo>
                  <a:lnTo>
                    <a:pt x="2763949" y="4507916"/>
                  </a:lnTo>
                  <a:lnTo>
                    <a:pt x="2769975" y="4525046"/>
                  </a:lnTo>
                  <a:lnTo>
                    <a:pt x="2788052" y="4532833"/>
                  </a:lnTo>
                  <a:close/>
                </a:path>
                <a:path w="8348344" h="7197725">
                  <a:moveTo>
                    <a:pt x="2788052" y="4661159"/>
                  </a:moveTo>
                  <a:lnTo>
                    <a:pt x="2805995" y="4653427"/>
                  </a:lnTo>
                  <a:lnTo>
                    <a:pt x="2811976" y="4636415"/>
                  </a:lnTo>
                  <a:lnTo>
                    <a:pt x="2805995" y="4619403"/>
                  </a:lnTo>
                  <a:lnTo>
                    <a:pt x="2788052" y="4611671"/>
                  </a:lnTo>
                  <a:lnTo>
                    <a:pt x="2770109" y="4619403"/>
                  </a:lnTo>
                  <a:lnTo>
                    <a:pt x="2764127" y="4636415"/>
                  </a:lnTo>
                  <a:lnTo>
                    <a:pt x="2770109" y="4653427"/>
                  </a:lnTo>
                  <a:lnTo>
                    <a:pt x="2788052" y="4661159"/>
                  </a:lnTo>
                  <a:close/>
                </a:path>
                <a:path w="8348344" h="7197725">
                  <a:moveTo>
                    <a:pt x="2788052" y="4404521"/>
                  </a:moveTo>
                  <a:lnTo>
                    <a:pt x="2806254" y="4396678"/>
                  </a:lnTo>
                  <a:lnTo>
                    <a:pt x="2812322" y="4379424"/>
                  </a:lnTo>
                  <a:lnTo>
                    <a:pt x="2806254" y="4362169"/>
                  </a:lnTo>
                  <a:lnTo>
                    <a:pt x="2788052" y="4354326"/>
                  </a:lnTo>
                  <a:lnTo>
                    <a:pt x="2769845" y="4362169"/>
                  </a:lnTo>
                  <a:lnTo>
                    <a:pt x="2763776" y="4379424"/>
                  </a:lnTo>
                  <a:lnTo>
                    <a:pt x="2769845" y="4396679"/>
                  </a:lnTo>
                  <a:lnTo>
                    <a:pt x="2788052" y="4404521"/>
                  </a:lnTo>
                  <a:close/>
                </a:path>
                <a:path w="8348344" h="7197725">
                  <a:moveTo>
                    <a:pt x="2788052" y="4789478"/>
                  </a:moveTo>
                  <a:lnTo>
                    <a:pt x="2805866" y="4781803"/>
                  </a:lnTo>
                  <a:lnTo>
                    <a:pt x="2811803" y="4764918"/>
                  </a:lnTo>
                  <a:lnTo>
                    <a:pt x="2805866" y="4748033"/>
                  </a:lnTo>
                  <a:lnTo>
                    <a:pt x="2788052" y="4740358"/>
                  </a:lnTo>
                  <a:lnTo>
                    <a:pt x="2770230" y="4748033"/>
                  </a:lnTo>
                  <a:lnTo>
                    <a:pt x="2764289" y="4764918"/>
                  </a:lnTo>
                  <a:lnTo>
                    <a:pt x="2770230" y="4781803"/>
                  </a:lnTo>
                  <a:lnTo>
                    <a:pt x="2788052" y="4789478"/>
                  </a:lnTo>
                  <a:close/>
                </a:path>
                <a:path w="8348344" h="7197725">
                  <a:moveTo>
                    <a:pt x="2788052" y="4019596"/>
                  </a:moveTo>
                  <a:lnTo>
                    <a:pt x="2806643" y="4011584"/>
                  </a:lnTo>
                  <a:lnTo>
                    <a:pt x="2812840" y="3993957"/>
                  </a:lnTo>
                  <a:lnTo>
                    <a:pt x="2806643" y="3976330"/>
                  </a:lnTo>
                  <a:lnTo>
                    <a:pt x="2788052" y="3968318"/>
                  </a:lnTo>
                  <a:lnTo>
                    <a:pt x="2769456" y="3976330"/>
                  </a:lnTo>
                  <a:lnTo>
                    <a:pt x="2763258" y="3993957"/>
                  </a:lnTo>
                  <a:lnTo>
                    <a:pt x="2769456" y="4011584"/>
                  </a:lnTo>
                  <a:lnTo>
                    <a:pt x="2788052" y="4019596"/>
                  </a:lnTo>
                  <a:close/>
                </a:path>
                <a:path w="8348344" h="7197725">
                  <a:moveTo>
                    <a:pt x="2788052" y="4276218"/>
                  </a:moveTo>
                  <a:lnTo>
                    <a:pt x="2806388" y="4268319"/>
                  </a:lnTo>
                  <a:lnTo>
                    <a:pt x="2812501" y="4250940"/>
                  </a:lnTo>
                  <a:lnTo>
                    <a:pt x="2806388" y="4233561"/>
                  </a:lnTo>
                  <a:lnTo>
                    <a:pt x="2788052" y="4225662"/>
                  </a:lnTo>
                  <a:lnTo>
                    <a:pt x="2769715" y="4233561"/>
                  </a:lnTo>
                  <a:lnTo>
                    <a:pt x="2763603" y="4250940"/>
                  </a:lnTo>
                  <a:lnTo>
                    <a:pt x="2769715" y="4268319"/>
                  </a:lnTo>
                  <a:lnTo>
                    <a:pt x="2788052" y="4276218"/>
                  </a:lnTo>
                  <a:close/>
                </a:path>
                <a:path w="8348344" h="7197725">
                  <a:moveTo>
                    <a:pt x="5000179" y="2094876"/>
                  </a:moveTo>
                  <a:lnTo>
                    <a:pt x="5020719" y="2086029"/>
                  </a:lnTo>
                  <a:lnTo>
                    <a:pt x="5027566" y="2066564"/>
                  </a:lnTo>
                  <a:lnTo>
                    <a:pt x="5020719" y="2047100"/>
                  </a:lnTo>
                  <a:lnTo>
                    <a:pt x="5000179" y="2038252"/>
                  </a:lnTo>
                  <a:lnTo>
                    <a:pt x="4979639" y="2047100"/>
                  </a:lnTo>
                  <a:lnTo>
                    <a:pt x="4972792" y="2066564"/>
                  </a:lnTo>
                  <a:lnTo>
                    <a:pt x="4979639" y="2086029"/>
                  </a:lnTo>
                  <a:lnTo>
                    <a:pt x="5000179" y="2094876"/>
                  </a:lnTo>
                  <a:close/>
                </a:path>
                <a:path w="8348344" h="7197725">
                  <a:moveTo>
                    <a:pt x="2788052" y="4147907"/>
                  </a:moveTo>
                  <a:lnTo>
                    <a:pt x="2806514" y="4139951"/>
                  </a:lnTo>
                  <a:lnTo>
                    <a:pt x="2812668" y="4122449"/>
                  </a:lnTo>
                  <a:lnTo>
                    <a:pt x="2806514" y="4104946"/>
                  </a:lnTo>
                  <a:lnTo>
                    <a:pt x="2788052" y="4096990"/>
                  </a:lnTo>
                  <a:lnTo>
                    <a:pt x="2769581" y="4104946"/>
                  </a:lnTo>
                  <a:lnTo>
                    <a:pt x="2763425" y="4122449"/>
                  </a:lnTo>
                  <a:lnTo>
                    <a:pt x="2769581" y="4139951"/>
                  </a:lnTo>
                  <a:lnTo>
                    <a:pt x="2788052" y="4147907"/>
                  </a:lnTo>
                  <a:close/>
                </a:path>
                <a:path w="8348344" h="7197725">
                  <a:moveTo>
                    <a:pt x="2788052" y="3891293"/>
                  </a:moveTo>
                  <a:lnTo>
                    <a:pt x="2806777" y="3883223"/>
                  </a:lnTo>
                  <a:lnTo>
                    <a:pt x="2813019" y="3865469"/>
                  </a:lnTo>
                  <a:lnTo>
                    <a:pt x="2806777" y="3847716"/>
                  </a:lnTo>
                  <a:lnTo>
                    <a:pt x="2788052" y="3839646"/>
                  </a:lnTo>
                  <a:lnTo>
                    <a:pt x="2769326" y="3847716"/>
                  </a:lnTo>
                  <a:lnTo>
                    <a:pt x="2763085" y="3865469"/>
                  </a:lnTo>
                  <a:lnTo>
                    <a:pt x="2769327" y="3883223"/>
                  </a:lnTo>
                  <a:lnTo>
                    <a:pt x="2788052" y="3891293"/>
                  </a:lnTo>
                  <a:close/>
                </a:path>
                <a:path w="8348344" h="7197725">
                  <a:moveTo>
                    <a:pt x="8318370" y="1453298"/>
                  </a:moveTo>
                  <a:lnTo>
                    <a:pt x="8339558" y="1444172"/>
                  </a:lnTo>
                  <a:lnTo>
                    <a:pt x="8346621" y="1424095"/>
                  </a:lnTo>
                  <a:lnTo>
                    <a:pt x="8339558" y="1404018"/>
                  </a:lnTo>
                  <a:lnTo>
                    <a:pt x="8318370" y="1394892"/>
                  </a:lnTo>
                  <a:lnTo>
                    <a:pt x="8297182" y="1404018"/>
                  </a:lnTo>
                  <a:lnTo>
                    <a:pt x="8290119" y="1424095"/>
                  </a:lnTo>
                  <a:lnTo>
                    <a:pt x="8297182" y="1444172"/>
                  </a:lnTo>
                  <a:lnTo>
                    <a:pt x="8318370" y="1453298"/>
                  </a:lnTo>
                  <a:close/>
                </a:path>
                <a:path w="8348344" h="7197725">
                  <a:moveTo>
                    <a:pt x="8180112" y="1581617"/>
                  </a:moveTo>
                  <a:lnTo>
                    <a:pt x="8201171" y="1572546"/>
                  </a:lnTo>
                  <a:lnTo>
                    <a:pt x="8208190" y="1552590"/>
                  </a:lnTo>
                  <a:lnTo>
                    <a:pt x="8201171" y="1532635"/>
                  </a:lnTo>
                  <a:lnTo>
                    <a:pt x="8180112" y="1523564"/>
                  </a:lnTo>
                  <a:lnTo>
                    <a:pt x="8159054" y="1532635"/>
                  </a:lnTo>
                  <a:lnTo>
                    <a:pt x="8152034" y="1552590"/>
                  </a:lnTo>
                  <a:lnTo>
                    <a:pt x="8159054" y="1572546"/>
                  </a:lnTo>
                  <a:lnTo>
                    <a:pt x="8180112" y="1581617"/>
                  </a:lnTo>
                  <a:close/>
                </a:path>
                <a:path w="8348344" h="7197725">
                  <a:moveTo>
                    <a:pt x="8180112" y="1838247"/>
                  </a:moveTo>
                  <a:lnTo>
                    <a:pt x="8200911" y="1829287"/>
                  </a:lnTo>
                  <a:lnTo>
                    <a:pt x="8207844" y="1809577"/>
                  </a:lnTo>
                  <a:lnTo>
                    <a:pt x="8200911" y="1789867"/>
                  </a:lnTo>
                  <a:lnTo>
                    <a:pt x="8180112" y="1780908"/>
                  </a:lnTo>
                  <a:lnTo>
                    <a:pt x="8159313" y="1789867"/>
                  </a:lnTo>
                  <a:lnTo>
                    <a:pt x="8152380" y="1809577"/>
                  </a:lnTo>
                  <a:lnTo>
                    <a:pt x="8159313" y="1829287"/>
                  </a:lnTo>
                  <a:lnTo>
                    <a:pt x="8180112" y="1838247"/>
                  </a:lnTo>
                  <a:close/>
                </a:path>
                <a:path w="8348344" h="7197725">
                  <a:moveTo>
                    <a:pt x="8318370" y="1324987"/>
                  </a:moveTo>
                  <a:lnTo>
                    <a:pt x="8339688" y="1315805"/>
                  </a:lnTo>
                  <a:lnTo>
                    <a:pt x="8346794" y="1295603"/>
                  </a:lnTo>
                  <a:lnTo>
                    <a:pt x="8339688" y="1275402"/>
                  </a:lnTo>
                  <a:lnTo>
                    <a:pt x="8318370" y="1266220"/>
                  </a:lnTo>
                  <a:lnTo>
                    <a:pt x="8297052" y="1275402"/>
                  </a:lnTo>
                  <a:lnTo>
                    <a:pt x="8289947" y="1295603"/>
                  </a:lnTo>
                  <a:lnTo>
                    <a:pt x="8297052" y="1315805"/>
                  </a:lnTo>
                  <a:lnTo>
                    <a:pt x="8318370" y="1324987"/>
                  </a:lnTo>
                  <a:close/>
                </a:path>
                <a:path w="8348344" h="7197725">
                  <a:moveTo>
                    <a:pt x="8180112" y="1709936"/>
                  </a:moveTo>
                  <a:lnTo>
                    <a:pt x="8201041" y="1700920"/>
                  </a:lnTo>
                  <a:lnTo>
                    <a:pt x="8208017" y="1681086"/>
                  </a:lnTo>
                  <a:lnTo>
                    <a:pt x="8201041" y="1661252"/>
                  </a:lnTo>
                  <a:lnTo>
                    <a:pt x="8180112" y="1652236"/>
                  </a:lnTo>
                  <a:lnTo>
                    <a:pt x="8159183" y="1661252"/>
                  </a:lnTo>
                  <a:lnTo>
                    <a:pt x="8152207" y="1681086"/>
                  </a:lnTo>
                  <a:lnTo>
                    <a:pt x="8159183" y="1700920"/>
                  </a:lnTo>
                  <a:lnTo>
                    <a:pt x="8180112" y="1709936"/>
                  </a:lnTo>
                  <a:close/>
                </a:path>
                <a:path w="8348344" h="7197725">
                  <a:moveTo>
                    <a:pt x="7206515" y="1838247"/>
                  </a:moveTo>
                  <a:lnTo>
                    <a:pt x="7212306" y="1838247"/>
                  </a:lnTo>
                  <a:lnTo>
                    <a:pt x="7225917" y="1835054"/>
                  </a:lnTo>
                  <a:lnTo>
                    <a:pt x="7234957" y="1826823"/>
                  </a:lnTo>
                  <a:lnTo>
                    <a:pt x="7239438" y="1815577"/>
                  </a:lnTo>
                  <a:lnTo>
                    <a:pt x="7239374" y="1803336"/>
                  </a:lnTo>
                  <a:lnTo>
                    <a:pt x="7197766" y="1834352"/>
                  </a:lnTo>
                  <a:lnTo>
                    <a:pt x="7201745" y="1836726"/>
                  </a:lnTo>
                  <a:lnTo>
                    <a:pt x="7206515" y="1838247"/>
                  </a:lnTo>
                  <a:close/>
                </a:path>
                <a:path w="8348344" h="7197725">
                  <a:moveTo>
                    <a:pt x="7880369" y="1056713"/>
                  </a:moveTo>
                  <a:lnTo>
                    <a:pt x="7928759" y="1023677"/>
                  </a:lnTo>
                  <a:lnTo>
                    <a:pt x="7925072" y="1016503"/>
                  </a:lnTo>
                  <a:lnTo>
                    <a:pt x="7918482" y="1010972"/>
                  </a:lnTo>
                  <a:lnTo>
                    <a:pt x="7908996" y="1009413"/>
                  </a:lnTo>
                  <a:lnTo>
                    <a:pt x="7875476" y="1032279"/>
                  </a:lnTo>
                  <a:lnTo>
                    <a:pt x="7874894" y="1038668"/>
                  </a:lnTo>
                  <a:lnTo>
                    <a:pt x="7875523" y="1045038"/>
                  </a:lnTo>
                  <a:lnTo>
                    <a:pt x="7877352" y="1051137"/>
                  </a:lnTo>
                  <a:lnTo>
                    <a:pt x="7880369" y="1056713"/>
                  </a:lnTo>
                  <a:close/>
                </a:path>
                <a:path w="8348344" h="7197725">
                  <a:moveTo>
                    <a:pt x="8180112" y="1453298"/>
                  </a:moveTo>
                  <a:lnTo>
                    <a:pt x="8201300" y="1444172"/>
                  </a:lnTo>
                  <a:lnTo>
                    <a:pt x="8208363" y="1424095"/>
                  </a:lnTo>
                  <a:lnTo>
                    <a:pt x="8201300" y="1404018"/>
                  </a:lnTo>
                  <a:lnTo>
                    <a:pt x="8180112" y="1394892"/>
                  </a:lnTo>
                  <a:lnTo>
                    <a:pt x="8158924" y="1404018"/>
                  </a:lnTo>
                  <a:lnTo>
                    <a:pt x="8151861" y="1424095"/>
                  </a:lnTo>
                  <a:lnTo>
                    <a:pt x="8158924" y="1444172"/>
                  </a:lnTo>
                  <a:lnTo>
                    <a:pt x="8180112" y="1453298"/>
                  </a:lnTo>
                  <a:close/>
                </a:path>
                <a:path w="8348344" h="7197725">
                  <a:moveTo>
                    <a:pt x="8318370" y="1709936"/>
                  </a:moveTo>
                  <a:lnTo>
                    <a:pt x="8339299" y="1700920"/>
                  </a:lnTo>
                  <a:lnTo>
                    <a:pt x="8346275" y="1681086"/>
                  </a:lnTo>
                  <a:lnTo>
                    <a:pt x="8339299" y="1661252"/>
                  </a:lnTo>
                  <a:lnTo>
                    <a:pt x="8318370" y="1652236"/>
                  </a:lnTo>
                  <a:lnTo>
                    <a:pt x="8297441" y="1661252"/>
                  </a:lnTo>
                  <a:lnTo>
                    <a:pt x="8290465" y="1681086"/>
                  </a:lnTo>
                  <a:lnTo>
                    <a:pt x="8297441" y="1700920"/>
                  </a:lnTo>
                  <a:lnTo>
                    <a:pt x="8318370" y="1709936"/>
                  </a:lnTo>
                  <a:close/>
                </a:path>
                <a:path w="8348344" h="7197725">
                  <a:moveTo>
                    <a:pt x="8318370" y="1581617"/>
                  </a:moveTo>
                  <a:lnTo>
                    <a:pt x="8339429" y="1572546"/>
                  </a:lnTo>
                  <a:lnTo>
                    <a:pt x="8346448" y="1552590"/>
                  </a:lnTo>
                  <a:lnTo>
                    <a:pt x="8339429" y="1532635"/>
                  </a:lnTo>
                  <a:lnTo>
                    <a:pt x="8318370" y="1523564"/>
                  </a:lnTo>
                  <a:lnTo>
                    <a:pt x="8297312" y="1532635"/>
                  </a:lnTo>
                  <a:lnTo>
                    <a:pt x="8290292" y="1552590"/>
                  </a:lnTo>
                  <a:lnTo>
                    <a:pt x="8297312" y="1572546"/>
                  </a:lnTo>
                  <a:lnTo>
                    <a:pt x="8318370" y="1581617"/>
                  </a:lnTo>
                  <a:close/>
                </a:path>
                <a:path w="8348344" h="7197725">
                  <a:moveTo>
                    <a:pt x="3341084" y="5815982"/>
                  </a:moveTo>
                  <a:lnTo>
                    <a:pt x="3357860" y="5808756"/>
                  </a:lnTo>
                  <a:lnTo>
                    <a:pt x="3363453" y="5792858"/>
                  </a:lnTo>
                  <a:lnTo>
                    <a:pt x="3357860" y="5776961"/>
                  </a:lnTo>
                  <a:lnTo>
                    <a:pt x="3341084" y="5769735"/>
                  </a:lnTo>
                  <a:lnTo>
                    <a:pt x="3324303" y="5776961"/>
                  </a:lnTo>
                  <a:lnTo>
                    <a:pt x="3318709" y="5792858"/>
                  </a:lnTo>
                  <a:lnTo>
                    <a:pt x="3324303" y="5808756"/>
                  </a:lnTo>
                  <a:lnTo>
                    <a:pt x="3341084" y="5815982"/>
                  </a:lnTo>
                  <a:close/>
                </a:path>
                <a:path w="8348344" h="7197725">
                  <a:moveTo>
                    <a:pt x="5414953" y="4019596"/>
                  </a:moveTo>
                  <a:lnTo>
                    <a:pt x="5433549" y="4011584"/>
                  </a:lnTo>
                  <a:lnTo>
                    <a:pt x="5439747" y="3993957"/>
                  </a:lnTo>
                  <a:lnTo>
                    <a:pt x="5433549" y="3976330"/>
                  </a:lnTo>
                  <a:lnTo>
                    <a:pt x="5414953" y="3968318"/>
                  </a:lnTo>
                  <a:lnTo>
                    <a:pt x="5396357" y="3976330"/>
                  </a:lnTo>
                  <a:lnTo>
                    <a:pt x="5390159" y="3993957"/>
                  </a:lnTo>
                  <a:lnTo>
                    <a:pt x="5396357" y="4011584"/>
                  </a:lnTo>
                  <a:lnTo>
                    <a:pt x="5414953" y="4019596"/>
                  </a:lnTo>
                  <a:close/>
                </a:path>
                <a:path w="8348344" h="7197725">
                  <a:moveTo>
                    <a:pt x="5276695" y="3891293"/>
                  </a:moveTo>
                  <a:lnTo>
                    <a:pt x="5295420" y="3883223"/>
                  </a:lnTo>
                  <a:lnTo>
                    <a:pt x="5301662" y="3865469"/>
                  </a:lnTo>
                  <a:lnTo>
                    <a:pt x="5295420" y="3847716"/>
                  </a:lnTo>
                  <a:lnTo>
                    <a:pt x="5276695" y="3839646"/>
                  </a:lnTo>
                  <a:lnTo>
                    <a:pt x="5257970" y="3847716"/>
                  </a:lnTo>
                  <a:lnTo>
                    <a:pt x="5251728" y="3865469"/>
                  </a:lnTo>
                  <a:lnTo>
                    <a:pt x="5257970" y="3883223"/>
                  </a:lnTo>
                  <a:lnTo>
                    <a:pt x="5276695" y="3891293"/>
                  </a:lnTo>
                  <a:close/>
                </a:path>
                <a:path w="8348344" h="7197725">
                  <a:moveTo>
                    <a:pt x="5414953" y="4147907"/>
                  </a:moveTo>
                  <a:lnTo>
                    <a:pt x="5433419" y="4139951"/>
                  </a:lnTo>
                  <a:lnTo>
                    <a:pt x="5439575" y="4122449"/>
                  </a:lnTo>
                  <a:lnTo>
                    <a:pt x="5433419" y="4104946"/>
                  </a:lnTo>
                  <a:lnTo>
                    <a:pt x="5414953" y="4096990"/>
                  </a:lnTo>
                  <a:lnTo>
                    <a:pt x="5396484" y="4104946"/>
                  </a:lnTo>
                  <a:lnTo>
                    <a:pt x="5390329" y="4122449"/>
                  </a:lnTo>
                  <a:lnTo>
                    <a:pt x="5396486" y="4139951"/>
                  </a:lnTo>
                  <a:lnTo>
                    <a:pt x="5414953" y="4147907"/>
                  </a:lnTo>
                  <a:close/>
                </a:path>
                <a:path w="8348344" h="7197725">
                  <a:moveTo>
                    <a:pt x="5276695" y="3762966"/>
                  </a:moveTo>
                  <a:lnTo>
                    <a:pt x="5295550" y="3754842"/>
                  </a:lnTo>
                  <a:lnTo>
                    <a:pt x="5301835" y="3736970"/>
                  </a:lnTo>
                  <a:lnTo>
                    <a:pt x="5295550" y="3719098"/>
                  </a:lnTo>
                  <a:lnTo>
                    <a:pt x="5276695" y="3710974"/>
                  </a:lnTo>
                  <a:lnTo>
                    <a:pt x="5257840" y="3719098"/>
                  </a:lnTo>
                  <a:lnTo>
                    <a:pt x="5251555" y="3736970"/>
                  </a:lnTo>
                  <a:lnTo>
                    <a:pt x="5257840" y="3754842"/>
                  </a:lnTo>
                  <a:lnTo>
                    <a:pt x="5276695" y="3762966"/>
                  </a:lnTo>
                  <a:close/>
                </a:path>
                <a:path w="8348344" h="7197725">
                  <a:moveTo>
                    <a:pt x="5414953" y="3634640"/>
                  </a:moveTo>
                  <a:lnTo>
                    <a:pt x="5433942" y="3626462"/>
                  </a:lnTo>
                  <a:lnTo>
                    <a:pt x="5440272" y="3608471"/>
                  </a:lnTo>
                  <a:lnTo>
                    <a:pt x="5433942" y="3590479"/>
                  </a:lnTo>
                  <a:lnTo>
                    <a:pt x="5414953" y="3582302"/>
                  </a:lnTo>
                  <a:lnTo>
                    <a:pt x="5395968" y="3590479"/>
                  </a:lnTo>
                  <a:lnTo>
                    <a:pt x="5389640" y="3608471"/>
                  </a:lnTo>
                  <a:lnTo>
                    <a:pt x="5395968" y="3626462"/>
                  </a:lnTo>
                  <a:lnTo>
                    <a:pt x="5414953" y="3634640"/>
                  </a:lnTo>
                  <a:close/>
                </a:path>
                <a:path w="8348344" h="7197725">
                  <a:moveTo>
                    <a:pt x="5391526" y="3211425"/>
                  </a:moveTo>
                  <a:lnTo>
                    <a:pt x="5411289" y="3196654"/>
                  </a:lnTo>
                  <a:lnTo>
                    <a:pt x="5401319" y="3197868"/>
                  </a:lnTo>
                  <a:lnTo>
                    <a:pt x="5394744" y="3203828"/>
                  </a:lnTo>
                  <a:lnTo>
                    <a:pt x="5391526" y="3211425"/>
                  </a:lnTo>
                  <a:close/>
                </a:path>
                <a:path w="8348344" h="7197725">
                  <a:moveTo>
                    <a:pt x="5414953" y="3762966"/>
                  </a:moveTo>
                  <a:lnTo>
                    <a:pt x="5433808" y="3754842"/>
                  </a:lnTo>
                  <a:lnTo>
                    <a:pt x="5440093" y="3736970"/>
                  </a:lnTo>
                  <a:lnTo>
                    <a:pt x="5433808" y="3719098"/>
                  </a:lnTo>
                  <a:lnTo>
                    <a:pt x="5414953" y="3710974"/>
                  </a:lnTo>
                  <a:lnTo>
                    <a:pt x="5396098" y="3719098"/>
                  </a:lnTo>
                  <a:lnTo>
                    <a:pt x="5389813" y="3736970"/>
                  </a:lnTo>
                  <a:lnTo>
                    <a:pt x="5396098" y="3754842"/>
                  </a:lnTo>
                  <a:lnTo>
                    <a:pt x="5414953" y="3762966"/>
                  </a:lnTo>
                  <a:close/>
                </a:path>
                <a:path w="8348344" h="7197725">
                  <a:moveTo>
                    <a:pt x="5414953" y="3891293"/>
                  </a:moveTo>
                  <a:lnTo>
                    <a:pt x="5433678" y="3883223"/>
                  </a:lnTo>
                  <a:lnTo>
                    <a:pt x="5439920" y="3865469"/>
                  </a:lnTo>
                  <a:lnTo>
                    <a:pt x="5433678" y="3847716"/>
                  </a:lnTo>
                  <a:lnTo>
                    <a:pt x="5414953" y="3839646"/>
                  </a:lnTo>
                  <a:lnTo>
                    <a:pt x="5396228" y="3847716"/>
                  </a:lnTo>
                  <a:lnTo>
                    <a:pt x="5389986" y="3865469"/>
                  </a:lnTo>
                  <a:lnTo>
                    <a:pt x="5396228" y="3883223"/>
                  </a:lnTo>
                  <a:lnTo>
                    <a:pt x="5414953" y="3891293"/>
                  </a:lnTo>
                  <a:close/>
                </a:path>
                <a:path w="8348344" h="7197725">
                  <a:moveTo>
                    <a:pt x="5395804" y="2985073"/>
                  </a:moveTo>
                  <a:lnTo>
                    <a:pt x="5395804" y="2946960"/>
                  </a:lnTo>
                  <a:lnTo>
                    <a:pt x="5390568" y="2955797"/>
                  </a:lnTo>
                  <a:lnTo>
                    <a:pt x="5388822" y="2966017"/>
                  </a:lnTo>
                  <a:lnTo>
                    <a:pt x="5390568" y="2976236"/>
                  </a:lnTo>
                  <a:lnTo>
                    <a:pt x="5395804" y="2985073"/>
                  </a:lnTo>
                  <a:close/>
                </a:path>
                <a:path w="8348344" h="7197725">
                  <a:moveTo>
                    <a:pt x="5276695" y="4019596"/>
                  </a:moveTo>
                  <a:lnTo>
                    <a:pt x="5295291" y="4011584"/>
                  </a:lnTo>
                  <a:lnTo>
                    <a:pt x="5301490" y="3993957"/>
                  </a:lnTo>
                  <a:lnTo>
                    <a:pt x="5295291" y="3976330"/>
                  </a:lnTo>
                  <a:lnTo>
                    <a:pt x="5276695" y="3968318"/>
                  </a:lnTo>
                  <a:lnTo>
                    <a:pt x="5258099" y="3976330"/>
                  </a:lnTo>
                  <a:lnTo>
                    <a:pt x="5251901" y="3993957"/>
                  </a:lnTo>
                  <a:lnTo>
                    <a:pt x="5258099" y="4011584"/>
                  </a:lnTo>
                  <a:lnTo>
                    <a:pt x="5276695" y="4019596"/>
                  </a:lnTo>
                  <a:close/>
                </a:path>
                <a:path w="8348344" h="7197725">
                  <a:moveTo>
                    <a:pt x="5138437" y="4147907"/>
                  </a:moveTo>
                  <a:lnTo>
                    <a:pt x="5156903" y="4139951"/>
                  </a:lnTo>
                  <a:lnTo>
                    <a:pt x="5163059" y="4122449"/>
                  </a:lnTo>
                  <a:lnTo>
                    <a:pt x="5156903" y="4104946"/>
                  </a:lnTo>
                  <a:lnTo>
                    <a:pt x="5138437" y="4096990"/>
                  </a:lnTo>
                  <a:lnTo>
                    <a:pt x="5119968" y="4104946"/>
                  </a:lnTo>
                  <a:lnTo>
                    <a:pt x="5113813" y="4122449"/>
                  </a:lnTo>
                  <a:lnTo>
                    <a:pt x="5119970" y="4139951"/>
                  </a:lnTo>
                  <a:lnTo>
                    <a:pt x="5138437" y="4147907"/>
                  </a:lnTo>
                  <a:close/>
                </a:path>
                <a:path w="8348344" h="7197725">
                  <a:moveTo>
                    <a:pt x="5138437" y="4404521"/>
                  </a:moveTo>
                  <a:lnTo>
                    <a:pt x="5156644" y="4396678"/>
                  </a:lnTo>
                  <a:lnTo>
                    <a:pt x="5162713" y="4379424"/>
                  </a:lnTo>
                  <a:lnTo>
                    <a:pt x="5156644" y="4362169"/>
                  </a:lnTo>
                  <a:lnTo>
                    <a:pt x="5138437" y="4354326"/>
                  </a:lnTo>
                  <a:lnTo>
                    <a:pt x="5120230" y="4362169"/>
                  </a:lnTo>
                  <a:lnTo>
                    <a:pt x="5114161" y="4379424"/>
                  </a:lnTo>
                  <a:lnTo>
                    <a:pt x="5120230" y="4396678"/>
                  </a:lnTo>
                  <a:lnTo>
                    <a:pt x="5138437" y="4404521"/>
                  </a:lnTo>
                  <a:close/>
                </a:path>
                <a:path w="8348344" h="7197725">
                  <a:moveTo>
                    <a:pt x="5138437" y="4276218"/>
                  </a:moveTo>
                  <a:lnTo>
                    <a:pt x="5156774" y="4268319"/>
                  </a:lnTo>
                  <a:lnTo>
                    <a:pt x="5162886" y="4250940"/>
                  </a:lnTo>
                  <a:lnTo>
                    <a:pt x="5156774" y="4233561"/>
                  </a:lnTo>
                  <a:lnTo>
                    <a:pt x="5138437" y="4225662"/>
                  </a:lnTo>
                  <a:lnTo>
                    <a:pt x="5120101" y="4233561"/>
                  </a:lnTo>
                  <a:lnTo>
                    <a:pt x="5113988" y="4250940"/>
                  </a:lnTo>
                  <a:lnTo>
                    <a:pt x="5120101" y="4268319"/>
                  </a:lnTo>
                  <a:lnTo>
                    <a:pt x="5138437" y="4276218"/>
                  </a:lnTo>
                  <a:close/>
                </a:path>
                <a:path w="8348344" h="7197725">
                  <a:moveTo>
                    <a:pt x="5138437" y="4019596"/>
                  </a:moveTo>
                  <a:lnTo>
                    <a:pt x="5157033" y="4011584"/>
                  </a:lnTo>
                  <a:lnTo>
                    <a:pt x="5163232" y="3993957"/>
                  </a:lnTo>
                  <a:lnTo>
                    <a:pt x="5157033" y="3976330"/>
                  </a:lnTo>
                  <a:lnTo>
                    <a:pt x="5138437" y="3968318"/>
                  </a:lnTo>
                  <a:lnTo>
                    <a:pt x="5119841" y="3976330"/>
                  </a:lnTo>
                  <a:lnTo>
                    <a:pt x="5113643" y="3993957"/>
                  </a:lnTo>
                  <a:lnTo>
                    <a:pt x="5119841" y="4011584"/>
                  </a:lnTo>
                  <a:lnTo>
                    <a:pt x="5138437" y="4019596"/>
                  </a:lnTo>
                  <a:close/>
                </a:path>
                <a:path w="8348344" h="7197725">
                  <a:moveTo>
                    <a:pt x="5138437" y="3891293"/>
                  </a:moveTo>
                  <a:lnTo>
                    <a:pt x="5157162" y="3883223"/>
                  </a:lnTo>
                  <a:lnTo>
                    <a:pt x="5163404" y="3865469"/>
                  </a:lnTo>
                  <a:lnTo>
                    <a:pt x="5157162" y="3847716"/>
                  </a:lnTo>
                  <a:lnTo>
                    <a:pt x="5138437" y="3839646"/>
                  </a:lnTo>
                  <a:lnTo>
                    <a:pt x="5119712" y="3847716"/>
                  </a:lnTo>
                  <a:lnTo>
                    <a:pt x="5113470" y="3865469"/>
                  </a:lnTo>
                  <a:lnTo>
                    <a:pt x="5119712" y="3883223"/>
                  </a:lnTo>
                  <a:lnTo>
                    <a:pt x="5138437" y="3891293"/>
                  </a:lnTo>
                  <a:close/>
                </a:path>
                <a:path w="8348344" h="7197725">
                  <a:moveTo>
                    <a:pt x="5276695" y="4276218"/>
                  </a:moveTo>
                  <a:lnTo>
                    <a:pt x="5295032" y="4268319"/>
                  </a:lnTo>
                  <a:lnTo>
                    <a:pt x="5301144" y="4250940"/>
                  </a:lnTo>
                  <a:lnTo>
                    <a:pt x="5295032" y="4233561"/>
                  </a:lnTo>
                  <a:lnTo>
                    <a:pt x="5276695" y="4225662"/>
                  </a:lnTo>
                  <a:lnTo>
                    <a:pt x="5258359" y="4233561"/>
                  </a:lnTo>
                  <a:lnTo>
                    <a:pt x="5252246" y="4250940"/>
                  </a:lnTo>
                  <a:lnTo>
                    <a:pt x="5258359" y="4268319"/>
                  </a:lnTo>
                  <a:lnTo>
                    <a:pt x="5276695" y="4276218"/>
                  </a:lnTo>
                  <a:close/>
                </a:path>
                <a:path w="8348344" h="7197725">
                  <a:moveTo>
                    <a:pt x="5276695" y="4147907"/>
                  </a:moveTo>
                  <a:lnTo>
                    <a:pt x="5295161" y="4139951"/>
                  </a:lnTo>
                  <a:lnTo>
                    <a:pt x="5301317" y="4122449"/>
                  </a:lnTo>
                  <a:lnTo>
                    <a:pt x="5295161" y="4104946"/>
                  </a:lnTo>
                  <a:lnTo>
                    <a:pt x="5276695" y="4096990"/>
                  </a:lnTo>
                  <a:lnTo>
                    <a:pt x="5258226" y="4104946"/>
                  </a:lnTo>
                  <a:lnTo>
                    <a:pt x="5252071" y="4122449"/>
                  </a:lnTo>
                  <a:lnTo>
                    <a:pt x="5258228" y="4139951"/>
                  </a:lnTo>
                  <a:lnTo>
                    <a:pt x="5276695" y="4147907"/>
                  </a:lnTo>
                  <a:close/>
                </a:path>
                <a:path w="8348344" h="7197725">
                  <a:moveTo>
                    <a:pt x="5691469" y="3891293"/>
                  </a:moveTo>
                  <a:lnTo>
                    <a:pt x="5710194" y="3883223"/>
                  </a:lnTo>
                  <a:lnTo>
                    <a:pt x="5716436" y="3865469"/>
                  </a:lnTo>
                  <a:lnTo>
                    <a:pt x="5710194" y="3847716"/>
                  </a:lnTo>
                  <a:lnTo>
                    <a:pt x="5691469" y="3839646"/>
                  </a:lnTo>
                  <a:lnTo>
                    <a:pt x="5672744" y="3847716"/>
                  </a:lnTo>
                  <a:lnTo>
                    <a:pt x="5666502" y="3865469"/>
                  </a:lnTo>
                  <a:lnTo>
                    <a:pt x="5672743" y="3883223"/>
                  </a:lnTo>
                  <a:lnTo>
                    <a:pt x="5691469" y="3891293"/>
                  </a:lnTo>
                  <a:close/>
                </a:path>
                <a:path w="8348344" h="7197725">
                  <a:moveTo>
                    <a:pt x="5691469" y="3634640"/>
                  </a:moveTo>
                  <a:lnTo>
                    <a:pt x="5710458" y="3626462"/>
                  </a:lnTo>
                  <a:lnTo>
                    <a:pt x="5716787" y="3608471"/>
                  </a:lnTo>
                  <a:lnTo>
                    <a:pt x="5710458" y="3590479"/>
                  </a:lnTo>
                  <a:lnTo>
                    <a:pt x="5691469" y="3582302"/>
                  </a:lnTo>
                  <a:lnTo>
                    <a:pt x="5672484" y="3590479"/>
                  </a:lnTo>
                  <a:lnTo>
                    <a:pt x="5666156" y="3608471"/>
                  </a:lnTo>
                  <a:lnTo>
                    <a:pt x="5672484" y="3626462"/>
                  </a:lnTo>
                  <a:lnTo>
                    <a:pt x="5691469" y="3634640"/>
                  </a:lnTo>
                  <a:close/>
                </a:path>
                <a:path w="8348344" h="7197725">
                  <a:moveTo>
                    <a:pt x="5691469" y="3506329"/>
                  </a:moveTo>
                  <a:lnTo>
                    <a:pt x="5710583" y="3498095"/>
                  </a:lnTo>
                  <a:lnTo>
                    <a:pt x="5716954" y="3479979"/>
                  </a:lnTo>
                  <a:lnTo>
                    <a:pt x="5710583" y="3461864"/>
                  </a:lnTo>
                  <a:lnTo>
                    <a:pt x="5691469" y="3453630"/>
                  </a:lnTo>
                  <a:lnTo>
                    <a:pt x="5672355" y="3461864"/>
                  </a:lnTo>
                  <a:lnTo>
                    <a:pt x="5665983" y="3479979"/>
                  </a:lnTo>
                  <a:lnTo>
                    <a:pt x="5672355" y="3498095"/>
                  </a:lnTo>
                  <a:lnTo>
                    <a:pt x="5691469" y="3506329"/>
                  </a:lnTo>
                  <a:close/>
                </a:path>
                <a:path w="8348344" h="7197725">
                  <a:moveTo>
                    <a:pt x="5691469" y="3762966"/>
                  </a:moveTo>
                  <a:lnTo>
                    <a:pt x="5710324" y="3754842"/>
                  </a:lnTo>
                  <a:lnTo>
                    <a:pt x="5716609" y="3736970"/>
                  </a:lnTo>
                  <a:lnTo>
                    <a:pt x="5710324" y="3719098"/>
                  </a:lnTo>
                  <a:lnTo>
                    <a:pt x="5691469" y="3710974"/>
                  </a:lnTo>
                  <a:lnTo>
                    <a:pt x="5672614" y="3719098"/>
                  </a:lnTo>
                  <a:lnTo>
                    <a:pt x="5666329" y="3736970"/>
                  </a:lnTo>
                  <a:lnTo>
                    <a:pt x="5672614" y="3754842"/>
                  </a:lnTo>
                  <a:lnTo>
                    <a:pt x="5691469" y="3762966"/>
                  </a:lnTo>
                  <a:close/>
                </a:path>
                <a:path w="8348344" h="7197725">
                  <a:moveTo>
                    <a:pt x="5691469" y="4019596"/>
                  </a:moveTo>
                  <a:lnTo>
                    <a:pt x="5710064" y="4011584"/>
                  </a:lnTo>
                  <a:lnTo>
                    <a:pt x="5716263" y="3993957"/>
                  </a:lnTo>
                  <a:lnTo>
                    <a:pt x="5710064" y="3976330"/>
                  </a:lnTo>
                  <a:lnTo>
                    <a:pt x="5691469" y="3968318"/>
                  </a:lnTo>
                  <a:lnTo>
                    <a:pt x="5672873" y="3976330"/>
                  </a:lnTo>
                  <a:lnTo>
                    <a:pt x="5666675" y="3993957"/>
                  </a:lnTo>
                  <a:lnTo>
                    <a:pt x="5672873" y="4011584"/>
                  </a:lnTo>
                  <a:lnTo>
                    <a:pt x="5691469" y="4019596"/>
                  </a:lnTo>
                  <a:close/>
                </a:path>
                <a:path w="8348344" h="7197725">
                  <a:moveTo>
                    <a:pt x="5829727" y="3891293"/>
                  </a:moveTo>
                  <a:lnTo>
                    <a:pt x="5848452" y="3883223"/>
                  </a:lnTo>
                  <a:lnTo>
                    <a:pt x="5854694" y="3865469"/>
                  </a:lnTo>
                  <a:lnTo>
                    <a:pt x="5848452" y="3847716"/>
                  </a:lnTo>
                  <a:lnTo>
                    <a:pt x="5829727" y="3839646"/>
                  </a:lnTo>
                  <a:lnTo>
                    <a:pt x="5811002" y="3847716"/>
                  </a:lnTo>
                  <a:lnTo>
                    <a:pt x="5804760" y="3865469"/>
                  </a:lnTo>
                  <a:lnTo>
                    <a:pt x="5811001" y="3883223"/>
                  </a:lnTo>
                  <a:lnTo>
                    <a:pt x="5829727" y="3891293"/>
                  </a:lnTo>
                  <a:close/>
                </a:path>
                <a:path w="8348344" h="7197725">
                  <a:moveTo>
                    <a:pt x="5138437" y="3762959"/>
                  </a:moveTo>
                  <a:lnTo>
                    <a:pt x="5156583" y="3755626"/>
                  </a:lnTo>
                  <a:lnTo>
                    <a:pt x="5163478" y="3739114"/>
                  </a:lnTo>
                  <a:lnTo>
                    <a:pt x="5159129" y="3721653"/>
                  </a:lnTo>
                  <a:lnTo>
                    <a:pt x="5143545" y="3711473"/>
                  </a:lnTo>
                  <a:lnTo>
                    <a:pt x="5113459" y="3734984"/>
                  </a:lnTo>
                  <a:lnTo>
                    <a:pt x="5114505" y="3745104"/>
                  </a:lnTo>
                  <a:lnTo>
                    <a:pt x="5119006" y="3754081"/>
                  </a:lnTo>
                  <a:lnTo>
                    <a:pt x="5126978" y="3760504"/>
                  </a:lnTo>
                  <a:lnTo>
                    <a:pt x="5138437" y="3762959"/>
                  </a:lnTo>
                  <a:close/>
                </a:path>
                <a:path w="8348344" h="7197725">
                  <a:moveTo>
                    <a:pt x="5829727" y="3634640"/>
                  </a:moveTo>
                  <a:lnTo>
                    <a:pt x="5848716" y="3626462"/>
                  </a:lnTo>
                  <a:lnTo>
                    <a:pt x="5855045" y="3608471"/>
                  </a:lnTo>
                  <a:lnTo>
                    <a:pt x="5848716" y="3590479"/>
                  </a:lnTo>
                  <a:lnTo>
                    <a:pt x="5829727" y="3582302"/>
                  </a:lnTo>
                  <a:lnTo>
                    <a:pt x="5810742" y="3590479"/>
                  </a:lnTo>
                  <a:lnTo>
                    <a:pt x="5804414" y="3608471"/>
                  </a:lnTo>
                  <a:lnTo>
                    <a:pt x="5810742" y="3626462"/>
                  </a:lnTo>
                  <a:lnTo>
                    <a:pt x="5829727" y="3634640"/>
                  </a:lnTo>
                  <a:close/>
                </a:path>
                <a:path w="8348344" h="7197725">
                  <a:moveTo>
                    <a:pt x="5829727" y="3762966"/>
                  </a:moveTo>
                  <a:lnTo>
                    <a:pt x="5848582" y="3754842"/>
                  </a:lnTo>
                  <a:lnTo>
                    <a:pt x="5854867" y="3736970"/>
                  </a:lnTo>
                  <a:lnTo>
                    <a:pt x="5848582" y="3719098"/>
                  </a:lnTo>
                  <a:lnTo>
                    <a:pt x="5829727" y="3710974"/>
                  </a:lnTo>
                  <a:lnTo>
                    <a:pt x="5810872" y="3719098"/>
                  </a:lnTo>
                  <a:lnTo>
                    <a:pt x="5804587" y="3736970"/>
                  </a:lnTo>
                  <a:lnTo>
                    <a:pt x="5810872" y="3754842"/>
                  </a:lnTo>
                  <a:lnTo>
                    <a:pt x="5829727" y="3762966"/>
                  </a:lnTo>
                  <a:close/>
                </a:path>
                <a:path w="8348344" h="7197725">
                  <a:moveTo>
                    <a:pt x="5691469" y="3378025"/>
                  </a:moveTo>
                  <a:lnTo>
                    <a:pt x="5710713" y="3369735"/>
                  </a:lnTo>
                  <a:lnTo>
                    <a:pt x="5717127" y="3351495"/>
                  </a:lnTo>
                  <a:lnTo>
                    <a:pt x="5710713" y="3333256"/>
                  </a:lnTo>
                  <a:lnTo>
                    <a:pt x="5691469" y="3324965"/>
                  </a:lnTo>
                  <a:lnTo>
                    <a:pt x="5672225" y="3333256"/>
                  </a:lnTo>
                  <a:lnTo>
                    <a:pt x="5665810" y="3351495"/>
                  </a:lnTo>
                  <a:lnTo>
                    <a:pt x="5672225" y="3369735"/>
                  </a:lnTo>
                  <a:lnTo>
                    <a:pt x="5691469" y="3378025"/>
                  </a:lnTo>
                  <a:close/>
                </a:path>
                <a:path w="8348344" h="7197725">
                  <a:moveTo>
                    <a:pt x="5553211" y="4019596"/>
                  </a:moveTo>
                  <a:lnTo>
                    <a:pt x="5571807" y="4011584"/>
                  </a:lnTo>
                  <a:lnTo>
                    <a:pt x="5578005" y="3993957"/>
                  </a:lnTo>
                  <a:lnTo>
                    <a:pt x="5571807" y="3976330"/>
                  </a:lnTo>
                  <a:lnTo>
                    <a:pt x="5553211" y="3968318"/>
                  </a:lnTo>
                  <a:lnTo>
                    <a:pt x="5534615" y="3976330"/>
                  </a:lnTo>
                  <a:lnTo>
                    <a:pt x="5528417" y="3993957"/>
                  </a:lnTo>
                  <a:lnTo>
                    <a:pt x="5534615" y="4011584"/>
                  </a:lnTo>
                  <a:lnTo>
                    <a:pt x="5553211" y="4019596"/>
                  </a:lnTo>
                  <a:close/>
                </a:path>
                <a:path w="8348344" h="7197725">
                  <a:moveTo>
                    <a:pt x="5553211" y="4147907"/>
                  </a:moveTo>
                  <a:lnTo>
                    <a:pt x="5571677" y="4139951"/>
                  </a:lnTo>
                  <a:lnTo>
                    <a:pt x="5577832" y="4122449"/>
                  </a:lnTo>
                  <a:lnTo>
                    <a:pt x="5571677" y="4104946"/>
                  </a:lnTo>
                  <a:lnTo>
                    <a:pt x="5553211" y="4096990"/>
                  </a:lnTo>
                  <a:lnTo>
                    <a:pt x="5534742" y="4104946"/>
                  </a:lnTo>
                  <a:lnTo>
                    <a:pt x="5528587" y="4122449"/>
                  </a:lnTo>
                  <a:lnTo>
                    <a:pt x="5534744" y="4139951"/>
                  </a:lnTo>
                  <a:lnTo>
                    <a:pt x="5553211" y="4147907"/>
                  </a:lnTo>
                  <a:close/>
                </a:path>
                <a:path w="8348344" h="7197725">
                  <a:moveTo>
                    <a:pt x="5395804" y="3113323"/>
                  </a:moveTo>
                  <a:lnTo>
                    <a:pt x="5395804" y="3075694"/>
                  </a:lnTo>
                  <a:lnTo>
                    <a:pt x="5390689" y="3084429"/>
                  </a:lnTo>
                  <a:lnTo>
                    <a:pt x="5388984" y="3094508"/>
                  </a:lnTo>
                  <a:lnTo>
                    <a:pt x="5390689" y="3104587"/>
                  </a:lnTo>
                  <a:lnTo>
                    <a:pt x="5395804" y="3113323"/>
                  </a:lnTo>
                  <a:close/>
                </a:path>
                <a:path w="8348344" h="7197725">
                  <a:moveTo>
                    <a:pt x="5412234" y="3506337"/>
                  </a:moveTo>
                  <a:lnTo>
                    <a:pt x="5414953" y="3506337"/>
                  </a:lnTo>
                  <a:lnTo>
                    <a:pt x="5426198" y="3504027"/>
                  </a:lnTo>
                  <a:lnTo>
                    <a:pt x="5434184" y="3497947"/>
                  </a:lnTo>
                  <a:lnTo>
                    <a:pt x="5438919" y="3489370"/>
                  </a:lnTo>
                  <a:lnTo>
                    <a:pt x="5440408" y="3479568"/>
                  </a:lnTo>
                  <a:lnTo>
                    <a:pt x="5407518" y="3505261"/>
                  </a:lnTo>
                  <a:lnTo>
                    <a:pt x="5409807" y="3505884"/>
                  </a:lnTo>
                  <a:lnTo>
                    <a:pt x="5412234" y="3506337"/>
                  </a:lnTo>
                  <a:close/>
                </a:path>
                <a:path w="8348344" h="7197725">
                  <a:moveTo>
                    <a:pt x="5395804" y="2856816"/>
                  </a:moveTo>
                  <a:lnTo>
                    <a:pt x="5395804" y="2818219"/>
                  </a:lnTo>
                  <a:lnTo>
                    <a:pt x="5390442" y="2827159"/>
                  </a:lnTo>
                  <a:lnTo>
                    <a:pt x="5388655" y="2837520"/>
                  </a:lnTo>
                  <a:lnTo>
                    <a:pt x="5390442" y="2847881"/>
                  </a:lnTo>
                  <a:lnTo>
                    <a:pt x="5395804" y="2856816"/>
                  </a:lnTo>
                  <a:close/>
                </a:path>
                <a:path w="8348344" h="7197725">
                  <a:moveTo>
                    <a:pt x="5553211" y="3506329"/>
                  </a:moveTo>
                  <a:lnTo>
                    <a:pt x="5572325" y="3498095"/>
                  </a:lnTo>
                  <a:lnTo>
                    <a:pt x="5578697" y="3479979"/>
                  </a:lnTo>
                  <a:lnTo>
                    <a:pt x="5572325" y="3461864"/>
                  </a:lnTo>
                  <a:lnTo>
                    <a:pt x="5553211" y="3453630"/>
                  </a:lnTo>
                  <a:lnTo>
                    <a:pt x="5534097" y="3461864"/>
                  </a:lnTo>
                  <a:lnTo>
                    <a:pt x="5527725" y="3479979"/>
                  </a:lnTo>
                  <a:lnTo>
                    <a:pt x="5534097" y="3498095"/>
                  </a:lnTo>
                  <a:lnTo>
                    <a:pt x="5553211" y="3506329"/>
                  </a:lnTo>
                  <a:close/>
                </a:path>
                <a:path w="8348344" h="7197725">
                  <a:moveTo>
                    <a:pt x="5553211" y="3634640"/>
                  </a:moveTo>
                  <a:lnTo>
                    <a:pt x="5572200" y="3626462"/>
                  </a:lnTo>
                  <a:lnTo>
                    <a:pt x="5578530" y="3608471"/>
                  </a:lnTo>
                  <a:lnTo>
                    <a:pt x="5572200" y="3590479"/>
                  </a:lnTo>
                  <a:lnTo>
                    <a:pt x="5553211" y="3582302"/>
                  </a:lnTo>
                  <a:lnTo>
                    <a:pt x="5534226" y="3590479"/>
                  </a:lnTo>
                  <a:lnTo>
                    <a:pt x="5527898" y="3608471"/>
                  </a:lnTo>
                  <a:lnTo>
                    <a:pt x="5534226" y="3626462"/>
                  </a:lnTo>
                  <a:lnTo>
                    <a:pt x="5553211" y="3634640"/>
                  </a:lnTo>
                  <a:close/>
                </a:path>
                <a:path w="8348344" h="7197725">
                  <a:moveTo>
                    <a:pt x="5553211" y="3762966"/>
                  </a:moveTo>
                  <a:lnTo>
                    <a:pt x="5572066" y="3754842"/>
                  </a:lnTo>
                  <a:lnTo>
                    <a:pt x="5578351" y="3736970"/>
                  </a:lnTo>
                  <a:lnTo>
                    <a:pt x="5572066" y="3719098"/>
                  </a:lnTo>
                  <a:lnTo>
                    <a:pt x="5553211" y="3710974"/>
                  </a:lnTo>
                  <a:lnTo>
                    <a:pt x="5534356" y="3719098"/>
                  </a:lnTo>
                  <a:lnTo>
                    <a:pt x="5528071" y="3736970"/>
                  </a:lnTo>
                  <a:lnTo>
                    <a:pt x="5534356" y="3754842"/>
                  </a:lnTo>
                  <a:lnTo>
                    <a:pt x="5553211" y="3762966"/>
                  </a:lnTo>
                  <a:close/>
                </a:path>
                <a:path w="8348344" h="7197725">
                  <a:moveTo>
                    <a:pt x="5553211" y="3891293"/>
                  </a:moveTo>
                  <a:lnTo>
                    <a:pt x="5571936" y="3883223"/>
                  </a:lnTo>
                  <a:lnTo>
                    <a:pt x="5578178" y="3865469"/>
                  </a:lnTo>
                  <a:lnTo>
                    <a:pt x="5571936" y="3847716"/>
                  </a:lnTo>
                  <a:lnTo>
                    <a:pt x="5553211" y="3839646"/>
                  </a:lnTo>
                  <a:lnTo>
                    <a:pt x="5534486" y="3847716"/>
                  </a:lnTo>
                  <a:lnTo>
                    <a:pt x="5528244" y="3865469"/>
                  </a:lnTo>
                  <a:lnTo>
                    <a:pt x="5534486" y="3883223"/>
                  </a:lnTo>
                  <a:lnTo>
                    <a:pt x="5553211" y="3891293"/>
                  </a:lnTo>
                  <a:close/>
                </a:path>
                <a:path w="8348344" h="7197725">
                  <a:moveTo>
                    <a:pt x="5825871" y="2864758"/>
                  </a:moveTo>
                  <a:lnTo>
                    <a:pt x="5829727" y="2864758"/>
                  </a:lnTo>
                  <a:lnTo>
                    <a:pt x="5841699" y="2862205"/>
                  </a:lnTo>
                  <a:lnTo>
                    <a:pt x="5850044" y="2855521"/>
                  </a:lnTo>
                  <a:lnTo>
                    <a:pt x="5854779" y="2846168"/>
                  </a:lnTo>
                  <a:lnTo>
                    <a:pt x="5855919" y="2835609"/>
                  </a:lnTo>
                  <a:lnTo>
                    <a:pt x="5819503" y="2862838"/>
                  </a:lnTo>
                  <a:lnTo>
                    <a:pt x="5822522" y="2864005"/>
                  </a:lnTo>
                  <a:lnTo>
                    <a:pt x="5825871" y="2864758"/>
                  </a:lnTo>
                  <a:close/>
                </a:path>
                <a:path w="8348344" h="7197725">
                  <a:moveTo>
                    <a:pt x="4585405" y="4789478"/>
                  </a:moveTo>
                  <a:lnTo>
                    <a:pt x="4603219" y="4781803"/>
                  </a:lnTo>
                  <a:lnTo>
                    <a:pt x="4609157" y="4764918"/>
                  </a:lnTo>
                  <a:lnTo>
                    <a:pt x="4603219" y="4748033"/>
                  </a:lnTo>
                  <a:lnTo>
                    <a:pt x="4585405" y="4740358"/>
                  </a:lnTo>
                  <a:lnTo>
                    <a:pt x="4567583" y="4748033"/>
                  </a:lnTo>
                  <a:lnTo>
                    <a:pt x="4561642" y="4764918"/>
                  </a:lnTo>
                  <a:lnTo>
                    <a:pt x="4567583" y="4781803"/>
                  </a:lnTo>
                  <a:lnTo>
                    <a:pt x="4585405" y="4789478"/>
                  </a:lnTo>
                  <a:close/>
                </a:path>
                <a:path w="8348344" h="7197725">
                  <a:moveTo>
                    <a:pt x="4439566" y="4276218"/>
                  </a:moveTo>
                  <a:lnTo>
                    <a:pt x="4447147" y="4276218"/>
                  </a:lnTo>
                  <a:lnTo>
                    <a:pt x="4460735" y="4272470"/>
                  </a:lnTo>
                  <a:lnTo>
                    <a:pt x="4468858" y="4263100"/>
                  </a:lnTo>
                  <a:lnTo>
                    <a:pt x="4471530" y="4250920"/>
                  </a:lnTo>
                  <a:lnTo>
                    <a:pt x="4468769" y="4238742"/>
                  </a:lnTo>
                  <a:lnTo>
                    <a:pt x="4429765" y="4269221"/>
                  </a:lnTo>
                  <a:lnTo>
                    <a:pt x="4433821" y="4273422"/>
                  </a:lnTo>
                  <a:lnTo>
                    <a:pt x="4439566" y="4276218"/>
                  </a:lnTo>
                  <a:close/>
                </a:path>
                <a:path w="8348344" h="7197725">
                  <a:moveTo>
                    <a:pt x="4447147" y="4532833"/>
                  </a:moveTo>
                  <a:lnTo>
                    <a:pt x="4465229" y="4525046"/>
                  </a:lnTo>
                  <a:lnTo>
                    <a:pt x="4471256" y="4507915"/>
                  </a:lnTo>
                  <a:lnTo>
                    <a:pt x="4465229" y="4490785"/>
                  </a:lnTo>
                  <a:lnTo>
                    <a:pt x="4447147" y="4482998"/>
                  </a:lnTo>
                  <a:lnTo>
                    <a:pt x="4429070" y="4490785"/>
                  </a:lnTo>
                  <a:lnTo>
                    <a:pt x="4423044" y="4507916"/>
                  </a:lnTo>
                  <a:lnTo>
                    <a:pt x="4429070" y="4525046"/>
                  </a:lnTo>
                  <a:lnTo>
                    <a:pt x="4447147" y="4532833"/>
                  </a:lnTo>
                  <a:close/>
                </a:path>
                <a:path w="8348344" h="7197725">
                  <a:moveTo>
                    <a:pt x="4585405" y="4917804"/>
                  </a:moveTo>
                  <a:lnTo>
                    <a:pt x="4603094" y="4910183"/>
                  </a:lnTo>
                  <a:lnTo>
                    <a:pt x="4608990" y="4893417"/>
                  </a:lnTo>
                  <a:lnTo>
                    <a:pt x="4603094" y="4876651"/>
                  </a:lnTo>
                  <a:lnTo>
                    <a:pt x="4585405" y="4869030"/>
                  </a:lnTo>
                  <a:lnTo>
                    <a:pt x="4567720" y="4876651"/>
                  </a:lnTo>
                  <a:lnTo>
                    <a:pt x="4561824" y="4893417"/>
                  </a:lnTo>
                  <a:lnTo>
                    <a:pt x="4567718" y="4910183"/>
                  </a:lnTo>
                  <a:lnTo>
                    <a:pt x="4585405" y="4917804"/>
                  </a:lnTo>
                  <a:close/>
                </a:path>
                <a:path w="8348344" h="7197725">
                  <a:moveTo>
                    <a:pt x="4447147" y="4404521"/>
                  </a:moveTo>
                  <a:lnTo>
                    <a:pt x="4465350" y="4396678"/>
                  </a:lnTo>
                  <a:lnTo>
                    <a:pt x="4471417" y="4379424"/>
                  </a:lnTo>
                  <a:lnTo>
                    <a:pt x="4465350" y="4362169"/>
                  </a:lnTo>
                  <a:lnTo>
                    <a:pt x="4447147" y="4354326"/>
                  </a:lnTo>
                  <a:lnTo>
                    <a:pt x="4428940" y="4362169"/>
                  </a:lnTo>
                  <a:lnTo>
                    <a:pt x="4422871" y="4379424"/>
                  </a:lnTo>
                  <a:lnTo>
                    <a:pt x="4428940" y="4396679"/>
                  </a:lnTo>
                  <a:lnTo>
                    <a:pt x="4447147" y="4404521"/>
                  </a:lnTo>
                  <a:close/>
                </a:path>
                <a:path w="8348344" h="7197725">
                  <a:moveTo>
                    <a:pt x="4585405" y="4661159"/>
                  </a:moveTo>
                  <a:lnTo>
                    <a:pt x="4603349" y="4653427"/>
                  </a:lnTo>
                  <a:lnTo>
                    <a:pt x="4609330" y="4636415"/>
                  </a:lnTo>
                  <a:lnTo>
                    <a:pt x="4603349" y="4619403"/>
                  </a:lnTo>
                  <a:lnTo>
                    <a:pt x="4585405" y="4611671"/>
                  </a:lnTo>
                  <a:lnTo>
                    <a:pt x="4567462" y="4619403"/>
                  </a:lnTo>
                  <a:lnTo>
                    <a:pt x="4561481" y="4636415"/>
                  </a:lnTo>
                  <a:lnTo>
                    <a:pt x="4567462" y="4653427"/>
                  </a:lnTo>
                  <a:lnTo>
                    <a:pt x="4585405" y="4661159"/>
                  </a:lnTo>
                  <a:close/>
                </a:path>
                <a:path w="8348344" h="7197725">
                  <a:moveTo>
                    <a:pt x="4585405" y="4404521"/>
                  </a:moveTo>
                  <a:lnTo>
                    <a:pt x="4603608" y="4396678"/>
                  </a:lnTo>
                  <a:lnTo>
                    <a:pt x="4609675" y="4379424"/>
                  </a:lnTo>
                  <a:lnTo>
                    <a:pt x="4603608" y="4362169"/>
                  </a:lnTo>
                  <a:lnTo>
                    <a:pt x="4585405" y="4354326"/>
                  </a:lnTo>
                  <a:lnTo>
                    <a:pt x="4567198" y="4362169"/>
                  </a:lnTo>
                  <a:lnTo>
                    <a:pt x="4561129" y="4379424"/>
                  </a:lnTo>
                  <a:lnTo>
                    <a:pt x="4567198" y="4396679"/>
                  </a:lnTo>
                  <a:lnTo>
                    <a:pt x="4585405" y="4404521"/>
                  </a:lnTo>
                  <a:close/>
                </a:path>
                <a:path w="8348344" h="7197725">
                  <a:moveTo>
                    <a:pt x="4585405" y="4276218"/>
                  </a:moveTo>
                  <a:lnTo>
                    <a:pt x="4603742" y="4268319"/>
                  </a:lnTo>
                  <a:lnTo>
                    <a:pt x="4609854" y="4250940"/>
                  </a:lnTo>
                  <a:lnTo>
                    <a:pt x="4603742" y="4233561"/>
                  </a:lnTo>
                  <a:lnTo>
                    <a:pt x="4585405" y="4225662"/>
                  </a:lnTo>
                  <a:lnTo>
                    <a:pt x="4567069" y="4233561"/>
                  </a:lnTo>
                  <a:lnTo>
                    <a:pt x="4560957" y="4250940"/>
                  </a:lnTo>
                  <a:lnTo>
                    <a:pt x="4567069" y="4268319"/>
                  </a:lnTo>
                  <a:lnTo>
                    <a:pt x="4585405" y="4276218"/>
                  </a:lnTo>
                  <a:close/>
                </a:path>
                <a:path w="8348344" h="7197725">
                  <a:moveTo>
                    <a:pt x="4585405" y="4532833"/>
                  </a:moveTo>
                  <a:lnTo>
                    <a:pt x="4603487" y="4525046"/>
                  </a:lnTo>
                  <a:lnTo>
                    <a:pt x="4609514" y="4507915"/>
                  </a:lnTo>
                  <a:lnTo>
                    <a:pt x="4603487" y="4490785"/>
                  </a:lnTo>
                  <a:lnTo>
                    <a:pt x="4585405" y="4482998"/>
                  </a:lnTo>
                  <a:lnTo>
                    <a:pt x="4567328" y="4490785"/>
                  </a:lnTo>
                  <a:lnTo>
                    <a:pt x="4561302" y="4507916"/>
                  </a:lnTo>
                  <a:lnTo>
                    <a:pt x="4567328" y="4525046"/>
                  </a:lnTo>
                  <a:lnTo>
                    <a:pt x="4585405" y="4532833"/>
                  </a:lnTo>
                  <a:close/>
                </a:path>
                <a:path w="8348344" h="7197725">
                  <a:moveTo>
                    <a:pt x="5414945" y="4276219"/>
                  </a:moveTo>
                  <a:lnTo>
                    <a:pt x="5417172" y="4276219"/>
                  </a:lnTo>
                  <a:lnTo>
                    <a:pt x="5419231" y="4275942"/>
                  </a:lnTo>
                  <a:lnTo>
                    <a:pt x="5421151" y="4275497"/>
                  </a:lnTo>
                  <a:lnTo>
                    <a:pt x="5437205" y="4261701"/>
                  </a:lnTo>
                  <a:lnTo>
                    <a:pt x="5439305" y="4249771"/>
                  </a:lnTo>
                  <a:lnTo>
                    <a:pt x="5436307" y="4238082"/>
                  </a:lnTo>
                  <a:lnTo>
                    <a:pt x="5428196" y="4229193"/>
                  </a:lnTo>
                  <a:lnTo>
                    <a:pt x="5414953" y="4225662"/>
                  </a:lnTo>
                  <a:lnTo>
                    <a:pt x="5396616" y="4233561"/>
                  </a:lnTo>
                  <a:lnTo>
                    <a:pt x="5390503" y="4250940"/>
                  </a:lnTo>
                  <a:lnTo>
                    <a:pt x="5396613" y="4268319"/>
                  </a:lnTo>
                  <a:lnTo>
                    <a:pt x="5414945" y="4276219"/>
                  </a:lnTo>
                  <a:close/>
                </a:path>
                <a:path w="8348344" h="7197725">
                  <a:moveTo>
                    <a:pt x="4308889" y="4532833"/>
                  </a:moveTo>
                  <a:lnTo>
                    <a:pt x="4326971" y="4525046"/>
                  </a:lnTo>
                  <a:lnTo>
                    <a:pt x="4332998" y="4507915"/>
                  </a:lnTo>
                  <a:lnTo>
                    <a:pt x="4326971" y="4490785"/>
                  </a:lnTo>
                  <a:lnTo>
                    <a:pt x="4308889" y="4482998"/>
                  </a:lnTo>
                  <a:lnTo>
                    <a:pt x="4290812" y="4490785"/>
                  </a:lnTo>
                  <a:lnTo>
                    <a:pt x="4284786" y="4507916"/>
                  </a:lnTo>
                  <a:lnTo>
                    <a:pt x="4290812" y="4525046"/>
                  </a:lnTo>
                  <a:lnTo>
                    <a:pt x="4308889" y="4532833"/>
                  </a:lnTo>
                  <a:close/>
                </a:path>
                <a:path w="8348344" h="7197725">
                  <a:moveTo>
                    <a:pt x="4308889" y="4404522"/>
                  </a:moveTo>
                  <a:lnTo>
                    <a:pt x="4325647" y="4398214"/>
                  </a:lnTo>
                  <a:lnTo>
                    <a:pt x="4332825" y="4383671"/>
                  </a:lnTo>
                  <a:lnTo>
                    <a:pt x="4330438" y="4367461"/>
                  </a:lnTo>
                  <a:lnTo>
                    <a:pt x="4318498" y="4356155"/>
                  </a:lnTo>
                  <a:lnTo>
                    <a:pt x="4284855" y="4382439"/>
                  </a:lnTo>
                  <a:lnTo>
                    <a:pt x="4287023" y="4390731"/>
                  </a:lnTo>
                  <a:lnTo>
                    <a:pt x="4291740" y="4397784"/>
                  </a:lnTo>
                  <a:lnTo>
                    <a:pt x="4299023" y="4402685"/>
                  </a:lnTo>
                  <a:lnTo>
                    <a:pt x="4308889" y="4404522"/>
                  </a:lnTo>
                  <a:close/>
                </a:path>
                <a:path w="8348344" h="7197725">
                  <a:moveTo>
                    <a:pt x="4308889" y="4661159"/>
                  </a:moveTo>
                  <a:lnTo>
                    <a:pt x="4326833" y="4653427"/>
                  </a:lnTo>
                  <a:lnTo>
                    <a:pt x="4332814" y="4636415"/>
                  </a:lnTo>
                  <a:lnTo>
                    <a:pt x="4326833" y="4619403"/>
                  </a:lnTo>
                  <a:lnTo>
                    <a:pt x="4308889" y="4611671"/>
                  </a:lnTo>
                  <a:lnTo>
                    <a:pt x="4290946" y="4619403"/>
                  </a:lnTo>
                  <a:lnTo>
                    <a:pt x="4284965" y="4636415"/>
                  </a:lnTo>
                  <a:lnTo>
                    <a:pt x="4290946" y="4653427"/>
                  </a:lnTo>
                  <a:lnTo>
                    <a:pt x="4308889" y="4661159"/>
                  </a:lnTo>
                  <a:close/>
                </a:path>
                <a:path w="8348344" h="7197725">
                  <a:moveTo>
                    <a:pt x="4308889" y="4789478"/>
                  </a:moveTo>
                  <a:lnTo>
                    <a:pt x="4326703" y="4781803"/>
                  </a:lnTo>
                  <a:lnTo>
                    <a:pt x="4332641" y="4764918"/>
                  </a:lnTo>
                  <a:lnTo>
                    <a:pt x="4326703" y="4748033"/>
                  </a:lnTo>
                  <a:lnTo>
                    <a:pt x="4308889" y="4740358"/>
                  </a:lnTo>
                  <a:lnTo>
                    <a:pt x="4291067" y="4748033"/>
                  </a:lnTo>
                  <a:lnTo>
                    <a:pt x="4285126" y="4764918"/>
                  </a:lnTo>
                  <a:lnTo>
                    <a:pt x="4291067" y="4781803"/>
                  </a:lnTo>
                  <a:lnTo>
                    <a:pt x="4308889" y="4789478"/>
                  </a:lnTo>
                  <a:close/>
                </a:path>
                <a:path w="8348344" h="7197725">
                  <a:moveTo>
                    <a:pt x="4447147" y="4789478"/>
                  </a:moveTo>
                  <a:lnTo>
                    <a:pt x="4464961" y="4781803"/>
                  </a:lnTo>
                  <a:lnTo>
                    <a:pt x="4470899" y="4764918"/>
                  </a:lnTo>
                  <a:lnTo>
                    <a:pt x="4464961" y="4748033"/>
                  </a:lnTo>
                  <a:lnTo>
                    <a:pt x="4447147" y="4740358"/>
                  </a:lnTo>
                  <a:lnTo>
                    <a:pt x="4429325" y="4748033"/>
                  </a:lnTo>
                  <a:lnTo>
                    <a:pt x="4423384" y="4764918"/>
                  </a:lnTo>
                  <a:lnTo>
                    <a:pt x="4429325" y="4781803"/>
                  </a:lnTo>
                  <a:lnTo>
                    <a:pt x="4447147" y="4789478"/>
                  </a:lnTo>
                  <a:close/>
                </a:path>
                <a:path w="8348344" h="7197725">
                  <a:moveTo>
                    <a:pt x="4447147" y="4661159"/>
                  </a:moveTo>
                  <a:lnTo>
                    <a:pt x="4465091" y="4653427"/>
                  </a:lnTo>
                  <a:lnTo>
                    <a:pt x="4471072" y="4636415"/>
                  </a:lnTo>
                  <a:lnTo>
                    <a:pt x="4465091" y="4619403"/>
                  </a:lnTo>
                  <a:lnTo>
                    <a:pt x="4447147" y="4611671"/>
                  </a:lnTo>
                  <a:lnTo>
                    <a:pt x="4429204" y="4619403"/>
                  </a:lnTo>
                  <a:lnTo>
                    <a:pt x="4423223" y="4636415"/>
                  </a:lnTo>
                  <a:lnTo>
                    <a:pt x="4429204" y="4653427"/>
                  </a:lnTo>
                  <a:lnTo>
                    <a:pt x="4447147" y="4661159"/>
                  </a:lnTo>
                  <a:close/>
                </a:path>
                <a:path w="8348344" h="7197725">
                  <a:moveTo>
                    <a:pt x="4447147" y="5046115"/>
                  </a:moveTo>
                  <a:lnTo>
                    <a:pt x="4464702" y="5038551"/>
                  </a:lnTo>
                  <a:lnTo>
                    <a:pt x="4470553" y="5021909"/>
                  </a:lnTo>
                  <a:lnTo>
                    <a:pt x="4464702" y="5005267"/>
                  </a:lnTo>
                  <a:lnTo>
                    <a:pt x="4447147" y="4997702"/>
                  </a:lnTo>
                  <a:lnTo>
                    <a:pt x="4429590" y="5005267"/>
                  </a:lnTo>
                  <a:lnTo>
                    <a:pt x="4423739" y="5021909"/>
                  </a:lnTo>
                  <a:lnTo>
                    <a:pt x="4429592" y="5038551"/>
                  </a:lnTo>
                  <a:lnTo>
                    <a:pt x="4447147" y="5046115"/>
                  </a:lnTo>
                  <a:close/>
                </a:path>
                <a:path w="8348344" h="7197725">
                  <a:moveTo>
                    <a:pt x="4447147" y="4917804"/>
                  </a:moveTo>
                  <a:lnTo>
                    <a:pt x="4464836" y="4910183"/>
                  </a:lnTo>
                  <a:lnTo>
                    <a:pt x="4470732" y="4893417"/>
                  </a:lnTo>
                  <a:lnTo>
                    <a:pt x="4464836" y="4876651"/>
                  </a:lnTo>
                  <a:lnTo>
                    <a:pt x="4447147" y="4869030"/>
                  </a:lnTo>
                  <a:lnTo>
                    <a:pt x="4429462" y="4876651"/>
                  </a:lnTo>
                  <a:lnTo>
                    <a:pt x="4423566" y="4893417"/>
                  </a:lnTo>
                  <a:lnTo>
                    <a:pt x="4429460" y="4910183"/>
                  </a:lnTo>
                  <a:lnTo>
                    <a:pt x="4447147" y="4917804"/>
                  </a:lnTo>
                  <a:close/>
                </a:path>
                <a:path w="8348344" h="7197725">
                  <a:moveTo>
                    <a:pt x="4583608" y="3634471"/>
                  </a:moveTo>
                  <a:lnTo>
                    <a:pt x="4583608" y="3582478"/>
                  </a:lnTo>
                  <a:lnTo>
                    <a:pt x="4566032" y="3591130"/>
                  </a:lnTo>
                  <a:lnTo>
                    <a:pt x="4560173" y="3608477"/>
                  </a:lnTo>
                  <a:lnTo>
                    <a:pt x="4566032" y="3625823"/>
                  </a:lnTo>
                  <a:lnTo>
                    <a:pt x="4583608" y="3634471"/>
                  </a:lnTo>
                  <a:close/>
                </a:path>
                <a:path w="8348344" h="7197725">
                  <a:moveTo>
                    <a:pt x="5000179" y="3249714"/>
                  </a:moveTo>
                  <a:lnTo>
                    <a:pt x="5001048" y="3249714"/>
                  </a:lnTo>
                  <a:lnTo>
                    <a:pt x="5001792" y="3249538"/>
                  </a:lnTo>
                  <a:lnTo>
                    <a:pt x="5002614" y="3249476"/>
                  </a:lnTo>
                  <a:lnTo>
                    <a:pt x="5002614" y="3196531"/>
                  </a:lnTo>
                  <a:lnTo>
                    <a:pt x="5001792" y="3196470"/>
                  </a:lnTo>
                  <a:lnTo>
                    <a:pt x="5001047" y="3196293"/>
                  </a:lnTo>
                  <a:lnTo>
                    <a:pt x="5000179" y="3196293"/>
                  </a:lnTo>
                  <a:lnTo>
                    <a:pt x="4980806" y="3204640"/>
                  </a:lnTo>
                  <a:lnTo>
                    <a:pt x="4974348" y="3223004"/>
                  </a:lnTo>
                  <a:lnTo>
                    <a:pt x="4980806" y="3241367"/>
                  </a:lnTo>
                  <a:lnTo>
                    <a:pt x="5000179" y="3249714"/>
                  </a:lnTo>
                  <a:close/>
                </a:path>
                <a:path w="8348344" h="7197725">
                  <a:moveTo>
                    <a:pt x="5135979" y="3378025"/>
                  </a:moveTo>
                  <a:lnTo>
                    <a:pt x="5138437" y="3378025"/>
                  </a:lnTo>
                  <a:lnTo>
                    <a:pt x="5149266" y="3375913"/>
                  </a:lnTo>
                  <a:lnTo>
                    <a:pt x="5157119" y="3370311"/>
                  </a:lnTo>
                  <a:lnTo>
                    <a:pt x="5162014" y="3362326"/>
                  </a:lnTo>
                  <a:lnTo>
                    <a:pt x="5163969" y="3353062"/>
                  </a:lnTo>
                  <a:lnTo>
                    <a:pt x="5131639" y="3377181"/>
                  </a:lnTo>
                  <a:lnTo>
                    <a:pt x="5133744" y="3377687"/>
                  </a:lnTo>
                  <a:lnTo>
                    <a:pt x="5135979" y="3378025"/>
                  </a:lnTo>
                  <a:close/>
                </a:path>
                <a:path w="8348344" h="7197725">
                  <a:moveTo>
                    <a:pt x="5300329" y="3234107"/>
                  </a:moveTo>
                  <a:lnTo>
                    <a:pt x="5303148" y="3227094"/>
                  </a:lnTo>
                  <a:lnTo>
                    <a:pt x="5303148" y="3218906"/>
                  </a:lnTo>
                  <a:lnTo>
                    <a:pt x="5300329" y="3211893"/>
                  </a:lnTo>
                  <a:lnTo>
                    <a:pt x="5300329" y="3234107"/>
                  </a:lnTo>
                  <a:close/>
                </a:path>
                <a:path w="8348344" h="7197725">
                  <a:moveTo>
                    <a:pt x="5300329" y="3106041"/>
                  </a:moveTo>
                  <a:lnTo>
                    <a:pt x="5303364" y="3098790"/>
                  </a:lnTo>
                  <a:lnTo>
                    <a:pt x="5303364" y="3090234"/>
                  </a:lnTo>
                  <a:lnTo>
                    <a:pt x="5300329" y="3082975"/>
                  </a:lnTo>
                  <a:lnTo>
                    <a:pt x="5300329" y="3106041"/>
                  </a:lnTo>
                  <a:close/>
                </a:path>
                <a:path w="8348344" h="7197725">
                  <a:moveTo>
                    <a:pt x="5300329" y="2849903"/>
                  </a:moveTo>
                  <a:lnTo>
                    <a:pt x="5302287" y="2843863"/>
                  </a:lnTo>
                  <a:lnTo>
                    <a:pt x="5302939" y="2837519"/>
                  </a:lnTo>
                  <a:lnTo>
                    <a:pt x="5302287" y="2831173"/>
                  </a:lnTo>
                  <a:lnTo>
                    <a:pt x="5300329" y="2825124"/>
                  </a:lnTo>
                  <a:lnTo>
                    <a:pt x="5300329" y="2849903"/>
                  </a:lnTo>
                  <a:close/>
                </a:path>
                <a:path w="8348344" h="7197725">
                  <a:moveTo>
                    <a:pt x="5000179" y="3378026"/>
                  </a:moveTo>
                  <a:lnTo>
                    <a:pt x="5001048" y="3378026"/>
                  </a:lnTo>
                  <a:lnTo>
                    <a:pt x="5001792" y="3377849"/>
                  </a:lnTo>
                  <a:lnTo>
                    <a:pt x="5002614" y="3377787"/>
                  </a:lnTo>
                  <a:lnTo>
                    <a:pt x="5002614" y="3325203"/>
                  </a:lnTo>
                  <a:lnTo>
                    <a:pt x="5001792" y="3325142"/>
                  </a:lnTo>
                  <a:lnTo>
                    <a:pt x="5001047" y="3324965"/>
                  </a:lnTo>
                  <a:lnTo>
                    <a:pt x="5000179" y="3324965"/>
                  </a:lnTo>
                  <a:lnTo>
                    <a:pt x="4980935" y="3333256"/>
                  </a:lnTo>
                  <a:lnTo>
                    <a:pt x="4974521" y="3351495"/>
                  </a:lnTo>
                  <a:lnTo>
                    <a:pt x="4980935" y="3369735"/>
                  </a:lnTo>
                  <a:lnTo>
                    <a:pt x="5000179" y="3378026"/>
                  </a:lnTo>
                  <a:close/>
                </a:path>
                <a:path w="8348344" h="7197725">
                  <a:moveTo>
                    <a:pt x="5300329" y="2977976"/>
                  </a:moveTo>
                  <a:lnTo>
                    <a:pt x="5303579" y="2970487"/>
                  </a:lnTo>
                  <a:lnTo>
                    <a:pt x="5303579" y="2961546"/>
                  </a:lnTo>
                  <a:lnTo>
                    <a:pt x="5300329" y="2954057"/>
                  </a:lnTo>
                  <a:lnTo>
                    <a:pt x="5300329" y="2977976"/>
                  </a:lnTo>
                  <a:close/>
                </a:path>
                <a:path w="8348344" h="7197725">
                  <a:moveTo>
                    <a:pt x="5000179" y="3121388"/>
                  </a:moveTo>
                  <a:lnTo>
                    <a:pt x="5001048" y="3121388"/>
                  </a:lnTo>
                  <a:lnTo>
                    <a:pt x="5001792" y="3121211"/>
                  </a:lnTo>
                  <a:lnTo>
                    <a:pt x="5002614" y="3121150"/>
                  </a:lnTo>
                  <a:lnTo>
                    <a:pt x="5002614" y="3067867"/>
                  </a:lnTo>
                  <a:lnTo>
                    <a:pt x="5001792" y="3067798"/>
                  </a:lnTo>
                  <a:lnTo>
                    <a:pt x="5001047" y="3067629"/>
                  </a:lnTo>
                  <a:lnTo>
                    <a:pt x="5000179" y="3067629"/>
                  </a:lnTo>
                  <a:lnTo>
                    <a:pt x="4980676" y="3076029"/>
                  </a:lnTo>
                  <a:lnTo>
                    <a:pt x="4974175" y="3094508"/>
                  </a:lnTo>
                  <a:lnTo>
                    <a:pt x="4980676" y="3112988"/>
                  </a:lnTo>
                  <a:lnTo>
                    <a:pt x="5000179" y="3121388"/>
                  </a:lnTo>
                  <a:close/>
                </a:path>
                <a:path w="8348344" h="7197725">
                  <a:moveTo>
                    <a:pt x="4699376" y="3730276"/>
                  </a:moveTo>
                  <a:lnTo>
                    <a:pt x="4725007" y="3711120"/>
                  </a:lnTo>
                  <a:lnTo>
                    <a:pt x="4724547" y="3711089"/>
                  </a:lnTo>
                  <a:lnTo>
                    <a:pt x="4724147" y="3710974"/>
                  </a:lnTo>
                  <a:lnTo>
                    <a:pt x="4723663" y="3710974"/>
                  </a:lnTo>
                  <a:lnTo>
                    <a:pt x="4714368" y="3712526"/>
                  </a:lnTo>
                  <a:lnTo>
                    <a:pt x="4707234" y="3716722"/>
                  </a:lnTo>
                  <a:lnTo>
                    <a:pt x="4702242" y="3722869"/>
                  </a:lnTo>
                  <a:lnTo>
                    <a:pt x="4699376" y="3730276"/>
                  </a:lnTo>
                  <a:close/>
                </a:path>
                <a:path w="8348344" h="7197725">
                  <a:moveTo>
                    <a:pt x="4977072" y="3472924"/>
                  </a:moveTo>
                  <a:lnTo>
                    <a:pt x="5002614" y="3472924"/>
                  </a:lnTo>
                  <a:lnTo>
                    <a:pt x="5002614" y="3453875"/>
                  </a:lnTo>
                  <a:lnTo>
                    <a:pt x="5001792" y="3453806"/>
                  </a:lnTo>
                  <a:lnTo>
                    <a:pt x="5001047" y="3453637"/>
                  </a:lnTo>
                  <a:lnTo>
                    <a:pt x="5000179" y="3453637"/>
                  </a:lnTo>
                  <a:lnTo>
                    <a:pt x="4981353" y="3461541"/>
                  </a:lnTo>
                  <a:lnTo>
                    <a:pt x="4977072" y="3472924"/>
                  </a:lnTo>
                  <a:close/>
                </a:path>
                <a:path w="8348344" h="7197725">
                  <a:moveTo>
                    <a:pt x="4998167" y="3506137"/>
                  </a:moveTo>
                  <a:lnTo>
                    <a:pt x="4998497" y="3505899"/>
                  </a:lnTo>
                  <a:lnTo>
                    <a:pt x="4998873" y="3505699"/>
                  </a:lnTo>
                  <a:lnTo>
                    <a:pt x="4999166" y="3505423"/>
                  </a:lnTo>
                  <a:lnTo>
                    <a:pt x="5024974" y="3486067"/>
                  </a:lnTo>
                  <a:lnTo>
                    <a:pt x="5025587" y="3479384"/>
                  </a:lnTo>
                  <a:lnTo>
                    <a:pt x="5024716" y="3472748"/>
                  </a:lnTo>
                  <a:lnTo>
                    <a:pt x="5022360" y="3466538"/>
                  </a:lnTo>
                  <a:lnTo>
                    <a:pt x="5018514" y="3461134"/>
                  </a:lnTo>
                  <a:lnTo>
                    <a:pt x="5002614" y="3472924"/>
                  </a:lnTo>
                  <a:lnTo>
                    <a:pt x="4977072" y="3472924"/>
                  </a:lnTo>
                  <a:lnTo>
                    <a:pt x="4974753" y="3479089"/>
                  </a:lnTo>
                  <a:lnTo>
                    <a:pt x="4980363" y="3497036"/>
                  </a:lnTo>
                  <a:lnTo>
                    <a:pt x="4998167" y="3506137"/>
                  </a:lnTo>
                  <a:close/>
                </a:path>
                <a:path w="8348344" h="7197725">
                  <a:moveTo>
                    <a:pt x="4583608" y="3762782"/>
                  </a:moveTo>
                  <a:lnTo>
                    <a:pt x="4583608" y="3711151"/>
                  </a:lnTo>
                  <a:lnTo>
                    <a:pt x="4566157" y="3719743"/>
                  </a:lnTo>
                  <a:lnTo>
                    <a:pt x="4560340" y="3736966"/>
                  </a:lnTo>
                  <a:lnTo>
                    <a:pt x="4566157" y="3754190"/>
                  </a:lnTo>
                  <a:lnTo>
                    <a:pt x="4583608" y="3762782"/>
                  </a:lnTo>
                  <a:close/>
                </a:path>
                <a:path w="8348344" h="7197725">
                  <a:moveTo>
                    <a:pt x="4583608" y="3506144"/>
                  </a:moveTo>
                  <a:lnTo>
                    <a:pt x="4583608" y="3453806"/>
                  </a:lnTo>
                  <a:lnTo>
                    <a:pt x="4565907" y="3462514"/>
                  </a:lnTo>
                  <a:lnTo>
                    <a:pt x="4560006" y="3479984"/>
                  </a:lnTo>
                  <a:lnTo>
                    <a:pt x="4565907" y="3497449"/>
                  </a:lnTo>
                  <a:lnTo>
                    <a:pt x="4583608" y="3506144"/>
                  </a:lnTo>
                  <a:close/>
                </a:path>
                <a:path w="8348344" h="7197725">
                  <a:moveTo>
                    <a:pt x="4446602" y="3891285"/>
                  </a:moveTo>
                  <a:lnTo>
                    <a:pt x="4447147" y="3891285"/>
                  </a:lnTo>
                  <a:lnTo>
                    <a:pt x="4456653" y="3889648"/>
                  </a:lnTo>
                  <a:lnTo>
                    <a:pt x="4463876" y="3885237"/>
                  </a:lnTo>
                  <a:lnTo>
                    <a:pt x="4468827" y="3878806"/>
                  </a:lnTo>
                  <a:lnTo>
                    <a:pt x="4471520" y="3871107"/>
                  </a:lnTo>
                  <a:lnTo>
                    <a:pt x="4445619" y="3891124"/>
                  </a:lnTo>
                  <a:lnTo>
                    <a:pt x="4446141" y="3891154"/>
                  </a:lnTo>
                  <a:lnTo>
                    <a:pt x="4446602" y="3891285"/>
                  </a:lnTo>
                  <a:close/>
                </a:path>
                <a:path w="8348344" h="7197725">
                  <a:moveTo>
                    <a:pt x="4698332" y="3228384"/>
                  </a:moveTo>
                  <a:lnTo>
                    <a:pt x="4738726" y="3200825"/>
                  </a:lnTo>
                  <a:lnTo>
                    <a:pt x="4734778" y="3198044"/>
                  </a:lnTo>
                  <a:lnTo>
                    <a:pt x="4729793" y="3196293"/>
                  </a:lnTo>
                  <a:lnTo>
                    <a:pt x="4723663" y="3196293"/>
                  </a:lnTo>
                  <a:lnTo>
                    <a:pt x="4711087" y="3199213"/>
                  </a:lnTo>
                  <a:lnTo>
                    <a:pt x="4702676" y="3206754"/>
                  </a:lnTo>
                  <a:lnTo>
                    <a:pt x="4698426" y="3217087"/>
                  </a:lnTo>
                  <a:lnTo>
                    <a:pt x="4698332" y="3228384"/>
                  </a:lnTo>
                  <a:close/>
                </a:path>
                <a:path w="8348344" h="7197725">
                  <a:moveTo>
                    <a:pt x="4841275" y="3624102"/>
                  </a:moveTo>
                  <a:lnTo>
                    <a:pt x="4882645" y="3592979"/>
                  </a:lnTo>
                  <a:lnTo>
                    <a:pt x="4878528" y="3586749"/>
                  </a:lnTo>
                  <a:lnTo>
                    <a:pt x="4871676" y="3582302"/>
                  </a:lnTo>
                  <a:lnTo>
                    <a:pt x="4858680" y="3582302"/>
                  </a:lnTo>
                  <a:lnTo>
                    <a:pt x="4855853" y="3582908"/>
                  </a:lnTo>
                  <a:lnTo>
                    <a:pt x="4853242" y="3583776"/>
                  </a:lnTo>
                  <a:lnTo>
                    <a:pt x="4841544" y="3592471"/>
                  </a:lnTo>
                  <a:lnTo>
                    <a:pt x="4837946" y="3599966"/>
                  </a:lnTo>
                  <a:lnTo>
                    <a:pt x="4836703" y="3608243"/>
                  </a:lnTo>
                  <a:lnTo>
                    <a:pt x="4837813" y="3616542"/>
                  </a:lnTo>
                  <a:lnTo>
                    <a:pt x="4841275" y="3624102"/>
                  </a:lnTo>
                  <a:close/>
                </a:path>
                <a:path w="8348344" h="7197725">
                  <a:moveTo>
                    <a:pt x="4583608" y="3377833"/>
                  </a:moveTo>
                  <a:lnTo>
                    <a:pt x="4583608" y="3325126"/>
                  </a:lnTo>
                  <a:lnTo>
                    <a:pt x="4565773" y="3333895"/>
                  </a:lnTo>
                  <a:lnTo>
                    <a:pt x="4559828" y="3351491"/>
                  </a:lnTo>
                  <a:lnTo>
                    <a:pt x="4565773" y="3369082"/>
                  </a:lnTo>
                  <a:lnTo>
                    <a:pt x="4583608" y="3377833"/>
                  </a:lnTo>
                  <a:close/>
                </a:path>
                <a:path w="8348344" h="7197725">
                  <a:moveTo>
                    <a:pt x="4308889" y="4917804"/>
                  </a:moveTo>
                  <a:lnTo>
                    <a:pt x="4326578" y="4910183"/>
                  </a:lnTo>
                  <a:lnTo>
                    <a:pt x="4332474" y="4893417"/>
                  </a:lnTo>
                  <a:lnTo>
                    <a:pt x="4326578" y="4876651"/>
                  </a:lnTo>
                  <a:lnTo>
                    <a:pt x="4308889" y="4869030"/>
                  </a:lnTo>
                  <a:lnTo>
                    <a:pt x="4291204" y="4876651"/>
                  </a:lnTo>
                  <a:lnTo>
                    <a:pt x="4285308" y="4893417"/>
                  </a:lnTo>
                  <a:lnTo>
                    <a:pt x="4291202" y="4910183"/>
                  </a:lnTo>
                  <a:lnTo>
                    <a:pt x="4308889" y="4917804"/>
                  </a:lnTo>
                  <a:close/>
                </a:path>
                <a:path w="8348344" h="7197725">
                  <a:moveTo>
                    <a:pt x="5266817" y="3634648"/>
                  </a:moveTo>
                  <a:lnTo>
                    <a:pt x="5276695" y="3634648"/>
                  </a:lnTo>
                  <a:lnTo>
                    <a:pt x="5291756" y="3630086"/>
                  </a:lnTo>
                  <a:lnTo>
                    <a:pt x="5300092" y="3618921"/>
                  </a:lnTo>
                  <a:lnTo>
                    <a:pt x="5301719" y="3604926"/>
                  </a:lnTo>
                  <a:lnTo>
                    <a:pt x="5296651" y="3591880"/>
                  </a:lnTo>
                  <a:lnTo>
                    <a:pt x="5255826" y="3623771"/>
                  </a:lnTo>
                  <a:lnTo>
                    <a:pt x="5259920" y="3630100"/>
                  </a:lnTo>
                  <a:lnTo>
                    <a:pt x="5266817" y="3634648"/>
                  </a:lnTo>
                  <a:close/>
                </a:path>
                <a:path w="8348344" h="7197725">
                  <a:moveTo>
                    <a:pt x="6659275" y="1453298"/>
                  </a:moveTo>
                  <a:lnTo>
                    <a:pt x="6680463" y="1444172"/>
                  </a:lnTo>
                  <a:lnTo>
                    <a:pt x="6687525" y="1424095"/>
                  </a:lnTo>
                  <a:lnTo>
                    <a:pt x="6680463" y="1404018"/>
                  </a:lnTo>
                  <a:lnTo>
                    <a:pt x="6659275" y="1394892"/>
                  </a:lnTo>
                  <a:lnTo>
                    <a:pt x="6638087" y="1404018"/>
                  </a:lnTo>
                  <a:lnTo>
                    <a:pt x="6631024" y="1424095"/>
                  </a:lnTo>
                  <a:lnTo>
                    <a:pt x="6638087" y="1444172"/>
                  </a:lnTo>
                  <a:lnTo>
                    <a:pt x="6659275" y="1453298"/>
                  </a:lnTo>
                  <a:close/>
                </a:path>
                <a:path w="8348344" h="7197725">
                  <a:moveTo>
                    <a:pt x="6659275" y="1581617"/>
                  </a:moveTo>
                  <a:lnTo>
                    <a:pt x="6680333" y="1572546"/>
                  </a:lnTo>
                  <a:lnTo>
                    <a:pt x="6687352" y="1552590"/>
                  </a:lnTo>
                  <a:lnTo>
                    <a:pt x="6680333" y="1532635"/>
                  </a:lnTo>
                  <a:lnTo>
                    <a:pt x="6659275" y="1523564"/>
                  </a:lnTo>
                  <a:lnTo>
                    <a:pt x="6638216" y="1532635"/>
                  </a:lnTo>
                  <a:lnTo>
                    <a:pt x="6631197" y="1552590"/>
                  </a:lnTo>
                  <a:lnTo>
                    <a:pt x="6638216" y="1572546"/>
                  </a:lnTo>
                  <a:lnTo>
                    <a:pt x="6659275" y="1581617"/>
                  </a:lnTo>
                  <a:close/>
                </a:path>
                <a:path w="8348344" h="7197725">
                  <a:moveTo>
                    <a:pt x="6659275" y="1709936"/>
                  </a:moveTo>
                  <a:lnTo>
                    <a:pt x="6680203" y="1700920"/>
                  </a:lnTo>
                  <a:lnTo>
                    <a:pt x="6687180" y="1681086"/>
                  </a:lnTo>
                  <a:lnTo>
                    <a:pt x="6680203" y="1661252"/>
                  </a:lnTo>
                  <a:lnTo>
                    <a:pt x="6659275" y="1652236"/>
                  </a:lnTo>
                  <a:lnTo>
                    <a:pt x="6638346" y="1661252"/>
                  </a:lnTo>
                  <a:lnTo>
                    <a:pt x="6631370" y="1681086"/>
                  </a:lnTo>
                  <a:lnTo>
                    <a:pt x="6638346" y="1700920"/>
                  </a:lnTo>
                  <a:lnTo>
                    <a:pt x="6659275" y="1709936"/>
                  </a:lnTo>
                  <a:close/>
                </a:path>
                <a:path w="8348344" h="7197725">
                  <a:moveTo>
                    <a:pt x="6659275" y="1196676"/>
                  </a:moveTo>
                  <a:lnTo>
                    <a:pt x="6680722" y="1187437"/>
                  </a:lnTo>
                  <a:lnTo>
                    <a:pt x="6687871" y="1167112"/>
                  </a:lnTo>
                  <a:lnTo>
                    <a:pt x="6680722" y="1146786"/>
                  </a:lnTo>
                  <a:lnTo>
                    <a:pt x="6659275" y="1137548"/>
                  </a:lnTo>
                  <a:lnTo>
                    <a:pt x="6637827" y="1146786"/>
                  </a:lnTo>
                  <a:lnTo>
                    <a:pt x="6630678" y="1167112"/>
                  </a:lnTo>
                  <a:lnTo>
                    <a:pt x="6637827" y="1187437"/>
                  </a:lnTo>
                  <a:lnTo>
                    <a:pt x="6659275" y="1196676"/>
                  </a:lnTo>
                  <a:close/>
                </a:path>
                <a:path w="8348344" h="7197725">
                  <a:moveTo>
                    <a:pt x="6659275" y="1324987"/>
                  </a:moveTo>
                  <a:lnTo>
                    <a:pt x="6680596" y="1315805"/>
                  </a:lnTo>
                  <a:lnTo>
                    <a:pt x="6687704" y="1295603"/>
                  </a:lnTo>
                  <a:lnTo>
                    <a:pt x="6680596" y="1275402"/>
                  </a:lnTo>
                  <a:lnTo>
                    <a:pt x="6659275" y="1266220"/>
                  </a:lnTo>
                  <a:lnTo>
                    <a:pt x="6637957" y="1275402"/>
                  </a:lnTo>
                  <a:lnTo>
                    <a:pt x="6630851" y="1295603"/>
                  </a:lnTo>
                  <a:lnTo>
                    <a:pt x="6637957" y="1315805"/>
                  </a:lnTo>
                  <a:lnTo>
                    <a:pt x="6659275" y="1324987"/>
                  </a:lnTo>
                  <a:close/>
                </a:path>
                <a:path w="8348344" h="7197725">
                  <a:moveTo>
                    <a:pt x="6659275" y="1068357"/>
                  </a:moveTo>
                  <a:lnTo>
                    <a:pt x="6680851" y="1059063"/>
                  </a:lnTo>
                  <a:lnTo>
                    <a:pt x="6688044" y="1038616"/>
                  </a:lnTo>
                  <a:lnTo>
                    <a:pt x="6680851" y="1018170"/>
                  </a:lnTo>
                  <a:lnTo>
                    <a:pt x="6659275" y="1008876"/>
                  </a:lnTo>
                  <a:lnTo>
                    <a:pt x="6637698" y="1018170"/>
                  </a:lnTo>
                  <a:lnTo>
                    <a:pt x="6630505" y="1038616"/>
                  </a:lnTo>
                  <a:lnTo>
                    <a:pt x="6637698" y="1059063"/>
                  </a:lnTo>
                  <a:lnTo>
                    <a:pt x="6659275" y="1068357"/>
                  </a:lnTo>
                  <a:close/>
                </a:path>
                <a:path w="8348344" h="7197725">
                  <a:moveTo>
                    <a:pt x="2788052" y="5174427"/>
                  </a:moveTo>
                  <a:lnTo>
                    <a:pt x="2805477" y="5166918"/>
                  </a:lnTo>
                  <a:lnTo>
                    <a:pt x="2811285" y="5150400"/>
                  </a:lnTo>
                  <a:lnTo>
                    <a:pt x="2805477" y="5133883"/>
                  </a:lnTo>
                  <a:lnTo>
                    <a:pt x="2788052" y="5126374"/>
                  </a:lnTo>
                  <a:lnTo>
                    <a:pt x="2770618" y="5133883"/>
                  </a:lnTo>
                  <a:lnTo>
                    <a:pt x="2764807" y="5150400"/>
                  </a:lnTo>
                  <a:lnTo>
                    <a:pt x="2770618" y="5166918"/>
                  </a:lnTo>
                  <a:lnTo>
                    <a:pt x="2788052" y="5174427"/>
                  </a:lnTo>
                  <a:close/>
                </a:path>
                <a:path w="8348344" h="7197725">
                  <a:moveTo>
                    <a:pt x="6244501" y="1709936"/>
                  </a:moveTo>
                  <a:lnTo>
                    <a:pt x="6265429" y="1700920"/>
                  </a:lnTo>
                  <a:lnTo>
                    <a:pt x="6272406" y="1681086"/>
                  </a:lnTo>
                  <a:lnTo>
                    <a:pt x="6265429" y="1661252"/>
                  </a:lnTo>
                  <a:lnTo>
                    <a:pt x="6244501" y="1652236"/>
                  </a:lnTo>
                  <a:lnTo>
                    <a:pt x="6223572" y="1661252"/>
                  </a:lnTo>
                  <a:lnTo>
                    <a:pt x="6216596" y="1681086"/>
                  </a:lnTo>
                  <a:lnTo>
                    <a:pt x="6223572" y="1700920"/>
                  </a:lnTo>
                  <a:lnTo>
                    <a:pt x="6244501" y="1709936"/>
                  </a:lnTo>
                  <a:close/>
                </a:path>
                <a:path w="8348344" h="7197725">
                  <a:moveTo>
                    <a:pt x="6659275" y="940046"/>
                  </a:moveTo>
                  <a:lnTo>
                    <a:pt x="6680981" y="930696"/>
                  </a:lnTo>
                  <a:lnTo>
                    <a:pt x="6688216" y="910125"/>
                  </a:lnTo>
                  <a:lnTo>
                    <a:pt x="6680981" y="889554"/>
                  </a:lnTo>
                  <a:lnTo>
                    <a:pt x="6659275" y="880203"/>
                  </a:lnTo>
                  <a:lnTo>
                    <a:pt x="6637565" y="889554"/>
                  </a:lnTo>
                  <a:lnTo>
                    <a:pt x="6630330" y="910125"/>
                  </a:lnTo>
                  <a:lnTo>
                    <a:pt x="6637567" y="930696"/>
                  </a:lnTo>
                  <a:lnTo>
                    <a:pt x="6659275" y="940046"/>
                  </a:lnTo>
                  <a:close/>
                </a:path>
                <a:path w="8348344" h="7197725">
                  <a:moveTo>
                    <a:pt x="6244501" y="1966558"/>
                  </a:moveTo>
                  <a:lnTo>
                    <a:pt x="6265170" y="1957655"/>
                  </a:lnTo>
                  <a:lnTo>
                    <a:pt x="6272060" y="1938069"/>
                  </a:lnTo>
                  <a:lnTo>
                    <a:pt x="6265170" y="1918483"/>
                  </a:lnTo>
                  <a:lnTo>
                    <a:pt x="6244501" y="1909580"/>
                  </a:lnTo>
                  <a:lnTo>
                    <a:pt x="6223831" y="1918483"/>
                  </a:lnTo>
                  <a:lnTo>
                    <a:pt x="6216941" y="1938069"/>
                  </a:lnTo>
                  <a:lnTo>
                    <a:pt x="6223831" y="1957655"/>
                  </a:lnTo>
                  <a:lnTo>
                    <a:pt x="6244501" y="1966558"/>
                  </a:lnTo>
                  <a:close/>
                </a:path>
                <a:path w="8348344" h="7197725">
                  <a:moveTo>
                    <a:pt x="6797532" y="1581617"/>
                  </a:moveTo>
                  <a:lnTo>
                    <a:pt x="6818591" y="1572546"/>
                  </a:lnTo>
                  <a:lnTo>
                    <a:pt x="6825610" y="1552590"/>
                  </a:lnTo>
                  <a:lnTo>
                    <a:pt x="6818591" y="1532635"/>
                  </a:lnTo>
                  <a:lnTo>
                    <a:pt x="6797532" y="1523564"/>
                  </a:lnTo>
                  <a:lnTo>
                    <a:pt x="6776474" y="1532635"/>
                  </a:lnTo>
                  <a:lnTo>
                    <a:pt x="6769455" y="1552590"/>
                  </a:lnTo>
                  <a:lnTo>
                    <a:pt x="6776474" y="1572546"/>
                  </a:lnTo>
                  <a:lnTo>
                    <a:pt x="6797532" y="1581617"/>
                  </a:lnTo>
                  <a:close/>
                </a:path>
                <a:path w="8348344" h="7197725">
                  <a:moveTo>
                    <a:pt x="5276695" y="1838247"/>
                  </a:moveTo>
                  <a:lnTo>
                    <a:pt x="5297494" y="1829287"/>
                  </a:lnTo>
                  <a:lnTo>
                    <a:pt x="5304428" y="1809577"/>
                  </a:lnTo>
                  <a:lnTo>
                    <a:pt x="5297494" y="1789867"/>
                  </a:lnTo>
                  <a:lnTo>
                    <a:pt x="5276695" y="1780908"/>
                  </a:lnTo>
                  <a:lnTo>
                    <a:pt x="5255896" y="1789867"/>
                  </a:lnTo>
                  <a:lnTo>
                    <a:pt x="5248963" y="1809577"/>
                  </a:lnTo>
                  <a:lnTo>
                    <a:pt x="5255896" y="1829287"/>
                  </a:lnTo>
                  <a:lnTo>
                    <a:pt x="5276695" y="1838247"/>
                  </a:lnTo>
                  <a:close/>
                </a:path>
                <a:path w="8348344" h="7197725">
                  <a:moveTo>
                    <a:pt x="6797532" y="1453298"/>
                  </a:moveTo>
                  <a:lnTo>
                    <a:pt x="6818720" y="1444172"/>
                  </a:lnTo>
                  <a:lnTo>
                    <a:pt x="6825783" y="1424095"/>
                  </a:lnTo>
                  <a:lnTo>
                    <a:pt x="6818720" y="1404018"/>
                  </a:lnTo>
                  <a:lnTo>
                    <a:pt x="6797532" y="1394892"/>
                  </a:lnTo>
                  <a:lnTo>
                    <a:pt x="6776344" y="1404018"/>
                  </a:lnTo>
                  <a:lnTo>
                    <a:pt x="6769282" y="1424095"/>
                  </a:lnTo>
                  <a:lnTo>
                    <a:pt x="6776344" y="1444172"/>
                  </a:lnTo>
                  <a:lnTo>
                    <a:pt x="6797532" y="1453298"/>
                  </a:lnTo>
                  <a:close/>
                </a:path>
                <a:path w="8348344" h="7197725">
                  <a:moveTo>
                    <a:pt x="7074048" y="1196676"/>
                  </a:moveTo>
                  <a:lnTo>
                    <a:pt x="7095496" y="1187437"/>
                  </a:lnTo>
                  <a:lnTo>
                    <a:pt x="7102645" y="1167112"/>
                  </a:lnTo>
                  <a:lnTo>
                    <a:pt x="7095496" y="1146786"/>
                  </a:lnTo>
                  <a:lnTo>
                    <a:pt x="7074048" y="1137548"/>
                  </a:lnTo>
                  <a:lnTo>
                    <a:pt x="7052601" y="1146786"/>
                  </a:lnTo>
                  <a:lnTo>
                    <a:pt x="7045452" y="1167112"/>
                  </a:lnTo>
                  <a:lnTo>
                    <a:pt x="7052601" y="1187437"/>
                  </a:lnTo>
                  <a:lnTo>
                    <a:pt x="7074048" y="1196676"/>
                  </a:lnTo>
                  <a:close/>
                </a:path>
                <a:path w="8348344" h="7197725">
                  <a:moveTo>
                    <a:pt x="7074048" y="1068357"/>
                  </a:moveTo>
                  <a:lnTo>
                    <a:pt x="7095625" y="1059063"/>
                  </a:lnTo>
                  <a:lnTo>
                    <a:pt x="7102818" y="1038616"/>
                  </a:lnTo>
                  <a:lnTo>
                    <a:pt x="7095625" y="1018170"/>
                  </a:lnTo>
                  <a:lnTo>
                    <a:pt x="7074048" y="1008876"/>
                  </a:lnTo>
                  <a:lnTo>
                    <a:pt x="7052472" y="1018170"/>
                  </a:lnTo>
                  <a:lnTo>
                    <a:pt x="7045279" y="1038616"/>
                  </a:lnTo>
                  <a:lnTo>
                    <a:pt x="7052472" y="1059063"/>
                  </a:lnTo>
                  <a:lnTo>
                    <a:pt x="7074048" y="1068357"/>
                  </a:lnTo>
                  <a:close/>
                </a:path>
                <a:path w="8348344" h="7197725">
                  <a:moveTo>
                    <a:pt x="6797532" y="1324987"/>
                  </a:moveTo>
                  <a:lnTo>
                    <a:pt x="6818854" y="1315805"/>
                  </a:lnTo>
                  <a:lnTo>
                    <a:pt x="6825962" y="1295603"/>
                  </a:lnTo>
                  <a:lnTo>
                    <a:pt x="6818854" y="1275402"/>
                  </a:lnTo>
                  <a:lnTo>
                    <a:pt x="6797532" y="1266220"/>
                  </a:lnTo>
                  <a:lnTo>
                    <a:pt x="6776215" y="1275402"/>
                  </a:lnTo>
                  <a:lnTo>
                    <a:pt x="6769109" y="1295603"/>
                  </a:lnTo>
                  <a:lnTo>
                    <a:pt x="6776215" y="1315805"/>
                  </a:lnTo>
                  <a:lnTo>
                    <a:pt x="6797532" y="1324987"/>
                  </a:lnTo>
                  <a:close/>
                </a:path>
                <a:path w="8348344" h="7197725">
                  <a:moveTo>
                    <a:pt x="6797532" y="1068357"/>
                  </a:moveTo>
                  <a:lnTo>
                    <a:pt x="6819109" y="1059063"/>
                  </a:lnTo>
                  <a:lnTo>
                    <a:pt x="6826302" y="1038616"/>
                  </a:lnTo>
                  <a:lnTo>
                    <a:pt x="6819109" y="1018170"/>
                  </a:lnTo>
                  <a:lnTo>
                    <a:pt x="6797532" y="1008876"/>
                  </a:lnTo>
                  <a:lnTo>
                    <a:pt x="6775956" y="1018170"/>
                  </a:lnTo>
                  <a:lnTo>
                    <a:pt x="6768763" y="1038616"/>
                  </a:lnTo>
                  <a:lnTo>
                    <a:pt x="6775956" y="1059063"/>
                  </a:lnTo>
                  <a:lnTo>
                    <a:pt x="6797532" y="1068357"/>
                  </a:lnTo>
                  <a:close/>
                </a:path>
                <a:path w="8348344" h="7197725">
                  <a:moveTo>
                    <a:pt x="6797532" y="940046"/>
                  </a:moveTo>
                  <a:lnTo>
                    <a:pt x="6819239" y="930696"/>
                  </a:lnTo>
                  <a:lnTo>
                    <a:pt x="6826474" y="910125"/>
                  </a:lnTo>
                  <a:lnTo>
                    <a:pt x="6819239" y="889554"/>
                  </a:lnTo>
                  <a:lnTo>
                    <a:pt x="6797532" y="880203"/>
                  </a:lnTo>
                  <a:lnTo>
                    <a:pt x="6775823" y="889554"/>
                  </a:lnTo>
                  <a:lnTo>
                    <a:pt x="6768588" y="910125"/>
                  </a:lnTo>
                  <a:lnTo>
                    <a:pt x="6775825" y="930696"/>
                  </a:lnTo>
                  <a:lnTo>
                    <a:pt x="6797532" y="940046"/>
                  </a:lnTo>
                  <a:close/>
                </a:path>
                <a:path w="8348344" h="7197725">
                  <a:moveTo>
                    <a:pt x="6797532" y="1196676"/>
                  </a:moveTo>
                  <a:lnTo>
                    <a:pt x="6818980" y="1187437"/>
                  </a:lnTo>
                  <a:lnTo>
                    <a:pt x="6826129" y="1167112"/>
                  </a:lnTo>
                  <a:lnTo>
                    <a:pt x="6818980" y="1146786"/>
                  </a:lnTo>
                  <a:lnTo>
                    <a:pt x="6797532" y="1137548"/>
                  </a:lnTo>
                  <a:lnTo>
                    <a:pt x="6776085" y="1146786"/>
                  </a:lnTo>
                  <a:lnTo>
                    <a:pt x="6768936" y="1167112"/>
                  </a:lnTo>
                  <a:lnTo>
                    <a:pt x="6776085" y="1187437"/>
                  </a:lnTo>
                  <a:lnTo>
                    <a:pt x="6797532" y="1196676"/>
                  </a:lnTo>
                  <a:close/>
                </a:path>
                <a:path w="8348344" h="7197725">
                  <a:moveTo>
                    <a:pt x="5276695" y="2608136"/>
                  </a:moveTo>
                  <a:lnTo>
                    <a:pt x="5296717" y="2599512"/>
                  </a:lnTo>
                  <a:lnTo>
                    <a:pt x="5303390" y="2580538"/>
                  </a:lnTo>
                  <a:lnTo>
                    <a:pt x="5296717" y="2561565"/>
                  </a:lnTo>
                  <a:lnTo>
                    <a:pt x="5276695" y="2552940"/>
                  </a:lnTo>
                  <a:lnTo>
                    <a:pt x="5256674" y="2561565"/>
                  </a:lnTo>
                  <a:lnTo>
                    <a:pt x="5250000" y="2580538"/>
                  </a:lnTo>
                  <a:lnTo>
                    <a:pt x="5256674" y="2599512"/>
                  </a:lnTo>
                  <a:lnTo>
                    <a:pt x="5276695" y="2608136"/>
                  </a:lnTo>
                  <a:close/>
                </a:path>
                <a:path w="8348344" h="7197725">
                  <a:moveTo>
                    <a:pt x="5414953" y="1581617"/>
                  </a:moveTo>
                  <a:lnTo>
                    <a:pt x="5436012" y="1572546"/>
                  </a:lnTo>
                  <a:lnTo>
                    <a:pt x="5443031" y="1552590"/>
                  </a:lnTo>
                  <a:lnTo>
                    <a:pt x="5436012" y="1532635"/>
                  </a:lnTo>
                  <a:lnTo>
                    <a:pt x="5414953" y="1523564"/>
                  </a:lnTo>
                  <a:lnTo>
                    <a:pt x="5393895" y="1532635"/>
                  </a:lnTo>
                  <a:lnTo>
                    <a:pt x="5386875" y="1552590"/>
                  </a:lnTo>
                  <a:lnTo>
                    <a:pt x="5393895" y="1572546"/>
                  </a:lnTo>
                  <a:lnTo>
                    <a:pt x="5414953" y="1581617"/>
                  </a:lnTo>
                  <a:close/>
                </a:path>
                <a:path w="8348344" h="7197725">
                  <a:moveTo>
                    <a:pt x="5276695" y="2479817"/>
                  </a:moveTo>
                  <a:lnTo>
                    <a:pt x="5296846" y="2471138"/>
                  </a:lnTo>
                  <a:lnTo>
                    <a:pt x="5303563" y="2452043"/>
                  </a:lnTo>
                  <a:lnTo>
                    <a:pt x="5296846" y="2432948"/>
                  </a:lnTo>
                  <a:lnTo>
                    <a:pt x="5276695" y="2424268"/>
                  </a:lnTo>
                  <a:lnTo>
                    <a:pt x="5256544" y="2432948"/>
                  </a:lnTo>
                  <a:lnTo>
                    <a:pt x="5249827" y="2452043"/>
                  </a:lnTo>
                  <a:lnTo>
                    <a:pt x="5256544" y="2471138"/>
                  </a:lnTo>
                  <a:lnTo>
                    <a:pt x="5276695" y="2479817"/>
                  </a:lnTo>
                  <a:close/>
                </a:path>
                <a:path w="8348344" h="7197725">
                  <a:moveTo>
                    <a:pt x="5414953" y="1709936"/>
                  </a:moveTo>
                  <a:lnTo>
                    <a:pt x="5435882" y="1700920"/>
                  </a:lnTo>
                  <a:lnTo>
                    <a:pt x="5442858" y="1681086"/>
                  </a:lnTo>
                  <a:lnTo>
                    <a:pt x="5435882" y="1661252"/>
                  </a:lnTo>
                  <a:lnTo>
                    <a:pt x="5414953" y="1652236"/>
                  </a:lnTo>
                  <a:lnTo>
                    <a:pt x="5394024" y="1661252"/>
                  </a:lnTo>
                  <a:lnTo>
                    <a:pt x="5387048" y="1681086"/>
                  </a:lnTo>
                  <a:lnTo>
                    <a:pt x="5394024" y="1700920"/>
                  </a:lnTo>
                  <a:lnTo>
                    <a:pt x="5414953" y="1709936"/>
                  </a:lnTo>
                  <a:close/>
                </a:path>
                <a:path w="8348344" h="7197725">
                  <a:moveTo>
                    <a:pt x="5276695" y="1966558"/>
                  </a:moveTo>
                  <a:lnTo>
                    <a:pt x="5297365" y="1957655"/>
                  </a:lnTo>
                  <a:lnTo>
                    <a:pt x="5304255" y="1938069"/>
                  </a:lnTo>
                  <a:lnTo>
                    <a:pt x="5297365" y="1918483"/>
                  </a:lnTo>
                  <a:lnTo>
                    <a:pt x="5276695" y="1909580"/>
                  </a:lnTo>
                  <a:lnTo>
                    <a:pt x="5256026" y="1918483"/>
                  </a:lnTo>
                  <a:lnTo>
                    <a:pt x="5249136" y="1938069"/>
                  </a:lnTo>
                  <a:lnTo>
                    <a:pt x="5256026" y="1957655"/>
                  </a:lnTo>
                  <a:lnTo>
                    <a:pt x="5276695" y="1966558"/>
                  </a:lnTo>
                  <a:close/>
                </a:path>
                <a:path w="8348344" h="7197725">
                  <a:moveTo>
                    <a:pt x="5276695" y="2094876"/>
                  </a:moveTo>
                  <a:lnTo>
                    <a:pt x="5297235" y="2086029"/>
                  </a:lnTo>
                  <a:lnTo>
                    <a:pt x="5304082" y="2066564"/>
                  </a:lnTo>
                  <a:lnTo>
                    <a:pt x="5297235" y="2047100"/>
                  </a:lnTo>
                  <a:lnTo>
                    <a:pt x="5276695" y="2038252"/>
                  </a:lnTo>
                  <a:lnTo>
                    <a:pt x="5256155" y="2047100"/>
                  </a:lnTo>
                  <a:lnTo>
                    <a:pt x="5249308" y="2066564"/>
                  </a:lnTo>
                  <a:lnTo>
                    <a:pt x="5256155" y="2086029"/>
                  </a:lnTo>
                  <a:lnTo>
                    <a:pt x="5276695" y="2094876"/>
                  </a:lnTo>
                  <a:close/>
                </a:path>
                <a:path w="8348344" h="7197725">
                  <a:moveTo>
                    <a:pt x="5276695" y="2351506"/>
                  </a:moveTo>
                  <a:lnTo>
                    <a:pt x="5296976" y="2342770"/>
                  </a:lnTo>
                  <a:lnTo>
                    <a:pt x="5303736" y="2323551"/>
                  </a:lnTo>
                  <a:lnTo>
                    <a:pt x="5296976" y="2304332"/>
                  </a:lnTo>
                  <a:lnTo>
                    <a:pt x="5276695" y="2295596"/>
                  </a:lnTo>
                  <a:lnTo>
                    <a:pt x="5256414" y="2304332"/>
                  </a:lnTo>
                  <a:lnTo>
                    <a:pt x="5249654" y="2323551"/>
                  </a:lnTo>
                  <a:lnTo>
                    <a:pt x="5256415" y="2342770"/>
                  </a:lnTo>
                  <a:lnTo>
                    <a:pt x="5276695" y="2351506"/>
                  </a:lnTo>
                  <a:close/>
                </a:path>
                <a:path w="8348344" h="7197725">
                  <a:moveTo>
                    <a:pt x="5414953" y="1838247"/>
                  </a:moveTo>
                  <a:lnTo>
                    <a:pt x="5435752" y="1829287"/>
                  </a:lnTo>
                  <a:lnTo>
                    <a:pt x="5442686" y="1809577"/>
                  </a:lnTo>
                  <a:lnTo>
                    <a:pt x="5435752" y="1789867"/>
                  </a:lnTo>
                  <a:lnTo>
                    <a:pt x="5414953" y="1780908"/>
                  </a:lnTo>
                  <a:lnTo>
                    <a:pt x="5394154" y="1789867"/>
                  </a:lnTo>
                  <a:lnTo>
                    <a:pt x="5387221" y="1809577"/>
                  </a:lnTo>
                  <a:lnTo>
                    <a:pt x="5394154" y="1829287"/>
                  </a:lnTo>
                  <a:lnTo>
                    <a:pt x="5414953" y="1838247"/>
                  </a:lnTo>
                  <a:close/>
                </a:path>
                <a:path w="8348344" h="7197725">
                  <a:moveTo>
                    <a:pt x="5276695" y="2223195"/>
                  </a:moveTo>
                  <a:lnTo>
                    <a:pt x="5297105" y="2214403"/>
                  </a:lnTo>
                  <a:lnTo>
                    <a:pt x="5303909" y="2195060"/>
                  </a:lnTo>
                  <a:lnTo>
                    <a:pt x="5297105" y="2175717"/>
                  </a:lnTo>
                  <a:lnTo>
                    <a:pt x="5276695" y="2166924"/>
                  </a:lnTo>
                  <a:lnTo>
                    <a:pt x="5256285" y="2175717"/>
                  </a:lnTo>
                  <a:lnTo>
                    <a:pt x="5249481" y="2195060"/>
                  </a:lnTo>
                  <a:lnTo>
                    <a:pt x="5256285" y="2214403"/>
                  </a:lnTo>
                  <a:lnTo>
                    <a:pt x="5276695" y="2223195"/>
                  </a:lnTo>
                  <a:close/>
                </a:path>
                <a:path w="8348344" h="7197725">
                  <a:moveTo>
                    <a:pt x="6244501" y="1581617"/>
                  </a:moveTo>
                  <a:lnTo>
                    <a:pt x="6265559" y="1572546"/>
                  </a:lnTo>
                  <a:lnTo>
                    <a:pt x="6272578" y="1552590"/>
                  </a:lnTo>
                  <a:lnTo>
                    <a:pt x="6265559" y="1532635"/>
                  </a:lnTo>
                  <a:lnTo>
                    <a:pt x="6244501" y="1523564"/>
                  </a:lnTo>
                  <a:lnTo>
                    <a:pt x="6223442" y="1532635"/>
                  </a:lnTo>
                  <a:lnTo>
                    <a:pt x="6216423" y="1552590"/>
                  </a:lnTo>
                  <a:lnTo>
                    <a:pt x="6223442" y="1572546"/>
                  </a:lnTo>
                  <a:lnTo>
                    <a:pt x="6244501" y="1581617"/>
                  </a:lnTo>
                  <a:close/>
                </a:path>
                <a:path w="8348344" h="7197725">
                  <a:moveTo>
                    <a:pt x="6244501" y="1324987"/>
                  </a:moveTo>
                  <a:lnTo>
                    <a:pt x="6265823" y="1315805"/>
                  </a:lnTo>
                  <a:lnTo>
                    <a:pt x="6272930" y="1295603"/>
                  </a:lnTo>
                  <a:lnTo>
                    <a:pt x="6265823" y="1275402"/>
                  </a:lnTo>
                  <a:lnTo>
                    <a:pt x="6244501" y="1266220"/>
                  </a:lnTo>
                  <a:lnTo>
                    <a:pt x="6223183" y="1275402"/>
                  </a:lnTo>
                  <a:lnTo>
                    <a:pt x="6216077" y="1295603"/>
                  </a:lnTo>
                  <a:lnTo>
                    <a:pt x="6223183" y="1315805"/>
                  </a:lnTo>
                  <a:lnTo>
                    <a:pt x="6244501" y="1324987"/>
                  </a:lnTo>
                  <a:close/>
                </a:path>
                <a:path w="8348344" h="7197725">
                  <a:moveTo>
                    <a:pt x="5414953" y="2351506"/>
                  </a:moveTo>
                  <a:lnTo>
                    <a:pt x="5435234" y="2342770"/>
                  </a:lnTo>
                  <a:lnTo>
                    <a:pt x="5441994" y="2323551"/>
                  </a:lnTo>
                  <a:lnTo>
                    <a:pt x="5435234" y="2304332"/>
                  </a:lnTo>
                  <a:lnTo>
                    <a:pt x="5414953" y="2295596"/>
                  </a:lnTo>
                  <a:lnTo>
                    <a:pt x="5394672" y="2304332"/>
                  </a:lnTo>
                  <a:lnTo>
                    <a:pt x="5387912" y="2323551"/>
                  </a:lnTo>
                  <a:lnTo>
                    <a:pt x="5394672" y="2342770"/>
                  </a:lnTo>
                  <a:lnTo>
                    <a:pt x="5414953" y="2351506"/>
                  </a:lnTo>
                  <a:close/>
                </a:path>
                <a:path w="8348344" h="7197725">
                  <a:moveTo>
                    <a:pt x="5414953" y="1966558"/>
                  </a:moveTo>
                  <a:lnTo>
                    <a:pt x="5435623" y="1957655"/>
                  </a:lnTo>
                  <a:lnTo>
                    <a:pt x="5442513" y="1938069"/>
                  </a:lnTo>
                  <a:lnTo>
                    <a:pt x="5435623" y="1918483"/>
                  </a:lnTo>
                  <a:lnTo>
                    <a:pt x="5414953" y="1909580"/>
                  </a:lnTo>
                  <a:lnTo>
                    <a:pt x="5394284" y="1918483"/>
                  </a:lnTo>
                  <a:lnTo>
                    <a:pt x="5387394" y="1938069"/>
                  </a:lnTo>
                  <a:lnTo>
                    <a:pt x="5394284" y="1957655"/>
                  </a:lnTo>
                  <a:lnTo>
                    <a:pt x="5414953" y="1966558"/>
                  </a:lnTo>
                  <a:close/>
                </a:path>
                <a:path w="8348344" h="7197725">
                  <a:moveTo>
                    <a:pt x="6244501" y="1453298"/>
                  </a:moveTo>
                  <a:lnTo>
                    <a:pt x="6265689" y="1444172"/>
                  </a:lnTo>
                  <a:lnTo>
                    <a:pt x="6272751" y="1424095"/>
                  </a:lnTo>
                  <a:lnTo>
                    <a:pt x="6265689" y="1404018"/>
                  </a:lnTo>
                  <a:lnTo>
                    <a:pt x="6244501" y="1394892"/>
                  </a:lnTo>
                  <a:lnTo>
                    <a:pt x="6223313" y="1404018"/>
                  </a:lnTo>
                  <a:lnTo>
                    <a:pt x="6216250" y="1424095"/>
                  </a:lnTo>
                  <a:lnTo>
                    <a:pt x="6223313" y="1444172"/>
                  </a:lnTo>
                  <a:lnTo>
                    <a:pt x="6244501" y="1453298"/>
                  </a:lnTo>
                  <a:close/>
                </a:path>
                <a:path w="8348344" h="7197725">
                  <a:moveTo>
                    <a:pt x="6244501" y="1196676"/>
                  </a:moveTo>
                  <a:lnTo>
                    <a:pt x="6265948" y="1187437"/>
                  </a:lnTo>
                  <a:lnTo>
                    <a:pt x="6273097" y="1167112"/>
                  </a:lnTo>
                  <a:lnTo>
                    <a:pt x="6265948" y="1146786"/>
                  </a:lnTo>
                  <a:lnTo>
                    <a:pt x="6244501" y="1137548"/>
                  </a:lnTo>
                  <a:lnTo>
                    <a:pt x="6223053" y="1146786"/>
                  </a:lnTo>
                  <a:lnTo>
                    <a:pt x="6215904" y="1167112"/>
                  </a:lnTo>
                  <a:lnTo>
                    <a:pt x="6223053" y="1187437"/>
                  </a:lnTo>
                  <a:lnTo>
                    <a:pt x="6244501" y="1196676"/>
                  </a:lnTo>
                  <a:close/>
                </a:path>
                <a:path w="8348344" h="7197725">
                  <a:moveTo>
                    <a:pt x="5414953" y="2094876"/>
                  </a:moveTo>
                  <a:lnTo>
                    <a:pt x="5435493" y="2086029"/>
                  </a:lnTo>
                  <a:lnTo>
                    <a:pt x="5442340" y="2066564"/>
                  </a:lnTo>
                  <a:lnTo>
                    <a:pt x="5435493" y="2047100"/>
                  </a:lnTo>
                  <a:lnTo>
                    <a:pt x="5414953" y="2038252"/>
                  </a:lnTo>
                  <a:lnTo>
                    <a:pt x="5394413" y="2047100"/>
                  </a:lnTo>
                  <a:lnTo>
                    <a:pt x="5387566" y="2066564"/>
                  </a:lnTo>
                  <a:lnTo>
                    <a:pt x="5394413" y="2086029"/>
                  </a:lnTo>
                  <a:lnTo>
                    <a:pt x="5414953" y="2094876"/>
                  </a:lnTo>
                  <a:close/>
                </a:path>
                <a:path w="8348344" h="7197725">
                  <a:moveTo>
                    <a:pt x="5414953" y="2223195"/>
                  </a:moveTo>
                  <a:lnTo>
                    <a:pt x="5435363" y="2214403"/>
                  </a:lnTo>
                  <a:lnTo>
                    <a:pt x="5442167" y="2195060"/>
                  </a:lnTo>
                  <a:lnTo>
                    <a:pt x="5435363" y="2175717"/>
                  </a:lnTo>
                  <a:lnTo>
                    <a:pt x="5414953" y="2166924"/>
                  </a:lnTo>
                  <a:lnTo>
                    <a:pt x="5394543" y="2175717"/>
                  </a:lnTo>
                  <a:lnTo>
                    <a:pt x="5387739" y="2195060"/>
                  </a:lnTo>
                  <a:lnTo>
                    <a:pt x="5394543" y="2214403"/>
                  </a:lnTo>
                  <a:lnTo>
                    <a:pt x="5414953" y="2223195"/>
                  </a:lnTo>
                  <a:close/>
                </a:path>
                <a:path w="8348344" h="7197725">
                  <a:moveTo>
                    <a:pt x="5414953" y="2479817"/>
                  </a:moveTo>
                  <a:lnTo>
                    <a:pt x="5435104" y="2471138"/>
                  </a:lnTo>
                  <a:lnTo>
                    <a:pt x="5441821" y="2452043"/>
                  </a:lnTo>
                  <a:lnTo>
                    <a:pt x="5435104" y="2432948"/>
                  </a:lnTo>
                  <a:lnTo>
                    <a:pt x="5414953" y="2424268"/>
                  </a:lnTo>
                  <a:lnTo>
                    <a:pt x="5394802" y="2432948"/>
                  </a:lnTo>
                  <a:lnTo>
                    <a:pt x="5388085" y="2452043"/>
                  </a:lnTo>
                  <a:lnTo>
                    <a:pt x="5394802" y="2471138"/>
                  </a:lnTo>
                  <a:lnTo>
                    <a:pt x="5414953" y="2479817"/>
                  </a:lnTo>
                  <a:close/>
                </a:path>
                <a:path w="8348344" h="7197725">
                  <a:moveTo>
                    <a:pt x="7074048" y="1324995"/>
                  </a:moveTo>
                  <a:lnTo>
                    <a:pt x="7095366" y="1315812"/>
                  </a:lnTo>
                  <a:lnTo>
                    <a:pt x="7102472" y="1295611"/>
                  </a:lnTo>
                  <a:lnTo>
                    <a:pt x="7095366" y="1275410"/>
                  </a:lnTo>
                  <a:lnTo>
                    <a:pt x="7074048" y="1266227"/>
                  </a:lnTo>
                  <a:lnTo>
                    <a:pt x="7052731" y="1275410"/>
                  </a:lnTo>
                  <a:lnTo>
                    <a:pt x="7045625" y="1295611"/>
                  </a:lnTo>
                  <a:lnTo>
                    <a:pt x="7052731" y="1315812"/>
                  </a:lnTo>
                  <a:lnTo>
                    <a:pt x="7074048" y="1324995"/>
                  </a:lnTo>
                  <a:close/>
                </a:path>
                <a:path w="8348344" h="7197725">
                  <a:moveTo>
                    <a:pt x="8318370" y="426794"/>
                  </a:moveTo>
                  <a:lnTo>
                    <a:pt x="8340595" y="417220"/>
                  </a:lnTo>
                  <a:lnTo>
                    <a:pt x="8348003" y="396158"/>
                  </a:lnTo>
                  <a:lnTo>
                    <a:pt x="8340595" y="375096"/>
                  </a:lnTo>
                  <a:lnTo>
                    <a:pt x="8318370" y="365523"/>
                  </a:lnTo>
                  <a:lnTo>
                    <a:pt x="8296145" y="375096"/>
                  </a:lnTo>
                  <a:lnTo>
                    <a:pt x="8288737" y="396158"/>
                  </a:lnTo>
                  <a:lnTo>
                    <a:pt x="8296145" y="417220"/>
                  </a:lnTo>
                  <a:lnTo>
                    <a:pt x="8318370" y="426794"/>
                  </a:lnTo>
                  <a:close/>
                </a:path>
                <a:path w="8348344" h="7197725">
                  <a:moveTo>
                    <a:pt x="8041854" y="555105"/>
                  </a:moveTo>
                  <a:lnTo>
                    <a:pt x="8063950" y="545588"/>
                  </a:lnTo>
                  <a:lnTo>
                    <a:pt x="8071315" y="524650"/>
                  </a:lnTo>
                  <a:lnTo>
                    <a:pt x="8063950" y="503712"/>
                  </a:lnTo>
                  <a:lnTo>
                    <a:pt x="8041854" y="494195"/>
                  </a:lnTo>
                  <a:lnTo>
                    <a:pt x="8019759" y="503712"/>
                  </a:lnTo>
                  <a:lnTo>
                    <a:pt x="8012394" y="524650"/>
                  </a:lnTo>
                  <a:lnTo>
                    <a:pt x="8019759" y="545588"/>
                  </a:lnTo>
                  <a:lnTo>
                    <a:pt x="8041854" y="555105"/>
                  </a:lnTo>
                  <a:close/>
                </a:path>
                <a:path w="8348344" h="7197725">
                  <a:moveTo>
                    <a:pt x="8318370" y="170164"/>
                  </a:moveTo>
                  <a:lnTo>
                    <a:pt x="8340854" y="160479"/>
                  </a:lnTo>
                  <a:lnTo>
                    <a:pt x="8348349" y="139171"/>
                  </a:lnTo>
                  <a:lnTo>
                    <a:pt x="8340854" y="117864"/>
                  </a:lnTo>
                  <a:lnTo>
                    <a:pt x="8318370" y="108179"/>
                  </a:lnTo>
                  <a:lnTo>
                    <a:pt x="8295886" y="117864"/>
                  </a:lnTo>
                  <a:lnTo>
                    <a:pt x="8288391" y="139171"/>
                  </a:lnTo>
                  <a:lnTo>
                    <a:pt x="8295886" y="160479"/>
                  </a:lnTo>
                  <a:lnTo>
                    <a:pt x="8318370" y="170164"/>
                  </a:lnTo>
                  <a:close/>
                </a:path>
                <a:path w="8348344" h="7197725">
                  <a:moveTo>
                    <a:pt x="8318370" y="555105"/>
                  </a:moveTo>
                  <a:lnTo>
                    <a:pt x="8340465" y="545588"/>
                  </a:lnTo>
                  <a:lnTo>
                    <a:pt x="8347831" y="524650"/>
                  </a:lnTo>
                  <a:lnTo>
                    <a:pt x="8340465" y="503712"/>
                  </a:lnTo>
                  <a:lnTo>
                    <a:pt x="8318370" y="494195"/>
                  </a:lnTo>
                  <a:lnTo>
                    <a:pt x="8296275" y="503712"/>
                  </a:lnTo>
                  <a:lnTo>
                    <a:pt x="8288910" y="524650"/>
                  </a:lnTo>
                  <a:lnTo>
                    <a:pt x="8296275" y="545588"/>
                  </a:lnTo>
                  <a:lnTo>
                    <a:pt x="8318370" y="555105"/>
                  </a:lnTo>
                  <a:close/>
                </a:path>
                <a:path w="8348344" h="7197725">
                  <a:moveTo>
                    <a:pt x="8318370" y="298475"/>
                  </a:moveTo>
                  <a:lnTo>
                    <a:pt x="8340725" y="288847"/>
                  </a:lnTo>
                  <a:lnTo>
                    <a:pt x="8348176" y="267663"/>
                  </a:lnTo>
                  <a:lnTo>
                    <a:pt x="8340725" y="246480"/>
                  </a:lnTo>
                  <a:lnTo>
                    <a:pt x="8318370" y="236851"/>
                  </a:lnTo>
                  <a:lnTo>
                    <a:pt x="8296016" y="246480"/>
                  </a:lnTo>
                  <a:lnTo>
                    <a:pt x="8288564" y="267663"/>
                  </a:lnTo>
                  <a:lnTo>
                    <a:pt x="8296016" y="288847"/>
                  </a:lnTo>
                  <a:lnTo>
                    <a:pt x="8318370" y="298475"/>
                  </a:lnTo>
                  <a:close/>
                </a:path>
                <a:path w="8348344" h="7197725">
                  <a:moveTo>
                    <a:pt x="8041854" y="426794"/>
                  </a:moveTo>
                  <a:lnTo>
                    <a:pt x="8064079" y="417220"/>
                  </a:lnTo>
                  <a:lnTo>
                    <a:pt x="8071488" y="396158"/>
                  </a:lnTo>
                  <a:lnTo>
                    <a:pt x="8064079" y="375096"/>
                  </a:lnTo>
                  <a:lnTo>
                    <a:pt x="8041854" y="365523"/>
                  </a:lnTo>
                  <a:lnTo>
                    <a:pt x="8019629" y="375096"/>
                  </a:lnTo>
                  <a:lnTo>
                    <a:pt x="8012221" y="396158"/>
                  </a:lnTo>
                  <a:lnTo>
                    <a:pt x="8019629" y="417220"/>
                  </a:lnTo>
                  <a:lnTo>
                    <a:pt x="8041854" y="426794"/>
                  </a:lnTo>
                  <a:close/>
                </a:path>
                <a:path w="8348344" h="7197725">
                  <a:moveTo>
                    <a:pt x="7765338" y="811727"/>
                  </a:moveTo>
                  <a:lnTo>
                    <a:pt x="7787174" y="802322"/>
                  </a:lnTo>
                  <a:lnTo>
                    <a:pt x="7794453" y="781629"/>
                  </a:lnTo>
                  <a:lnTo>
                    <a:pt x="7787174" y="760937"/>
                  </a:lnTo>
                  <a:lnTo>
                    <a:pt x="7765338" y="751531"/>
                  </a:lnTo>
                  <a:lnTo>
                    <a:pt x="7743502" y="760937"/>
                  </a:lnTo>
                  <a:lnTo>
                    <a:pt x="7736223" y="781629"/>
                  </a:lnTo>
                  <a:lnTo>
                    <a:pt x="7743502" y="802322"/>
                  </a:lnTo>
                  <a:lnTo>
                    <a:pt x="7765338" y="811727"/>
                  </a:lnTo>
                  <a:close/>
                </a:path>
                <a:path w="8348344" h="7197725">
                  <a:moveTo>
                    <a:pt x="7350564" y="1196676"/>
                  </a:moveTo>
                  <a:lnTo>
                    <a:pt x="7372012" y="1187437"/>
                  </a:lnTo>
                  <a:lnTo>
                    <a:pt x="7379161" y="1167112"/>
                  </a:lnTo>
                  <a:lnTo>
                    <a:pt x="7372012" y="1146786"/>
                  </a:lnTo>
                  <a:lnTo>
                    <a:pt x="7350564" y="1137548"/>
                  </a:lnTo>
                  <a:lnTo>
                    <a:pt x="7329117" y="1146786"/>
                  </a:lnTo>
                  <a:lnTo>
                    <a:pt x="7321968" y="1167112"/>
                  </a:lnTo>
                  <a:lnTo>
                    <a:pt x="7329117" y="1187437"/>
                  </a:lnTo>
                  <a:lnTo>
                    <a:pt x="7350564" y="1196676"/>
                  </a:lnTo>
                  <a:close/>
                </a:path>
                <a:path w="8348344" h="7197725">
                  <a:moveTo>
                    <a:pt x="7627080" y="683416"/>
                  </a:moveTo>
                  <a:lnTo>
                    <a:pt x="7649046" y="673954"/>
                  </a:lnTo>
                  <a:lnTo>
                    <a:pt x="7656368" y="653138"/>
                  </a:lnTo>
                  <a:lnTo>
                    <a:pt x="7649046" y="632321"/>
                  </a:lnTo>
                  <a:lnTo>
                    <a:pt x="7627080" y="622859"/>
                  </a:lnTo>
                  <a:lnTo>
                    <a:pt x="7605115" y="632321"/>
                  </a:lnTo>
                  <a:lnTo>
                    <a:pt x="7597793" y="653138"/>
                  </a:lnTo>
                  <a:lnTo>
                    <a:pt x="7605115" y="673954"/>
                  </a:lnTo>
                  <a:lnTo>
                    <a:pt x="7627080" y="683416"/>
                  </a:lnTo>
                  <a:close/>
                </a:path>
                <a:path w="8348344" h="7197725">
                  <a:moveTo>
                    <a:pt x="7627080" y="555105"/>
                  </a:moveTo>
                  <a:lnTo>
                    <a:pt x="7649176" y="545588"/>
                  </a:lnTo>
                  <a:lnTo>
                    <a:pt x="7656541" y="524650"/>
                  </a:lnTo>
                  <a:lnTo>
                    <a:pt x="7649176" y="503712"/>
                  </a:lnTo>
                  <a:lnTo>
                    <a:pt x="7627080" y="494195"/>
                  </a:lnTo>
                  <a:lnTo>
                    <a:pt x="7604985" y="503712"/>
                  </a:lnTo>
                  <a:lnTo>
                    <a:pt x="7597620" y="524650"/>
                  </a:lnTo>
                  <a:lnTo>
                    <a:pt x="7604985" y="545588"/>
                  </a:lnTo>
                  <a:lnTo>
                    <a:pt x="7627080" y="555105"/>
                  </a:lnTo>
                  <a:close/>
                </a:path>
                <a:path w="8348344" h="7197725">
                  <a:moveTo>
                    <a:pt x="7350564" y="940046"/>
                  </a:moveTo>
                  <a:lnTo>
                    <a:pt x="7372271" y="930696"/>
                  </a:lnTo>
                  <a:lnTo>
                    <a:pt x="7379506" y="910125"/>
                  </a:lnTo>
                  <a:lnTo>
                    <a:pt x="7372271" y="889554"/>
                  </a:lnTo>
                  <a:lnTo>
                    <a:pt x="7350564" y="880203"/>
                  </a:lnTo>
                  <a:lnTo>
                    <a:pt x="7328858" y="889554"/>
                  </a:lnTo>
                  <a:lnTo>
                    <a:pt x="7321622" y="910125"/>
                  </a:lnTo>
                  <a:lnTo>
                    <a:pt x="7328858" y="930696"/>
                  </a:lnTo>
                  <a:lnTo>
                    <a:pt x="7350564" y="940046"/>
                  </a:lnTo>
                  <a:close/>
                </a:path>
                <a:path w="8348344" h="7197725">
                  <a:moveTo>
                    <a:pt x="7350564" y="1068357"/>
                  </a:moveTo>
                  <a:lnTo>
                    <a:pt x="7372141" y="1059063"/>
                  </a:lnTo>
                  <a:lnTo>
                    <a:pt x="7379333" y="1038616"/>
                  </a:lnTo>
                  <a:lnTo>
                    <a:pt x="7372141" y="1018170"/>
                  </a:lnTo>
                  <a:lnTo>
                    <a:pt x="7350564" y="1008876"/>
                  </a:lnTo>
                  <a:lnTo>
                    <a:pt x="7328987" y="1018170"/>
                  </a:lnTo>
                  <a:lnTo>
                    <a:pt x="7321795" y="1038616"/>
                  </a:lnTo>
                  <a:lnTo>
                    <a:pt x="7328987" y="1059063"/>
                  </a:lnTo>
                  <a:lnTo>
                    <a:pt x="7350564" y="1068357"/>
                  </a:lnTo>
                  <a:close/>
                </a:path>
                <a:path w="8348344" h="7197725">
                  <a:moveTo>
                    <a:pt x="7074048" y="940046"/>
                  </a:moveTo>
                  <a:lnTo>
                    <a:pt x="7095755" y="930696"/>
                  </a:lnTo>
                  <a:lnTo>
                    <a:pt x="7102990" y="910125"/>
                  </a:lnTo>
                  <a:lnTo>
                    <a:pt x="7095755" y="889554"/>
                  </a:lnTo>
                  <a:lnTo>
                    <a:pt x="7074048" y="880203"/>
                  </a:lnTo>
                  <a:lnTo>
                    <a:pt x="7052342" y="889554"/>
                  </a:lnTo>
                  <a:lnTo>
                    <a:pt x="7045106" y="910125"/>
                  </a:lnTo>
                  <a:lnTo>
                    <a:pt x="7052342" y="930696"/>
                  </a:lnTo>
                  <a:lnTo>
                    <a:pt x="7074048" y="940046"/>
                  </a:lnTo>
                  <a:close/>
                </a:path>
                <a:path w="8348344" h="7197725">
                  <a:moveTo>
                    <a:pt x="7350564" y="811727"/>
                  </a:moveTo>
                  <a:lnTo>
                    <a:pt x="7372400" y="802322"/>
                  </a:lnTo>
                  <a:lnTo>
                    <a:pt x="7379679" y="781629"/>
                  </a:lnTo>
                  <a:lnTo>
                    <a:pt x="7372400" y="760937"/>
                  </a:lnTo>
                  <a:lnTo>
                    <a:pt x="7350564" y="751531"/>
                  </a:lnTo>
                  <a:lnTo>
                    <a:pt x="7328728" y="760937"/>
                  </a:lnTo>
                  <a:lnTo>
                    <a:pt x="7321450" y="781629"/>
                  </a:lnTo>
                  <a:lnTo>
                    <a:pt x="7328728" y="802322"/>
                  </a:lnTo>
                  <a:lnTo>
                    <a:pt x="7350564" y="811727"/>
                  </a:lnTo>
                  <a:close/>
                </a:path>
                <a:path w="8348344" h="7197725">
                  <a:moveTo>
                    <a:pt x="8041854" y="683416"/>
                  </a:moveTo>
                  <a:lnTo>
                    <a:pt x="8063820" y="673954"/>
                  </a:lnTo>
                  <a:lnTo>
                    <a:pt x="8071142" y="653138"/>
                  </a:lnTo>
                  <a:lnTo>
                    <a:pt x="8063820" y="632321"/>
                  </a:lnTo>
                  <a:lnTo>
                    <a:pt x="8041854" y="622859"/>
                  </a:lnTo>
                  <a:lnTo>
                    <a:pt x="8019889" y="632321"/>
                  </a:lnTo>
                  <a:lnTo>
                    <a:pt x="8012567" y="653138"/>
                  </a:lnTo>
                  <a:lnTo>
                    <a:pt x="8019889" y="673954"/>
                  </a:lnTo>
                  <a:lnTo>
                    <a:pt x="8041854" y="683416"/>
                  </a:lnTo>
                  <a:close/>
                </a:path>
                <a:path w="8348344" h="7197725">
                  <a:moveTo>
                    <a:pt x="7350564" y="683416"/>
                  </a:moveTo>
                  <a:lnTo>
                    <a:pt x="7372530" y="673954"/>
                  </a:lnTo>
                  <a:lnTo>
                    <a:pt x="7379852" y="653138"/>
                  </a:lnTo>
                  <a:lnTo>
                    <a:pt x="7372530" y="632321"/>
                  </a:lnTo>
                  <a:lnTo>
                    <a:pt x="7350564" y="622859"/>
                  </a:lnTo>
                  <a:lnTo>
                    <a:pt x="7328599" y="632321"/>
                  </a:lnTo>
                  <a:lnTo>
                    <a:pt x="7321277" y="653138"/>
                  </a:lnTo>
                  <a:lnTo>
                    <a:pt x="7328599" y="673954"/>
                  </a:lnTo>
                  <a:lnTo>
                    <a:pt x="7350564" y="683416"/>
                  </a:lnTo>
                  <a:close/>
                </a:path>
                <a:path w="8348344" h="7197725">
                  <a:moveTo>
                    <a:pt x="7765338" y="940046"/>
                  </a:moveTo>
                  <a:lnTo>
                    <a:pt x="7787045" y="930696"/>
                  </a:lnTo>
                  <a:lnTo>
                    <a:pt x="7794280" y="910125"/>
                  </a:lnTo>
                  <a:lnTo>
                    <a:pt x="7787045" y="889554"/>
                  </a:lnTo>
                  <a:lnTo>
                    <a:pt x="7765338" y="880203"/>
                  </a:lnTo>
                  <a:lnTo>
                    <a:pt x="7743632" y="889554"/>
                  </a:lnTo>
                  <a:lnTo>
                    <a:pt x="7736396" y="910125"/>
                  </a:lnTo>
                  <a:lnTo>
                    <a:pt x="7743632" y="930696"/>
                  </a:lnTo>
                  <a:lnTo>
                    <a:pt x="7765338" y="940046"/>
                  </a:lnTo>
                  <a:close/>
                </a:path>
                <a:path w="8348344" h="7197725">
                  <a:moveTo>
                    <a:pt x="7627080" y="811727"/>
                  </a:moveTo>
                  <a:lnTo>
                    <a:pt x="7648917" y="802322"/>
                  </a:lnTo>
                  <a:lnTo>
                    <a:pt x="7656195" y="781629"/>
                  </a:lnTo>
                  <a:lnTo>
                    <a:pt x="7648917" y="760937"/>
                  </a:lnTo>
                  <a:lnTo>
                    <a:pt x="7627080" y="751531"/>
                  </a:lnTo>
                  <a:lnTo>
                    <a:pt x="7605244" y="760937"/>
                  </a:lnTo>
                  <a:lnTo>
                    <a:pt x="7597966" y="781629"/>
                  </a:lnTo>
                  <a:lnTo>
                    <a:pt x="7605244" y="802322"/>
                  </a:lnTo>
                  <a:lnTo>
                    <a:pt x="7627080" y="811727"/>
                  </a:lnTo>
                  <a:close/>
                </a:path>
                <a:path w="8348344" h="7197725">
                  <a:moveTo>
                    <a:pt x="7074048" y="811727"/>
                  </a:moveTo>
                  <a:lnTo>
                    <a:pt x="7095884" y="802322"/>
                  </a:lnTo>
                  <a:lnTo>
                    <a:pt x="7103163" y="781629"/>
                  </a:lnTo>
                  <a:lnTo>
                    <a:pt x="7095884" y="760937"/>
                  </a:lnTo>
                  <a:lnTo>
                    <a:pt x="7074048" y="751531"/>
                  </a:lnTo>
                  <a:lnTo>
                    <a:pt x="7052212" y="760937"/>
                  </a:lnTo>
                  <a:lnTo>
                    <a:pt x="7044934" y="781629"/>
                  </a:lnTo>
                  <a:lnTo>
                    <a:pt x="7052212" y="802322"/>
                  </a:lnTo>
                  <a:lnTo>
                    <a:pt x="7074048" y="811727"/>
                  </a:lnTo>
                  <a:close/>
                </a:path>
                <a:path w="8348344" h="7197725">
                  <a:moveTo>
                    <a:pt x="7765338" y="555105"/>
                  </a:moveTo>
                  <a:lnTo>
                    <a:pt x="7787434" y="545588"/>
                  </a:lnTo>
                  <a:lnTo>
                    <a:pt x="7794799" y="524650"/>
                  </a:lnTo>
                  <a:lnTo>
                    <a:pt x="7787434" y="503712"/>
                  </a:lnTo>
                  <a:lnTo>
                    <a:pt x="7765338" y="494195"/>
                  </a:lnTo>
                  <a:lnTo>
                    <a:pt x="7743243" y="503712"/>
                  </a:lnTo>
                  <a:lnTo>
                    <a:pt x="7735878" y="524650"/>
                  </a:lnTo>
                  <a:lnTo>
                    <a:pt x="7743243" y="545588"/>
                  </a:lnTo>
                  <a:lnTo>
                    <a:pt x="7765338" y="555105"/>
                  </a:lnTo>
                  <a:close/>
                </a:path>
                <a:path w="8348344" h="7197725">
                  <a:moveTo>
                    <a:pt x="7765338" y="683416"/>
                  </a:moveTo>
                  <a:lnTo>
                    <a:pt x="7787304" y="673954"/>
                  </a:lnTo>
                  <a:lnTo>
                    <a:pt x="7794626" y="653138"/>
                  </a:lnTo>
                  <a:lnTo>
                    <a:pt x="7787304" y="632321"/>
                  </a:lnTo>
                  <a:lnTo>
                    <a:pt x="7765338" y="622859"/>
                  </a:lnTo>
                  <a:lnTo>
                    <a:pt x="7743373" y="632321"/>
                  </a:lnTo>
                  <a:lnTo>
                    <a:pt x="7736051" y="653138"/>
                  </a:lnTo>
                  <a:lnTo>
                    <a:pt x="7743373" y="673954"/>
                  </a:lnTo>
                  <a:lnTo>
                    <a:pt x="7765338" y="683416"/>
                  </a:lnTo>
                  <a:close/>
                </a:path>
                <a:path w="8348344" h="7197725">
                  <a:moveTo>
                    <a:pt x="7765338" y="426794"/>
                  </a:moveTo>
                  <a:lnTo>
                    <a:pt x="7787563" y="417220"/>
                  </a:lnTo>
                  <a:lnTo>
                    <a:pt x="7794972" y="396158"/>
                  </a:lnTo>
                  <a:lnTo>
                    <a:pt x="7787563" y="375096"/>
                  </a:lnTo>
                  <a:lnTo>
                    <a:pt x="7765338" y="365523"/>
                  </a:lnTo>
                  <a:lnTo>
                    <a:pt x="7743113" y="375096"/>
                  </a:lnTo>
                  <a:lnTo>
                    <a:pt x="7735705" y="396158"/>
                  </a:lnTo>
                  <a:lnTo>
                    <a:pt x="7743113" y="417220"/>
                  </a:lnTo>
                  <a:lnTo>
                    <a:pt x="7765338" y="426794"/>
                  </a:lnTo>
                  <a:close/>
                </a:path>
                <a:path w="8348344" h="7197725">
                  <a:moveTo>
                    <a:pt x="7627080" y="1068357"/>
                  </a:moveTo>
                  <a:lnTo>
                    <a:pt x="7648657" y="1059063"/>
                  </a:lnTo>
                  <a:lnTo>
                    <a:pt x="7655850" y="1038616"/>
                  </a:lnTo>
                  <a:lnTo>
                    <a:pt x="7648657" y="1018170"/>
                  </a:lnTo>
                  <a:lnTo>
                    <a:pt x="7627080" y="1008876"/>
                  </a:lnTo>
                  <a:lnTo>
                    <a:pt x="7605503" y="1018170"/>
                  </a:lnTo>
                  <a:lnTo>
                    <a:pt x="7598311" y="1038616"/>
                  </a:lnTo>
                  <a:lnTo>
                    <a:pt x="7605503" y="1059063"/>
                  </a:lnTo>
                  <a:lnTo>
                    <a:pt x="7627080" y="1068357"/>
                  </a:lnTo>
                  <a:close/>
                </a:path>
                <a:path w="8348344" h="7197725">
                  <a:moveTo>
                    <a:pt x="7627080" y="940046"/>
                  </a:moveTo>
                  <a:lnTo>
                    <a:pt x="7648787" y="930696"/>
                  </a:lnTo>
                  <a:lnTo>
                    <a:pt x="7656022" y="910125"/>
                  </a:lnTo>
                  <a:lnTo>
                    <a:pt x="7648787" y="889554"/>
                  </a:lnTo>
                  <a:lnTo>
                    <a:pt x="7627080" y="880203"/>
                  </a:lnTo>
                  <a:lnTo>
                    <a:pt x="7605374" y="889554"/>
                  </a:lnTo>
                  <a:lnTo>
                    <a:pt x="7598138" y="910125"/>
                  </a:lnTo>
                  <a:lnTo>
                    <a:pt x="7605374" y="930696"/>
                  </a:lnTo>
                  <a:lnTo>
                    <a:pt x="7627080" y="940046"/>
                  </a:lnTo>
                  <a:close/>
                </a:path>
                <a:path w="8348344" h="7197725">
                  <a:moveTo>
                    <a:pt x="6244501" y="1838247"/>
                  </a:moveTo>
                  <a:lnTo>
                    <a:pt x="6265300" y="1829287"/>
                  </a:lnTo>
                  <a:lnTo>
                    <a:pt x="6272233" y="1809577"/>
                  </a:lnTo>
                  <a:lnTo>
                    <a:pt x="6265300" y="1789867"/>
                  </a:lnTo>
                  <a:lnTo>
                    <a:pt x="6244501" y="1780908"/>
                  </a:lnTo>
                  <a:lnTo>
                    <a:pt x="6223701" y="1789867"/>
                  </a:lnTo>
                  <a:lnTo>
                    <a:pt x="6216768" y="1809577"/>
                  </a:lnTo>
                  <a:lnTo>
                    <a:pt x="6223701" y="1829287"/>
                  </a:lnTo>
                  <a:lnTo>
                    <a:pt x="6244501" y="1838247"/>
                  </a:lnTo>
                  <a:close/>
                </a:path>
                <a:path w="8348344" h="7197725">
                  <a:moveTo>
                    <a:pt x="3202826" y="3378025"/>
                  </a:moveTo>
                  <a:lnTo>
                    <a:pt x="3222065" y="3369735"/>
                  </a:lnTo>
                  <a:lnTo>
                    <a:pt x="3228478" y="3351495"/>
                  </a:lnTo>
                  <a:lnTo>
                    <a:pt x="3222065" y="3333256"/>
                  </a:lnTo>
                  <a:lnTo>
                    <a:pt x="3202826" y="3324965"/>
                  </a:lnTo>
                  <a:lnTo>
                    <a:pt x="3183578" y="3333256"/>
                  </a:lnTo>
                  <a:lnTo>
                    <a:pt x="3177162" y="3351495"/>
                  </a:lnTo>
                  <a:lnTo>
                    <a:pt x="3183578" y="3369735"/>
                  </a:lnTo>
                  <a:lnTo>
                    <a:pt x="3202826" y="3378025"/>
                  </a:lnTo>
                  <a:close/>
                </a:path>
                <a:path w="8348344" h="7197725">
                  <a:moveTo>
                    <a:pt x="3202826" y="3249714"/>
                  </a:moveTo>
                  <a:lnTo>
                    <a:pt x="3222195" y="3241367"/>
                  </a:lnTo>
                  <a:lnTo>
                    <a:pt x="3228651" y="3223004"/>
                  </a:lnTo>
                  <a:lnTo>
                    <a:pt x="3222195" y="3204640"/>
                  </a:lnTo>
                  <a:lnTo>
                    <a:pt x="3202826" y="3196293"/>
                  </a:lnTo>
                  <a:lnTo>
                    <a:pt x="3183453" y="3204640"/>
                  </a:lnTo>
                  <a:lnTo>
                    <a:pt x="3176998" y="3223004"/>
                  </a:lnTo>
                  <a:lnTo>
                    <a:pt x="3183456" y="3241367"/>
                  </a:lnTo>
                  <a:lnTo>
                    <a:pt x="3202826" y="3249714"/>
                  </a:lnTo>
                  <a:close/>
                </a:path>
                <a:path w="8348344" h="7197725">
                  <a:moveTo>
                    <a:pt x="3202826" y="3506329"/>
                  </a:moveTo>
                  <a:lnTo>
                    <a:pt x="3221940" y="3498095"/>
                  </a:lnTo>
                  <a:lnTo>
                    <a:pt x="3228311" y="3479979"/>
                  </a:lnTo>
                  <a:lnTo>
                    <a:pt x="3221940" y="3461864"/>
                  </a:lnTo>
                  <a:lnTo>
                    <a:pt x="3202826" y="3453630"/>
                  </a:lnTo>
                  <a:lnTo>
                    <a:pt x="3183715" y="3461864"/>
                  </a:lnTo>
                  <a:lnTo>
                    <a:pt x="3177343" y="3479979"/>
                  </a:lnTo>
                  <a:lnTo>
                    <a:pt x="3183713" y="3498095"/>
                  </a:lnTo>
                  <a:lnTo>
                    <a:pt x="3202826" y="3506329"/>
                  </a:lnTo>
                  <a:close/>
                </a:path>
                <a:path w="8348344" h="7197725">
                  <a:moveTo>
                    <a:pt x="3202826" y="3634640"/>
                  </a:moveTo>
                  <a:lnTo>
                    <a:pt x="3221810" y="3626462"/>
                  </a:lnTo>
                  <a:lnTo>
                    <a:pt x="3228138" y="3608471"/>
                  </a:lnTo>
                  <a:lnTo>
                    <a:pt x="3221810" y="3590479"/>
                  </a:lnTo>
                  <a:lnTo>
                    <a:pt x="3202826" y="3582302"/>
                  </a:lnTo>
                  <a:lnTo>
                    <a:pt x="3183841" y="3590480"/>
                  </a:lnTo>
                  <a:lnTo>
                    <a:pt x="3177513" y="3608474"/>
                  </a:lnTo>
                  <a:lnTo>
                    <a:pt x="3183841" y="3626465"/>
                  </a:lnTo>
                  <a:lnTo>
                    <a:pt x="3202826" y="3634640"/>
                  </a:lnTo>
                  <a:close/>
                </a:path>
                <a:path w="8348344" h="7197725">
                  <a:moveTo>
                    <a:pt x="2926310" y="4789478"/>
                  </a:moveTo>
                  <a:lnTo>
                    <a:pt x="2944123" y="4781803"/>
                  </a:lnTo>
                  <a:lnTo>
                    <a:pt x="2950061" y="4764918"/>
                  </a:lnTo>
                  <a:lnTo>
                    <a:pt x="2944123" y="4748033"/>
                  </a:lnTo>
                  <a:lnTo>
                    <a:pt x="2926310" y="4740358"/>
                  </a:lnTo>
                  <a:lnTo>
                    <a:pt x="2908488" y="4748033"/>
                  </a:lnTo>
                  <a:lnTo>
                    <a:pt x="2902547" y="4764918"/>
                  </a:lnTo>
                  <a:lnTo>
                    <a:pt x="2908488" y="4781803"/>
                  </a:lnTo>
                  <a:lnTo>
                    <a:pt x="2926310" y="4789478"/>
                  </a:lnTo>
                  <a:close/>
                </a:path>
                <a:path w="8348344" h="7197725">
                  <a:moveTo>
                    <a:pt x="3202826" y="3762966"/>
                  </a:moveTo>
                  <a:lnTo>
                    <a:pt x="3221677" y="3754839"/>
                  </a:lnTo>
                  <a:lnTo>
                    <a:pt x="3227959" y="3736967"/>
                  </a:lnTo>
                  <a:lnTo>
                    <a:pt x="3221674" y="3719096"/>
                  </a:lnTo>
                  <a:lnTo>
                    <a:pt x="3202826" y="3710974"/>
                  </a:lnTo>
                  <a:lnTo>
                    <a:pt x="3183970" y="3719098"/>
                  </a:lnTo>
                  <a:lnTo>
                    <a:pt x="3177687" y="3736970"/>
                  </a:lnTo>
                  <a:lnTo>
                    <a:pt x="3183978" y="3754842"/>
                  </a:lnTo>
                  <a:lnTo>
                    <a:pt x="3202826" y="3762966"/>
                  </a:lnTo>
                  <a:close/>
                </a:path>
                <a:path w="8348344" h="7197725">
                  <a:moveTo>
                    <a:pt x="3202826" y="2736455"/>
                  </a:moveTo>
                  <a:lnTo>
                    <a:pt x="3222719" y="2727882"/>
                  </a:lnTo>
                  <a:lnTo>
                    <a:pt x="3229347" y="2709031"/>
                  </a:lnTo>
                  <a:lnTo>
                    <a:pt x="3222715" y="2690181"/>
                  </a:lnTo>
                  <a:lnTo>
                    <a:pt x="3202826" y="2681612"/>
                  </a:lnTo>
                  <a:lnTo>
                    <a:pt x="3182934" y="2690182"/>
                  </a:lnTo>
                  <a:lnTo>
                    <a:pt x="3176304" y="2709034"/>
                  </a:lnTo>
                  <a:lnTo>
                    <a:pt x="3182942" y="2727886"/>
                  </a:lnTo>
                  <a:lnTo>
                    <a:pt x="3202826" y="2736455"/>
                  </a:lnTo>
                  <a:close/>
                </a:path>
                <a:path w="8348344" h="7197725">
                  <a:moveTo>
                    <a:pt x="3202826" y="2993077"/>
                  </a:moveTo>
                  <a:lnTo>
                    <a:pt x="3222454" y="2984621"/>
                  </a:lnTo>
                  <a:lnTo>
                    <a:pt x="3228997" y="2966017"/>
                  </a:lnTo>
                  <a:lnTo>
                    <a:pt x="3222454" y="2947413"/>
                  </a:lnTo>
                  <a:lnTo>
                    <a:pt x="3202826" y="2938957"/>
                  </a:lnTo>
                  <a:lnTo>
                    <a:pt x="3183189" y="2947413"/>
                  </a:lnTo>
                  <a:lnTo>
                    <a:pt x="3176643" y="2966017"/>
                  </a:lnTo>
                  <a:lnTo>
                    <a:pt x="3183189" y="2984621"/>
                  </a:lnTo>
                  <a:lnTo>
                    <a:pt x="3202826" y="2993077"/>
                  </a:lnTo>
                  <a:close/>
                </a:path>
                <a:path w="8348344" h="7197725">
                  <a:moveTo>
                    <a:pt x="5276695" y="1709936"/>
                  </a:moveTo>
                  <a:lnTo>
                    <a:pt x="5297624" y="1700920"/>
                  </a:lnTo>
                  <a:lnTo>
                    <a:pt x="5304600" y="1681086"/>
                  </a:lnTo>
                  <a:lnTo>
                    <a:pt x="5297624" y="1661252"/>
                  </a:lnTo>
                  <a:lnTo>
                    <a:pt x="5276695" y="1652236"/>
                  </a:lnTo>
                  <a:lnTo>
                    <a:pt x="5255766" y="1661252"/>
                  </a:lnTo>
                  <a:lnTo>
                    <a:pt x="5248790" y="1681086"/>
                  </a:lnTo>
                  <a:lnTo>
                    <a:pt x="5255766" y="1700920"/>
                  </a:lnTo>
                  <a:lnTo>
                    <a:pt x="5276695" y="1709936"/>
                  </a:lnTo>
                  <a:close/>
                </a:path>
                <a:path w="8348344" h="7197725">
                  <a:moveTo>
                    <a:pt x="3202826" y="2864766"/>
                  </a:moveTo>
                  <a:lnTo>
                    <a:pt x="3222585" y="2856250"/>
                  </a:lnTo>
                  <a:lnTo>
                    <a:pt x="3229169" y="2837522"/>
                  </a:lnTo>
                  <a:lnTo>
                    <a:pt x="3222581" y="2818796"/>
                  </a:lnTo>
                  <a:lnTo>
                    <a:pt x="3202826" y="2810285"/>
                  </a:lnTo>
                  <a:lnTo>
                    <a:pt x="3183063" y="2818797"/>
                  </a:lnTo>
                  <a:lnTo>
                    <a:pt x="3176477" y="2837525"/>
                  </a:lnTo>
                  <a:lnTo>
                    <a:pt x="3183071" y="2856253"/>
                  </a:lnTo>
                  <a:lnTo>
                    <a:pt x="3202826" y="2864766"/>
                  </a:lnTo>
                  <a:close/>
                </a:path>
                <a:path w="8348344" h="7197725">
                  <a:moveTo>
                    <a:pt x="3202826" y="3891293"/>
                  </a:moveTo>
                  <a:lnTo>
                    <a:pt x="3221551" y="3883223"/>
                  </a:lnTo>
                  <a:lnTo>
                    <a:pt x="3227793" y="3865469"/>
                  </a:lnTo>
                  <a:lnTo>
                    <a:pt x="3221551" y="3847716"/>
                  </a:lnTo>
                  <a:lnTo>
                    <a:pt x="3202826" y="3839646"/>
                  </a:lnTo>
                  <a:lnTo>
                    <a:pt x="3184100" y="3847716"/>
                  </a:lnTo>
                  <a:lnTo>
                    <a:pt x="3177859" y="3865469"/>
                  </a:lnTo>
                  <a:lnTo>
                    <a:pt x="3184100" y="3883223"/>
                  </a:lnTo>
                  <a:lnTo>
                    <a:pt x="3202826" y="3891293"/>
                  </a:lnTo>
                  <a:close/>
                </a:path>
                <a:path w="8348344" h="7197725">
                  <a:moveTo>
                    <a:pt x="3202826" y="4532833"/>
                  </a:moveTo>
                  <a:lnTo>
                    <a:pt x="3220907" y="4525046"/>
                  </a:lnTo>
                  <a:lnTo>
                    <a:pt x="3226935" y="4507915"/>
                  </a:lnTo>
                  <a:lnTo>
                    <a:pt x="3220907" y="4490785"/>
                  </a:lnTo>
                  <a:lnTo>
                    <a:pt x="3202826" y="4482998"/>
                  </a:lnTo>
                  <a:lnTo>
                    <a:pt x="3184748" y="4490785"/>
                  </a:lnTo>
                  <a:lnTo>
                    <a:pt x="3178723" y="4507916"/>
                  </a:lnTo>
                  <a:lnTo>
                    <a:pt x="3184748" y="4525046"/>
                  </a:lnTo>
                  <a:lnTo>
                    <a:pt x="3202826" y="4532833"/>
                  </a:lnTo>
                  <a:close/>
                </a:path>
                <a:path w="8348344" h="7197725">
                  <a:moveTo>
                    <a:pt x="3755858" y="3634648"/>
                  </a:moveTo>
                  <a:lnTo>
                    <a:pt x="3774838" y="3626469"/>
                  </a:lnTo>
                  <a:lnTo>
                    <a:pt x="3781165" y="3608476"/>
                  </a:lnTo>
                  <a:lnTo>
                    <a:pt x="3774838" y="3590484"/>
                  </a:lnTo>
                  <a:lnTo>
                    <a:pt x="3755858" y="3582309"/>
                  </a:lnTo>
                  <a:lnTo>
                    <a:pt x="3736869" y="3590487"/>
                  </a:lnTo>
                  <a:lnTo>
                    <a:pt x="3730539" y="3608478"/>
                  </a:lnTo>
                  <a:lnTo>
                    <a:pt x="3736869" y="3626470"/>
                  </a:lnTo>
                  <a:lnTo>
                    <a:pt x="3755858" y="3634648"/>
                  </a:lnTo>
                  <a:close/>
                </a:path>
                <a:path w="8348344" h="7197725">
                  <a:moveTo>
                    <a:pt x="3755858" y="3762959"/>
                  </a:moveTo>
                  <a:lnTo>
                    <a:pt x="3774712" y="3754835"/>
                  </a:lnTo>
                  <a:lnTo>
                    <a:pt x="3780997" y="3736963"/>
                  </a:lnTo>
                  <a:lnTo>
                    <a:pt x="3774713" y="3719090"/>
                  </a:lnTo>
                  <a:lnTo>
                    <a:pt x="3755858" y="3710966"/>
                  </a:lnTo>
                  <a:lnTo>
                    <a:pt x="3737003" y="3719090"/>
                  </a:lnTo>
                  <a:lnTo>
                    <a:pt x="3730718" y="3736963"/>
                  </a:lnTo>
                  <a:lnTo>
                    <a:pt x="3737003" y="3754835"/>
                  </a:lnTo>
                  <a:lnTo>
                    <a:pt x="3755858" y="3762959"/>
                  </a:lnTo>
                  <a:close/>
                </a:path>
                <a:path w="8348344" h="7197725">
                  <a:moveTo>
                    <a:pt x="3755858" y="3891285"/>
                  </a:moveTo>
                  <a:lnTo>
                    <a:pt x="3774583" y="3883215"/>
                  </a:lnTo>
                  <a:lnTo>
                    <a:pt x="3780825" y="3865461"/>
                  </a:lnTo>
                  <a:lnTo>
                    <a:pt x="3774583" y="3847708"/>
                  </a:lnTo>
                  <a:lnTo>
                    <a:pt x="3755858" y="3839638"/>
                  </a:lnTo>
                  <a:lnTo>
                    <a:pt x="3737132" y="3847708"/>
                  </a:lnTo>
                  <a:lnTo>
                    <a:pt x="3730891" y="3865461"/>
                  </a:lnTo>
                  <a:lnTo>
                    <a:pt x="3737132" y="3883215"/>
                  </a:lnTo>
                  <a:lnTo>
                    <a:pt x="3755858" y="3891285"/>
                  </a:lnTo>
                  <a:close/>
                </a:path>
                <a:path w="8348344" h="7197725">
                  <a:moveTo>
                    <a:pt x="3202826" y="4276218"/>
                  </a:moveTo>
                  <a:lnTo>
                    <a:pt x="3221162" y="4268319"/>
                  </a:lnTo>
                  <a:lnTo>
                    <a:pt x="3227275" y="4250940"/>
                  </a:lnTo>
                  <a:lnTo>
                    <a:pt x="3221162" y="4233561"/>
                  </a:lnTo>
                  <a:lnTo>
                    <a:pt x="3202826" y="4225662"/>
                  </a:lnTo>
                  <a:lnTo>
                    <a:pt x="3184489" y="4233561"/>
                  </a:lnTo>
                  <a:lnTo>
                    <a:pt x="3178377" y="4250940"/>
                  </a:lnTo>
                  <a:lnTo>
                    <a:pt x="3184489" y="4268319"/>
                  </a:lnTo>
                  <a:lnTo>
                    <a:pt x="3202826" y="4276218"/>
                  </a:lnTo>
                  <a:close/>
                </a:path>
                <a:path w="8348344" h="7197725">
                  <a:moveTo>
                    <a:pt x="3202826" y="4019596"/>
                  </a:moveTo>
                  <a:lnTo>
                    <a:pt x="3221417" y="4011584"/>
                  </a:lnTo>
                  <a:lnTo>
                    <a:pt x="3227614" y="3993957"/>
                  </a:lnTo>
                  <a:lnTo>
                    <a:pt x="3221417" y="3976330"/>
                  </a:lnTo>
                  <a:lnTo>
                    <a:pt x="3202826" y="3968318"/>
                  </a:lnTo>
                  <a:lnTo>
                    <a:pt x="3184230" y="3976330"/>
                  </a:lnTo>
                  <a:lnTo>
                    <a:pt x="3178031" y="3993957"/>
                  </a:lnTo>
                  <a:lnTo>
                    <a:pt x="3184230" y="4011584"/>
                  </a:lnTo>
                  <a:lnTo>
                    <a:pt x="3202826" y="4019596"/>
                  </a:lnTo>
                  <a:close/>
                </a:path>
                <a:path w="8348344" h="7197725">
                  <a:moveTo>
                    <a:pt x="3202826" y="4147907"/>
                  </a:moveTo>
                  <a:lnTo>
                    <a:pt x="3221288" y="4139951"/>
                  </a:lnTo>
                  <a:lnTo>
                    <a:pt x="3227442" y="4122449"/>
                  </a:lnTo>
                  <a:lnTo>
                    <a:pt x="3221288" y="4104946"/>
                  </a:lnTo>
                  <a:lnTo>
                    <a:pt x="3202826" y="4096990"/>
                  </a:lnTo>
                  <a:lnTo>
                    <a:pt x="3184355" y="4104946"/>
                  </a:lnTo>
                  <a:lnTo>
                    <a:pt x="3178198" y="4122449"/>
                  </a:lnTo>
                  <a:lnTo>
                    <a:pt x="3184355" y="4139951"/>
                  </a:lnTo>
                  <a:lnTo>
                    <a:pt x="3202826" y="4147907"/>
                  </a:lnTo>
                  <a:close/>
                </a:path>
                <a:path w="8348344" h="7197725">
                  <a:moveTo>
                    <a:pt x="3202826" y="4404521"/>
                  </a:moveTo>
                  <a:lnTo>
                    <a:pt x="3221028" y="4396678"/>
                  </a:lnTo>
                  <a:lnTo>
                    <a:pt x="3227096" y="4379424"/>
                  </a:lnTo>
                  <a:lnTo>
                    <a:pt x="3221028" y="4362169"/>
                  </a:lnTo>
                  <a:lnTo>
                    <a:pt x="3202826" y="4354326"/>
                  </a:lnTo>
                  <a:lnTo>
                    <a:pt x="3184619" y="4362169"/>
                  </a:lnTo>
                  <a:lnTo>
                    <a:pt x="3178550" y="4379424"/>
                  </a:lnTo>
                  <a:lnTo>
                    <a:pt x="3184619" y="4396679"/>
                  </a:lnTo>
                  <a:lnTo>
                    <a:pt x="3202826" y="4404521"/>
                  </a:lnTo>
                  <a:close/>
                </a:path>
                <a:path w="8348344" h="7197725">
                  <a:moveTo>
                    <a:pt x="2926310" y="3378025"/>
                  </a:moveTo>
                  <a:lnTo>
                    <a:pt x="2945549" y="3369735"/>
                  </a:lnTo>
                  <a:lnTo>
                    <a:pt x="2951962" y="3351495"/>
                  </a:lnTo>
                  <a:lnTo>
                    <a:pt x="2945549" y="3333256"/>
                  </a:lnTo>
                  <a:lnTo>
                    <a:pt x="2926310" y="3324965"/>
                  </a:lnTo>
                  <a:lnTo>
                    <a:pt x="2907062" y="3333256"/>
                  </a:lnTo>
                  <a:lnTo>
                    <a:pt x="2900646" y="3351495"/>
                  </a:lnTo>
                  <a:lnTo>
                    <a:pt x="2907062" y="3369735"/>
                  </a:lnTo>
                  <a:lnTo>
                    <a:pt x="2926310" y="3378025"/>
                  </a:lnTo>
                  <a:close/>
                </a:path>
                <a:path w="8348344" h="7197725">
                  <a:moveTo>
                    <a:pt x="2926310" y="3634640"/>
                  </a:moveTo>
                  <a:lnTo>
                    <a:pt x="2945294" y="3626462"/>
                  </a:lnTo>
                  <a:lnTo>
                    <a:pt x="2951622" y="3608471"/>
                  </a:lnTo>
                  <a:lnTo>
                    <a:pt x="2945294" y="3590479"/>
                  </a:lnTo>
                  <a:lnTo>
                    <a:pt x="2926310" y="3582302"/>
                  </a:lnTo>
                  <a:lnTo>
                    <a:pt x="2907325" y="3590480"/>
                  </a:lnTo>
                  <a:lnTo>
                    <a:pt x="2900997" y="3608474"/>
                  </a:lnTo>
                  <a:lnTo>
                    <a:pt x="2907325" y="3626465"/>
                  </a:lnTo>
                  <a:lnTo>
                    <a:pt x="2926310" y="3634640"/>
                  </a:lnTo>
                  <a:close/>
                </a:path>
                <a:path w="8348344" h="7197725">
                  <a:moveTo>
                    <a:pt x="2926310" y="3249714"/>
                  </a:moveTo>
                  <a:lnTo>
                    <a:pt x="2945679" y="3241367"/>
                  </a:lnTo>
                  <a:lnTo>
                    <a:pt x="2952135" y="3223004"/>
                  </a:lnTo>
                  <a:lnTo>
                    <a:pt x="2945679" y="3204640"/>
                  </a:lnTo>
                  <a:lnTo>
                    <a:pt x="2926310" y="3196293"/>
                  </a:lnTo>
                  <a:lnTo>
                    <a:pt x="2906938" y="3204640"/>
                  </a:lnTo>
                  <a:lnTo>
                    <a:pt x="2900482" y="3223004"/>
                  </a:lnTo>
                  <a:lnTo>
                    <a:pt x="2906940" y="3241367"/>
                  </a:lnTo>
                  <a:lnTo>
                    <a:pt x="2926310" y="3249714"/>
                  </a:lnTo>
                  <a:close/>
                </a:path>
                <a:path w="8348344" h="7197725">
                  <a:moveTo>
                    <a:pt x="2926310" y="4917804"/>
                  </a:moveTo>
                  <a:lnTo>
                    <a:pt x="2943998" y="4910183"/>
                  </a:lnTo>
                  <a:lnTo>
                    <a:pt x="2949894" y="4893417"/>
                  </a:lnTo>
                  <a:lnTo>
                    <a:pt x="2943998" y="4876651"/>
                  </a:lnTo>
                  <a:lnTo>
                    <a:pt x="2926310" y="4869030"/>
                  </a:lnTo>
                  <a:lnTo>
                    <a:pt x="2908625" y="4876651"/>
                  </a:lnTo>
                  <a:lnTo>
                    <a:pt x="2902728" y="4893417"/>
                  </a:lnTo>
                  <a:lnTo>
                    <a:pt x="2908623" y="4910183"/>
                  </a:lnTo>
                  <a:lnTo>
                    <a:pt x="2926310" y="4917804"/>
                  </a:lnTo>
                  <a:close/>
                </a:path>
                <a:path w="8348344" h="7197725">
                  <a:moveTo>
                    <a:pt x="2926310" y="3121396"/>
                  </a:moveTo>
                  <a:lnTo>
                    <a:pt x="2945818" y="3112991"/>
                  </a:lnTo>
                  <a:lnTo>
                    <a:pt x="2952319" y="3094509"/>
                  </a:lnTo>
                  <a:lnTo>
                    <a:pt x="2945815" y="3076029"/>
                  </a:lnTo>
                  <a:lnTo>
                    <a:pt x="2926310" y="3067629"/>
                  </a:lnTo>
                  <a:lnTo>
                    <a:pt x="2906806" y="3076030"/>
                  </a:lnTo>
                  <a:lnTo>
                    <a:pt x="2900307" y="3094512"/>
                  </a:lnTo>
                  <a:lnTo>
                    <a:pt x="2906814" y="3112995"/>
                  </a:lnTo>
                  <a:lnTo>
                    <a:pt x="2926310" y="3121396"/>
                  </a:lnTo>
                  <a:close/>
                </a:path>
                <a:path w="8348344" h="7197725">
                  <a:moveTo>
                    <a:pt x="2926310" y="2993077"/>
                  </a:moveTo>
                  <a:lnTo>
                    <a:pt x="2945938" y="2984621"/>
                  </a:lnTo>
                  <a:lnTo>
                    <a:pt x="2952481" y="2966017"/>
                  </a:lnTo>
                  <a:lnTo>
                    <a:pt x="2945938" y="2947413"/>
                  </a:lnTo>
                  <a:lnTo>
                    <a:pt x="2926310" y="2938957"/>
                  </a:lnTo>
                  <a:lnTo>
                    <a:pt x="2906673" y="2947413"/>
                  </a:lnTo>
                  <a:lnTo>
                    <a:pt x="2900127" y="2966017"/>
                  </a:lnTo>
                  <a:lnTo>
                    <a:pt x="2906673" y="2984621"/>
                  </a:lnTo>
                  <a:lnTo>
                    <a:pt x="2926310" y="2993077"/>
                  </a:lnTo>
                  <a:close/>
                </a:path>
                <a:path w="8348344" h="7197725">
                  <a:moveTo>
                    <a:pt x="2788052" y="5046115"/>
                  </a:moveTo>
                  <a:lnTo>
                    <a:pt x="2805606" y="5038551"/>
                  </a:lnTo>
                  <a:lnTo>
                    <a:pt x="2811458" y="5021909"/>
                  </a:lnTo>
                  <a:lnTo>
                    <a:pt x="2805606" y="5005267"/>
                  </a:lnTo>
                  <a:lnTo>
                    <a:pt x="2788052" y="4997702"/>
                  </a:lnTo>
                  <a:lnTo>
                    <a:pt x="2770494" y="5005267"/>
                  </a:lnTo>
                  <a:lnTo>
                    <a:pt x="2764643" y="5021909"/>
                  </a:lnTo>
                  <a:lnTo>
                    <a:pt x="2770496" y="5038551"/>
                  </a:lnTo>
                  <a:lnTo>
                    <a:pt x="2788052" y="5046115"/>
                  </a:lnTo>
                  <a:close/>
                </a:path>
                <a:path w="8348344" h="7197725">
                  <a:moveTo>
                    <a:pt x="2926310" y="2864766"/>
                  </a:moveTo>
                  <a:lnTo>
                    <a:pt x="2946069" y="2856250"/>
                  </a:lnTo>
                  <a:lnTo>
                    <a:pt x="2952653" y="2837522"/>
                  </a:lnTo>
                  <a:lnTo>
                    <a:pt x="2946065" y="2818796"/>
                  </a:lnTo>
                  <a:lnTo>
                    <a:pt x="2926310" y="2810285"/>
                  </a:lnTo>
                  <a:lnTo>
                    <a:pt x="2906547" y="2818797"/>
                  </a:lnTo>
                  <a:lnTo>
                    <a:pt x="2899961" y="2837525"/>
                  </a:lnTo>
                  <a:lnTo>
                    <a:pt x="2906555" y="2856253"/>
                  </a:lnTo>
                  <a:lnTo>
                    <a:pt x="2926310" y="2864766"/>
                  </a:lnTo>
                  <a:close/>
                </a:path>
                <a:path w="8348344" h="7197725">
                  <a:moveTo>
                    <a:pt x="2926310" y="3506329"/>
                  </a:moveTo>
                  <a:lnTo>
                    <a:pt x="2945424" y="3498095"/>
                  </a:lnTo>
                  <a:lnTo>
                    <a:pt x="2951795" y="3479979"/>
                  </a:lnTo>
                  <a:lnTo>
                    <a:pt x="2945424" y="3461864"/>
                  </a:lnTo>
                  <a:lnTo>
                    <a:pt x="2926310" y="3453630"/>
                  </a:lnTo>
                  <a:lnTo>
                    <a:pt x="2907199" y="3461864"/>
                  </a:lnTo>
                  <a:lnTo>
                    <a:pt x="2900827" y="3479979"/>
                  </a:lnTo>
                  <a:lnTo>
                    <a:pt x="2907197" y="3498095"/>
                  </a:lnTo>
                  <a:lnTo>
                    <a:pt x="2926310" y="3506329"/>
                  </a:lnTo>
                  <a:close/>
                </a:path>
                <a:path w="8348344" h="7197725">
                  <a:moveTo>
                    <a:pt x="2926310" y="4532833"/>
                  </a:moveTo>
                  <a:lnTo>
                    <a:pt x="2944391" y="4525046"/>
                  </a:lnTo>
                  <a:lnTo>
                    <a:pt x="2950419" y="4507915"/>
                  </a:lnTo>
                  <a:lnTo>
                    <a:pt x="2944391" y="4490785"/>
                  </a:lnTo>
                  <a:lnTo>
                    <a:pt x="2926310" y="4482998"/>
                  </a:lnTo>
                  <a:lnTo>
                    <a:pt x="2908233" y="4490785"/>
                  </a:lnTo>
                  <a:lnTo>
                    <a:pt x="2902207" y="4507916"/>
                  </a:lnTo>
                  <a:lnTo>
                    <a:pt x="2908233" y="4525046"/>
                  </a:lnTo>
                  <a:lnTo>
                    <a:pt x="2926310" y="4532833"/>
                  </a:lnTo>
                  <a:close/>
                </a:path>
                <a:path w="8348344" h="7197725">
                  <a:moveTo>
                    <a:pt x="2926310" y="4404521"/>
                  </a:moveTo>
                  <a:lnTo>
                    <a:pt x="2944512" y="4396678"/>
                  </a:lnTo>
                  <a:lnTo>
                    <a:pt x="2950580" y="4379424"/>
                  </a:lnTo>
                  <a:lnTo>
                    <a:pt x="2944512" y="4362169"/>
                  </a:lnTo>
                  <a:lnTo>
                    <a:pt x="2926310" y="4354326"/>
                  </a:lnTo>
                  <a:lnTo>
                    <a:pt x="2908103" y="4362169"/>
                  </a:lnTo>
                  <a:lnTo>
                    <a:pt x="2902034" y="4379424"/>
                  </a:lnTo>
                  <a:lnTo>
                    <a:pt x="2908103" y="4396679"/>
                  </a:lnTo>
                  <a:lnTo>
                    <a:pt x="2926310" y="4404521"/>
                  </a:lnTo>
                  <a:close/>
                </a:path>
                <a:path w="8348344" h="7197725">
                  <a:moveTo>
                    <a:pt x="2926310" y="4661159"/>
                  </a:moveTo>
                  <a:lnTo>
                    <a:pt x="2944253" y="4653427"/>
                  </a:lnTo>
                  <a:lnTo>
                    <a:pt x="2950234" y="4636415"/>
                  </a:lnTo>
                  <a:lnTo>
                    <a:pt x="2944253" y="4619403"/>
                  </a:lnTo>
                  <a:lnTo>
                    <a:pt x="2926310" y="4611671"/>
                  </a:lnTo>
                  <a:lnTo>
                    <a:pt x="2908367" y="4619403"/>
                  </a:lnTo>
                  <a:lnTo>
                    <a:pt x="2902385" y="4636415"/>
                  </a:lnTo>
                  <a:lnTo>
                    <a:pt x="2908367" y="4653427"/>
                  </a:lnTo>
                  <a:lnTo>
                    <a:pt x="2926310" y="4661159"/>
                  </a:lnTo>
                  <a:close/>
                </a:path>
                <a:path w="8348344" h="7197725">
                  <a:moveTo>
                    <a:pt x="2926310" y="4276218"/>
                  </a:moveTo>
                  <a:lnTo>
                    <a:pt x="2944646" y="4268319"/>
                  </a:lnTo>
                  <a:lnTo>
                    <a:pt x="2950759" y="4250940"/>
                  </a:lnTo>
                  <a:lnTo>
                    <a:pt x="2944646" y="4233561"/>
                  </a:lnTo>
                  <a:lnTo>
                    <a:pt x="2926310" y="4225662"/>
                  </a:lnTo>
                  <a:lnTo>
                    <a:pt x="2907973" y="4233561"/>
                  </a:lnTo>
                  <a:lnTo>
                    <a:pt x="2901861" y="4250940"/>
                  </a:lnTo>
                  <a:lnTo>
                    <a:pt x="2907973" y="4268319"/>
                  </a:lnTo>
                  <a:lnTo>
                    <a:pt x="2926310" y="4276218"/>
                  </a:lnTo>
                  <a:close/>
                </a:path>
                <a:path w="8348344" h="7197725">
                  <a:moveTo>
                    <a:pt x="2926310" y="4019596"/>
                  </a:moveTo>
                  <a:lnTo>
                    <a:pt x="2944901" y="4011584"/>
                  </a:lnTo>
                  <a:lnTo>
                    <a:pt x="2951098" y="3993957"/>
                  </a:lnTo>
                  <a:lnTo>
                    <a:pt x="2944901" y="3976330"/>
                  </a:lnTo>
                  <a:lnTo>
                    <a:pt x="2926310" y="3968318"/>
                  </a:lnTo>
                  <a:lnTo>
                    <a:pt x="2907714" y="3976330"/>
                  </a:lnTo>
                  <a:lnTo>
                    <a:pt x="2901515" y="3993957"/>
                  </a:lnTo>
                  <a:lnTo>
                    <a:pt x="2907714" y="4011584"/>
                  </a:lnTo>
                  <a:lnTo>
                    <a:pt x="2926310" y="4019596"/>
                  </a:lnTo>
                  <a:close/>
                </a:path>
                <a:path w="8348344" h="7197725">
                  <a:moveTo>
                    <a:pt x="2926310" y="4147907"/>
                  </a:moveTo>
                  <a:lnTo>
                    <a:pt x="2944772" y="4139951"/>
                  </a:lnTo>
                  <a:lnTo>
                    <a:pt x="2950926" y="4122449"/>
                  </a:lnTo>
                  <a:lnTo>
                    <a:pt x="2944772" y="4104946"/>
                  </a:lnTo>
                  <a:lnTo>
                    <a:pt x="2926310" y="4096990"/>
                  </a:lnTo>
                  <a:lnTo>
                    <a:pt x="2907839" y="4104946"/>
                  </a:lnTo>
                  <a:lnTo>
                    <a:pt x="2901683" y="4122449"/>
                  </a:lnTo>
                  <a:lnTo>
                    <a:pt x="2907839" y="4139951"/>
                  </a:lnTo>
                  <a:lnTo>
                    <a:pt x="2926310" y="4147907"/>
                  </a:lnTo>
                  <a:close/>
                </a:path>
                <a:path w="8348344" h="7197725">
                  <a:moveTo>
                    <a:pt x="2926310" y="3891293"/>
                  </a:moveTo>
                  <a:lnTo>
                    <a:pt x="2945035" y="3883223"/>
                  </a:lnTo>
                  <a:lnTo>
                    <a:pt x="2951277" y="3865469"/>
                  </a:lnTo>
                  <a:lnTo>
                    <a:pt x="2945035" y="3847716"/>
                  </a:lnTo>
                  <a:lnTo>
                    <a:pt x="2926310" y="3839646"/>
                  </a:lnTo>
                  <a:lnTo>
                    <a:pt x="2907584" y="3847716"/>
                  </a:lnTo>
                  <a:lnTo>
                    <a:pt x="2901343" y="3865469"/>
                  </a:lnTo>
                  <a:lnTo>
                    <a:pt x="2907585" y="3883223"/>
                  </a:lnTo>
                  <a:lnTo>
                    <a:pt x="2926310" y="3891293"/>
                  </a:lnTo>
                  <a:close/>
                </a:path>
                <a:path w="8348344" h="7197725">
                  <a:moveTo>
                    <a:pt x="2926310" y="3762966"/>
                  </a:moveTo>
                  <a:lnTo>
                    <a:pt x="2945161" y="3754839"/>
                  </a:lnTo>
                  <a:lnTo>
                    <a:pt x="2951443" y="3736967"/>
                  </a:lnTo>
                  <a:lnTo>
                    <a:pt x="2945158" y="3719096"/>
                  </a:lnTo>
                  <a:lnTo>
                    <a:pt x="2926310" y="3710974"/>
                  </a:lnTo>
                  <a:lnTo>
                    <a:pt x="2907455" y="3719098"/>
                  </a:lnTo>
                  <a:lnTo>
                    <a:pt x="2901171" y="3736970"/>
                  </a:lnTo>
                  <a:lnTo>
                    <a:pt x="2907462" y="3754842"/>
                  </a:lnTo>
                  <a:lnTo>
                    <a:pt x="2926310" y="3762966"/>
                  </a:lnTo>
                  <a:close/>
                </a:path>
                <a:path w="8348344" h="7197725">
                  <a:moveTo>
                    <a:pt x="3202826" y="3121396"/>
                  </a:moveTo>
                  <a:lnTo>
                    <a:pt x="3222334" y="3112991"/>
                  </a:lnTo>
                  <a:lnTo>
                    <a:pt x="3228835" y="3094509"/>
                  </a:lnTo>
                  <a:lnTo>
                    <a:pt x="3222331" y="3076029"/>
                  </a:lnTo>
                  <a:lnTo>
                    <a:pt x="3202826" y="3067629"/>
                  </a:lnTo>
                  <a:lnTo>
                    <a:pt x="3183322" y="3076030"/>
                  </a:lnTo>
                  <a:lnTo>
                    <a:pt x="3176823" y="3094512"/>
                  </a:lnTo>
                  <a:lnTo>
                    <a:pt x="3183330" y="3112995"/>
                  </a:lnTo>
                  <a:lnTo>
                    <a:pt x="3202826" y="3121396"/>
                  </a:lnTo>
                  <a:close/>
                </a:path>
                <a:path w="8348344" h="7197725">
                  <a:moveTo>
                    <a:pt x="4308889" y="2864766"/>
                  </a:moveTo>
                  <a:lnTo>
                    <a:pt x="4328649" y="2856250"/>
                  </a:lnTo>
                  <a:lnTo>
                    <a:pt x="4335232" y="2837522"/>
                  </a:lnTo>
                  <a:lnTo>
                    <a:pt x="4328645" y="2818796"/>
                  </a:lnTo>
                  <a:lnTo>
                    <a:pt x="4308889" y="2810285"/>
                  </a:lnTo>
                  <a:lnTo>
                    <a:pt x="4289127" y="2818797"/>
                  </a:lnTo>
                  <a:lnTo>
                    <a:pt x="4282541" y="2837525"/>
                  </a:lnTo>
                  <a:lnTo>
                    <a:pt x="4289135" y="2856253"/>
                  </a:lnTo>
                  <a:lnTo>
                    <a:pt x="4308889" y="2864766"/>
                  </a:lnTo>
                  <a:close/>
                </a:path>
                <a:path w="8348344" h="7197725">
                  <a:moveTo>
                    <a:pt x="4861921" y="1838247"/>
                  </a:moveTo>
                  <a:lnTo>
                    <a:pt x="4882721" y="1829287"/>
                  </a:lnTo>
                  <a:lnTo>
                    <a:pt x="4889654" y="1809577"/>
                  </a:lnTo>
                  <a:lnTo>
                    <a:pt x="4882721" y="1789867"/>
                  </a:lnTo>
                  <a:lnTo>
                    <a:pt x="4861921" y="1780908"/>
                  </a:lnTo>
                  <a:lnTo>
                    <a:pt x="4841122" y="1789867"/>
                  </a:lnTo>
                  <a:lnTo>
                    <a:pt x="4834189" y="1809577"/>
                  </a:lnTo>
                  <a:lnTo>
                    <a:pt x="4841122" y="1829287"/>
                  </a:lnTo>
                  <a:lnTo>
                    <a:pt x="4861921" y="1838247"/>
                  </a:lnTo>
                  <a:close/>
                </a:path>
                <a:path w="8348344" h="7197725">
                  <a:moveTo>
                    <a:pt x="4308889" y="2993077"/>
                  </a:moveTo>
                  <a:lnTo>
                    <a:pt x="4328518" y="2984621"/>
                  </a:lnTo>
                  <a:lnTo>
                    <a:pt x="4335061" y="2966017"/>
                  </a:lnTo>
                  <a:lnTo>
                    <a:pt x="4328518" y="2947413"/>
                  </a:lnTo>
                  <a:lnTo>
                    <a:pt x="4308889" y="2938957"/>
                  </a:lnTo>
                  <a:lnTo>
                    <a:pt x="4289252" y="2947413"/>
                  </a:lnTo>
                  <a:lnTo>
                    <a:pt x="4282707" y="2966017"/>
                  </a:lnTo>
                  <a:lnTo>
                    <a:pt x="4289252" y="2984621"/>
                  </a:lnTo>
                  <a:lnTo>
                    <a:pt x="4308889" y="2993077"/>
                  </a:lnTo>
                  <a:close/>
                </a:path>
                <a:path w="8348344" h="7197725">
                  <a:moveTo>
                    <a:pt x="4308889" y="2223195"/>
                  </a:moveTo>
                  <a:lnTo>
                    <a:pt x="4329300" y="2214403"/>
                  </a:lnTo>
                  <a:lnTo>
                    <a:pt x="4336103" y="2195060"/>
                  </a:lnTo>
                  <a:lnTo>
                    <a:pt x="4329300" y="2175717"/>
                  </a:lnTo>
                  <a:lnTo>
                    <a:pt x="4308889" y="2166924"/>
                  </a:lnTo>
                  <a:lnTo>
                    <a:pt x="4288479" y="2175717"/>
                  </a:lnTo>
                  <a:lnTo>
                    <a:pt x="4281676" y="2195060"/>
                  </a:lnTo>
                  <a:lnTo>
                    <a:pt x="4288479" y="2214403"/>
                  </a:lnTo>
                  <a:lnTo>
                    <a:pt x="4308889" y="2223195"/>
                  </a:lnTo>
                  <a:close/>
                </a:path>
                <a:path w="8348344" h="7197725">
                  <a:moveTo>
                    <a:pt x="4308889" y="3249714"/>
                  </a:moveTo>
                  <a:lnTo>
                    <a:pt x="4328258" y="3241367"/>
                  </a:lnTo>
                  <a:lnTo>
                    <a:pt x="4334715" y="3223004"/>
                  </a:lnTo>
                  <a:lnTo>
                    <a:pt x="4328258" y="3204640"/>
                  </a:lnTo>
                  <a:lnTo>
                    <a:pt x="4308889" y="3196293"/>
                  </a:lnTo>
                  <a:lnTo>
                    <a:pt x="4289517" y="3204640"/>
                  </a:lnTo>
                  <a:lnTo>
                    <a:pt x="4283061" y="3223004"/>
                  </a:lnTo>
                  <a:lnTo>
                    <a:pt x="4289519" y="3241367"/>
                  </a:lnTo>
                  <a:lnTo>
                    <a:pt x="4308889" y="3249714"/>
                  </a:lnTo>
                  <a:close/>
                </a:path>
                <a:path w="8348344" h="7197725">
                  <a:moveTo>
                    <a:pt x="4308889" y="2479817"/>
                  </a:moveTo>
                  <a:lnTo>
                    <a:pt x="4329041" y="2471138"/>
                  </a:lnTo>
                  <a:lnTo>
                    <a:pt x="4335758" y="2452043"/>
                  </a:lnTo>
                  <a:lnTo>
                    <a:pt x="4329041" y="2432948"/>
                  </a:lnTo>
                  <a:lnTo>
                    <a:pt x="4308889" y="2424268"/>
                  </a:lnTo>
                  <a:lnTo>
                    <a:pt x="4288738" y="2432948"/>
                  </a:lnTo>
                  <a:lnTo>
                    <a:pt x="4282021" y="2452043"/>
                  </a:lnTo>
                  <a:lnTo>
                    <a:pt x="4288738" y="2471138"/>
                  </a:lnTo>
                  <a:lnTo>
                    <a:pt x="4308889" y="2479817"/>
                  </a:lnTo>
                  <a:close/>
                </a:path>
                <a:path w="8348344" h="7197725">
                  <a:moveTo>
                    <a:pt x="4308889" y="2351506"/>
                  </a:moveTo>
                  <a:lnTo>
                    <a:pt x="4329166" y="2342770"/>
                  </a:lnTo>
                  <a:lnTo>
                    <a:pt x="4335925" y="2323551"/>
                  </a:lnTo>
                  <a:lnTo>
                    <a:pt x="4329166" y="2304332"/>
                  </a:lnTo>
                  <a:lnTo>
                    <a:pt x="4308889" y="2295596"/>
                  </a:lnTo>
                  <a:lnTo>
                    <a:pt x="4288609" y="2304332"/>
                  </a:lnTo>
                  <a:lnTo>
                    <a:pt x="4281848" y="2323551"/>
                  </a:lnTo>
                  <a:lnTo>
                    <a:pt x="4288609" y="2342770"/>
                  </a:lnTo>
                  <a:lnTo>
                    <a:pt x="4308889" y="2351506"/>
                  </a:lnTo>
                  <a:close/>
                </a:path>
                <a:path w="8348344" h="7197725">
                  <a:moveTo>
                    <a:pt x="4308889" y="2608136"/>
                  </a:moveTo>
                  <a:lnTo>
                    <a:pt x="4328907" y="2599512"/>
                  </a:lnTo>
                  <a:lnTo>
                    <a:pt x="4335579" y="2580538"/>
                  </a:lnTo>
                  <a:lnTo>
                    <a:pt x="4328907" y="2561565"/>
                  </a:lnTo>
                  <a:lnTo>
                    <a:pt x="4308889" y="2552940"/>
                  </a:lnTo>
                  <a:lnTo>
                    <a:pt x="4288868" y="2561565"/>
                  </a:lnTo>
                  <a:lnTo>
                    <a:pt x="4282194" y="2580538"/>
                  </a:lnTo>
                  <a:lnTo>
                    <a:pt x="4288868" y="2599512"/>
                  </a:lnTo>
                  <a:lnTo>
                    <a:pt x="4308889" y="2608136"/>
                  </a:lnTo>
                  <a:close/>
                </a:path>
                <a:path w="8348344" h="7197725">
                  <a:moveTo>
                    <a:pt x="4308889" y="2736455"/>
                  </a:moveTo>
                  <a:lnTo>
                    <a:pt x="4328782" y="2727882"/>
                  </a:lnTo>
                  <a:lnTo>
                    <a:pt x="4335411" y="2709031"/>
                  </a:lnTo>
                  <a:lnTo>
                    <a:pt x="4328779" y="2690181"/>
                  </a:lnTo>
                  <a:lnTo>
                    <a:pt x="4308889" y="2681612"/>
                  </a:lnTo>
                  <a:lnTo>
                    <a:pt x="4288997" y="2690182"/>
                  </a:lnTo>
                  <a:lnTo>
                    <a:pt x="4282368" y="2709034"/>
                  </a:lnTo>
                  <a:lnTo>
                    <a:pt x="4289005" y="2727886"/>
                  </a:lnTo>
                  <a:lnTo>
                    <a:pt x="4308889" y="2736455"/>
                  </a:lnTo>
                  <a:close/>
                </a:path>
                <a:path w="8348344" h="7197725">
                  <a:moveTo>
                    <a:pt x="4308889" y="3121396"/>
                  </a:moveTo>
                  <a:lnTo>
                    <a:pt x="4328398" y="3112991"/>
                  </a:lnTo>
                  <a:lnTo>
                    <a:pt x="4334898" y="3094509"/>
                  </a:lnTo>
                  <a:lnTo>
                    <a:pt x="4328394" y="3076029"/>
                  </a:lnTo>
                  <a:lnTo>
                    <a:pt x="4308889" y="3067629"/>
                  </a:lnTo>
                  <a:lnTo>
                    <a:pt x="4289386" y="3076030"/>
                  </a:lnTo>
                  <a:lnTo>
                    <a:pt x="4282886" y="3094512"/>
                  </a:lnTo>
                  <a:lnTo>
                    <a:pt x="4289394" y="3112995"/>
                  </a:lnTo>
                  <a:lnTo>
                    <a:pt x="4308889" y="3121396"/>
                  </a:lnTo>
                  <a:close/>
                </a:path>
                <a:path w="8348344" h="7197725">
                  <a:moveTo>
                    <a:pt x="4861921" y="2608136"/>
                  </a:moveTo>
                  <a:lnTo>
                    <a:pt x="4881943" y="2599512"/>
                  </a:lnTo>
                  <a:lnTo>
                    <a:pt x="4888616" y="2580538"/>
                  </a:lnTo>
                  <a:lnTo>
                    <a:pt x="4881943" y="2561565"/>
                  </a:lnTo>
                  <a:lnTo>
                    <a:pt x="4861921" y="2552940"/>
                  </a:lnTo>
                  <a:lnTo>
                    <a:pt x="4841900" y="2561565"/>
                  </a:lnTo>
                  <a:lnTo>
                    <a:pt x="4835226" y="2580538"/>
                  </a:lnTo>
                  <a:lnTo>
                    <a:pt x="4841900" y="2599512"/>
                  </a:lnTo>
                  <a:lnTo>
                    <a:pt x="4861921" y="2608136"/>
                  </a:lnTo>
                  <a:close/>
                </a:path>
                <a:path w="8348344" h="7197725">
                  <a:moveTo>
                    <a:pt x="4861921" y="2864766"/>
                  </a:moveTo>
                  <a:lnTo>
                    <a:pt x="4881683" y="2856253"/>
                  </a:lnTo>
                  <a:lnTo>
                    <a:pt x="4888271" y="2837525"/>
                  </a:lnTo>
                  <a:lnTo>
                    <a:pt x="4881683" y="2818797"/>
                  </a:lnTo>
                  <a:lnTo>
                    <a:pt x="4861921" y="2810285"/>
                  </a:lnTo>
                  <a:lnTo>
                    <a:pt x="4842159" y="2818797"/>
                  </a:lnTo>
                  <a:lnTo>
                    <a:pt x="4835572" y="2837525"/>
                  </a:lnTo>
                  <a:lnTo>
                    <a:pt x="4842159" y="2856253"/>
                  </a:lnTo>
                  <a:lnTo>
                    <a:pt x="4861921" y="2864766"/>
                  </a:lnTo>
                  <a:close/>
                </a:path>
                <a:path w="8348344" h="7197725">
                  <a:moveTo>
                    <a:pt x="4861921" y="1966558"/>
                  </a:moveTo>
                  <a:lnTo>
                    <a:pt x="4882591" y="1957655"/>
                  </a:lnTo>
                  <a:lnTo>
                    <a:pt x="4889481" y="1938069"/>
                  </a:lnTo>
                  <a:lnTo>
                    <a:pt x="4882591" y="1918483"/>
                  </a:lnTo>
                  <a:lnTo>
                    <a:pt x="4861921" y="1909580"/>
                  </a:lnTo>
                  <a:lnTo>
                    <a:pt x="4841252" y="1918483"/>
                  </a:lnTo>
                  <a:lnTo>
                    <a:pt x="4834362" y="1938069"/>
                  </a:lnTo>
                  <a:lnTo>
                    <a:pt x="4841252" y="1957655"/>
                  </a:lnTo>
                  <a:lnTo>
                    <a:pt x="4861921" y="1966558"/>
                  </a:lnTo>
                  <a:close/>
                </a:path>
                <a:path w="8348344" h="7197725">
                  <a:moveTo>
                    <a:pt x="4861921" y="2736455"/>
                  </a:moveTo>
                  <a:lnTo>
                    <a:pt x="4881813" y="2727886"/>
                  </a:lnTo>
                  <a:lnTo>
                    <a:pt x="4888444" y="2709034"/>
                  </a:lnTo>
                  <a:lnTo>
                    <a:pt x="4881813" y="2690182"/>
                  </a:lnTo>
                  <a:lnTo>
                    <a:pt x="4861921" y="2681612"/>
                  </a:lnTo>
                  <a:lnTo>
                    <a:pt x="4842029" y="2690182"/>
                  </a:lnTo>
                  <a:lnTo>
                    <a:pt x="4835399" y="2709034"/>
                  </a:lnTo>
                  <a:lnTo>
                    <a:pt x="4842029" y="2727886"/>
                  </a:lnTo>
                  <a:lnTo>
                    <a:pt x="4861921" y="2736455"/>
                  </a:lnTo>
                  <a:close/>
                </a:path>
                <a:path w="8348344" h="7197725">
                  <a:moveTo>
                    <a:pt x="4861921" y="2479817"/>
                  </a:moveTo>
                  <a:lnTo>
                    <a:pt x="4882072" y="2471138"/>
                  </a:lnTo>
                  <a:lnTo>
                    <a:pt x="4888789" y="2452043"/>
                  </a:lnTo>
                  <a:lnTo>
                    <a:pt x="4882072" y="2432948"/>
                  </a:lnTo>
                  <a:lnTo>
                    <a:pt x="4861921" y="2424268"/>
                  </a:lnTo>
                  <a:lnTo>
                    <a:pt x="4841770" y="2432948"/>
                  </a:lnTo>
                  <a:lnTo>
                    <a:pt x="4835053" y="2452043"/>
                  </a:lnTo>
                  <a:lnTo>
                    <a:pt x="4841770" y="2471138"/>
                  </a:lnTo>
                  <a:lnTo>
                    <a:pt x="4861921" y="2479817"/>
                  </a:lnTo>
                  <a:close/>
                </a:path>
                <a:path w="8348344" h="7197725">
                  <a:moveTo>
                    <a:pt x="4861921" y="2094876"/>
                  </a:moveTo>
                  <a:lnTo>
                    <a:pt x="4882461" y="2086029"/>
                  </a:lnTo>
                  <a:lnTo>
                    <a:pt x="4889308" y="2066564"/>
                  </a:lnTo>
                  <a:lnTo>
                    <a:pt x="4882461" y="2047100"/>
                  </a:lnTo>
                  <a:lnTo>
                    <a:pt x="4861921" y="2038252"/>
                  </a:lnTo>
                  <a:lnTo>
                    <a:pt x="4841381" y="2047100"/>
                  </a:lnTo>
                  <a:lnTo>
                    <a:pt x="4834535" y="2066564"/>
                  </a:lnTo>
                  <a:lnTo>
                    <a:pt x="4841381" y="2086029"/>
                  </a:lnTo>
                  <a:lnTo>
                    <a:pt x="4861921" y="2094876"/>
                  </a:lnTo>
                  <a:close/>
                </a:path>
                <a:path w="8348344" h="7197725">
                  <a:moveTo>
                    <a:pt x="4861921" y="2351506"/>
                  </a:moveTo>
                  <a:lnTo>
                    <a:pt x="4882202" y="2342770"/>
                  </a:lnTo>
                  <a:lnTo>
                    <a:pt x="4888962" y="2323551"/>
                  </a:lnTo>
                  <a:lnTo>
                    <a:pt x="4882202" y="2304332"/>
                  </a:lnTo>
                  <a:lnTo>
                    <a:pt x="4861921" y="2295596"/>
                  </a:lnTo>
                  <a:lnTo>
                    <a:pt x="4841641" y="2304332"/>
                  </a:lnTo>
                  <a:lnTo>
                    <a:pt x="4834880" y="2323551"/>
                  </a:lnTo>
                  <a:lnTo>
                    <a:pt x="4841641" y="2342770"/>
                  </a:lnTo>
                  <a:lnTo>
                    <a:pt x="4861921" y="2351506"/>
                  </a:lnTo>
                  <a:close/>
                </a:path>
                <a:path w="8348344" h="7197725">
                  <a:moveTo>
                    <a:pt x="4861921" y="2223195"/>
                  </a:moveTo>
                  <a:lnTo>
                    <a:pt x="4882332" y="2214403"/>
                  </a:lnTo>
                  <a:lnTo>
                    <a:pt x="4889135" y="2195060"/>
                  </a:lnTo>
                  <a:lnTo>
                    <a:pt x="4882332" y="2175717"/>
                  </a:lnTo>
                  <a:lnTo>
                    <a:pt x="4861921" y="2166924"/>
                  </a:lnTo>
                  <a:lnTo>
                    <a:pt x="4841511" y="2175717"/>
                  </a:lnTo>
                  <a:lnTo>
                    <a:pt x="4834708" y="2195060"/>
                  </a:lnTo>
                  <a:lnTo>
                    <a:pt x="4841511" y="2214403"/>
                  </a:lnTo>
                  <a:lnTo>
                    <a:pt x="4861921" y="2223195"/>
                  </a:lnTo>
                  <a:close/>
                </a:path>
                <a:path w="8348344" h="7197725">
                  <a:moveTo>
                    <a:pt x="3894116" y="2351506"/>
                  </a:moveTo>
                  <a:lnTo>
                    <a:pt x="3914392" y="2342770"/>
                  </a:lnTo>
                  <a:lnTo>
                    <a:pt x="3921151" y="2323551"/>
                  </a:lnTo>
                  <a:lnTo>
                    <a:pt x="3914392" y="2304332"/>
                  </a:lnTo>
                  <a:lnTo>
                    <a:pt x="3894116" y="2295596"/>
                  </a:lnTo>
                  <a:lnTo>
                    <a:pt x="3873835" y="2304332"/>
                  </a:lnTo>
                  <a:lnTo>
                    <a:pt x="3867074" y="2323551"/>
                  </a:lnTo>
                  <a:lnTo>
                    <a:pt x="3873835" y="2342770"/>
                  </a:lnTo>
                  <a:lnTo>
                    <a:pt x="3894116" y="2351506"/>
                  </a:lnTo>
                  <a:close/>
                </a:path>
                <a:path w="8348344" h="7197725">
                  <a:moveTo>
                    <a:pt x="3755858" y="2608136"/>
                  </a:moveTo>
                  <a:lnTo>
                    <a:pt x="3775875" y="2599512"/>
                  </a:lnTo>
                  <a:lnTo>
                    <a:pt x="3782547" y="2580538"/>
                  </a:lnTo>
                  <a:lnTo>
                    <a:pt x="3775875" y="2561565"/>
                  </a:lnTo>
                  <a:lnTo>
                    <a:pt x="3755858" y="2552940"/>
                  </a:lnTo>
                  <a:lnTo>
                    <a:pt x="3735836" y="2561565"/>
                  </a:lnTo>
                  <a:lnTo>
                    <a:pt x="3729162" y="2580538"/>
                  </a:lnTo>
                  <a:lnTo>
                    <a:pt x="3735836" y="2599512"/>
                  </a:lnTo>
                  <a:lnTo>
                    <a:pt x="3755858" y="2608136"/>
                  </a:lnTo>
                  <a:close/>
                </a:path>
                <a:path w="8348344" h="7197725">
                  <a:moveTo>
                    <a:pt x="3894116" y="3378025"/>
                  </a:moveTo>
                  <a:lnTo>
                    <a:pt x="3913355" y="3369735"/>
                  </a:lnTo>
                  <a:lnTo>
                    <a:pt x="3919768" y="3351495"/>
                  </a:lnTo>
                  <a:lnTo>
                    <a:pt x="3913355" y="3333256"/>
                  </a:lnTo>
                  <a:lnTo>
                    <a:pt x="3894116" y="3324965"/>
                  </a:lnTo>
                  <a:lnTo>
                    <a:pt x="3874867" y="3333256"/>
                  </a:lnTo>
                  <a:lnTo>
                    <a:pt x="3868451" y="3351495"/>
                  </a:lnTo>
                  <a:lnTo>
                    <a:pt x="3874867" y="3369735"/>
                  </a:lnTo>
                  <a:lnTo>
                    <a:pt x="3894116" y="3378025"/>
                  </a:lnTo>
                  <a:close/>
                </a:path>
                <a:path w="8348344" h="7197725">
                  <a:moveTo>
                    <a:pt x="3755858" y="2736447"/>
                  </a:moveTo>
                  <a:lnTo>
                    <a:pt x="3775750" y="2727878"/>
                  </a:lnTo>
                  <a:lnTo>
                    <a:pt x="3782379" y="2709026"/>
                  </a:lnTo>
                  <a:lnTo>
                    <a:pt x="3775742" y="2690174"/>
                  </a:lnTo>
                  <a:lnTo>
                    <a:pt x="3755858" y="2681605"/>
                  </a:lnTo>
                  <a:lnTo>
                    <a:pt x="3735965" y="2690177"/>
                  </a:lnTo>
                  <a:lnTo>
                    <a:pt x="3729336" y="2709029"/>
                  </a:lnTo>
                  <a:lnTo>
                    <a:pt x="3735968" y="2727879"/>
                  </a:lnTo>
                  <a:lnTo>
                    <a:pt x="3755858" y="2736447"/>
                  </a:lnTo>
                  <a:close/>
                </a:path>
                <a:path w="8348344" h="7197725">
                  <a:moveTo>
                    <a:pt x="3755858" y="2993077"/>
                  </a:moveTo>
                  <a:lnTo>
                    <a:pt x="3775486" y="2984621"/>
                  </a:lnTo>
                  <a:lnTo>
                    <a:pt x="3782029" y="2966017"/>
                  </a:lnTo>
                  <a:lnTo>
                    <a:pt x="3775486" y="2947413"/>
                  </a:lnTo>
                  <a:lnTo>
                    <a:pt x="3755858" y="2938957"/>
                  </a:lnTo>
                  <a:lnTo>
                    <a:pt x="3736221" y="2947413"/>
                  </a:lnTo>
                  <a:lnTo>
                    <a:pt x="3729675" y="2966017"/>
                  </a:lnTo>
                  <a:lnTo>
                    <a:pt x="3736221" y="2984621"/>
                  </a:lnTo>
                  <a:lnTo>
                    <a:pt x="3755858" y="2993077"/>
                  </a:lnTo>
                  <a:close/>
                </a:path>
                <a:path w="8348344" h="7197725">
                  <a:moveTo>
                    <a:pt x="3755858" y="3121388"/>
                  </a:moveTo>
                  <a:lnTo>
                    <a:pt x="3775365" y="3112987"/>
                  </a:lnTo>
                  <a:lnTo>
                    <a:pt x="3781866" y="3094505"/>
                  </a:lnTo>
                  <a:lnTo>
                    <a:pt x="3775357" y="3076022"/>
                  </a:lnTo>
                  <a:lnTo>
                    <a:pt x="3755858" y="3067621"/>
                  </a:lnTo>
                  <a:lnTo>
                    <a:pt x="3736349" y="3076025"/>
                  </a:lnTo>
                  <a:lnTo>
                    <a:pt x="3729849" y="3094507"/>
                  </a:lnTo>
                  <a:lnTo>
                    <a:pt x="3736353" y="3112988"/>
                  </a:lnTo>
                  <a:lnTo>
                    <a:pt x="3755858" y="3121388"/>
                  </a:lnTo>
                  <a:close/>
                </a:path>
                <a:path w="8348344" h="7197725">
                  <a:moveTo>
                    <a:pt x="3755858" y="3378025"/>
                  </a:moveTo>
                  <a:lnTo>
                    <a:pt x="3775101" y="3369735"/>
                  </a:lnTo>
                  <a:lnTo>
                    <a:pt x="3781516" y="3351495"/>
                  </a:lnTo>
                  <a:lnTo>
                    <a:pt x="3775101" y="3333256"/>
                  </a:lnTo>
                  <a:lnTo>
                    <a:pt x="3755858" y="3324965"/>
                  </a:lnTo>
                  <a:lnTo>
                    <a:pt x="3736609" y="3333256"/>
                  </a:lnTo>
                  <a:lnTo>
                    <a:pt x="3730193" y="3351495"/>
                  </a:lnTo>
                  <a:lnTo>
                    <a:pt x="3736609" y="3369735"/>
                  </a:lnTo>
                  <a:lnTo>
                    <a:pt x="3755858" y="3378025"/>
                  </a:lnTo>
                  <a:close/>
                </a:path>
                <a:path w="8348344" h="7197725">
                  <a:moveTo>
                    <a:pt x="3755858" y="3506337"/>
                  </a:moveTo>
                  <a:lnTo>
                    <a:pt x="3774972" y="3498102"/>
                  </a:lnTo>
                  <a:lnTo>
                    <a:pt x="3781343" y="3479987"/>
                  </a:lnTo>
                  <a:lnTo>
                    <a:pt x="3774972" y="3461872"/>
                  </a:lnTo>
                  <a:lnTo>
                    <a:pt x="3755858" y="3453637"/>
                  </a:lnTo>
                  <a:lnTo>
                    <a:pt x="3736743" y="3461872"/>
                  </a:lnTo>
                  <a:lnTo>
                    <a:pt x="3730372" y="3479987"/>
                  </a:lnTo>
                  <a:lnTo>
                    <a:pt x="3736743" y="3498102"/>
                  </a:lnTo>
                  <a:lnTo>
                    <a:pt x="3755858" y="3506337"/>
                  </a:lnTo>
                  <a:close/>
                </a:path>
                <a:path w="8348344" h="7197725">
                  <a:moveTo>
                    <a:pt x="3755858" y="3249714"/>
                  </a:moveTo>
                  <a:lnTo>
                    <a:pt x="3775231" y="3241367"/>
                  </a:lnTo>
                  <a:lnTo>
                    <a:pt x="3781689" y="3223004"/>
                  </a:lnTo>
                  <a:lnTo>
                    <a:pt x="3775231" y="3204640"/>
                  </a:lnTo>
                  <a:lnTo>
                    <a:pt x="3755858" y="3196293"/>
                  </a:lnTo>
                  <a:lnTo>
                    <a:pt x="3736489" y="3204640"/>
                  </a:lnTo>
                  <a:lnTo>
                    <a:pt x="3730032" y="3223004"/>
                  </a:lnTo>
                  <a:lnTo>
                    <a:pt x="3736489" y="3241367"/>
                  </a:lnTo>
                  <a:lnTo>
                    <a:pt x="3755858" y="3249714"/>
                  </a:lnTo>
                  <a:close/>
                </a:path>
                <a:path w="8348344" h="7197725">
                  <a:moveTo>
                    <a:pt x="3755858" y="2864758"/>
                  </a:moveTo>
                  <a:lnTo>
                    <a:pt x="3775620" y="2856245"/>
                  </a:lnTo>
                  <a:lnTo>
                    <a:pt x="3782206" y="2837517"/>
                  </a:lnTo>
                  <a:lnTo>
                    <a:pt x="3775612" y="2818790"/>
                  </a:lnTo>
                  <a:lnTo>
                    <a:pt x="3755858" y="2810277"/>
                  </a:lnTo>
                  <a:lnTo>
                    <a:pt x="3736094" y="2818793"/>
                  </a:lnTo>
                  <a:lnTo>
                    <a:pt x="3729509" y="2837520"/>
                  </a:lnTo>
                  <a:lnTo>
                    <a:pt x="3736098" y="2856247"/>
                  </a:lnTo>
                  <a:lnTo>
                    <a:pt x="3755858" y="2864758"/>
                  </a:lnTo>
                  <a:close/>
                </a:path>
                <a:path w="8348344" h="7197725">
                  <a:moveTo>
                    <a:pt x="3894116" y="3249714"/>
                  </a:moveTo>
                  <a:lnTo>
                    <a:pt x="3913485" y="3241367"/>
                  </a:lnTo>
                  <a:lnTo>
                    <a:pt x="3919941" y="3223004"/>
                  </a:lnTo>
                  <a:lnTo>
                    <a:pt x="3913485" y="3204640"/>
                  </a:lnTo>
                  <a:lnTo>
                    <a:pt x="3894116" y="3196293"/>
                  </a:lnTo>
                  <a:lnTo>
                    <a:pt x="3874743" y="3204640"/>
                  </a:lnTo>
                  <a:lnTo>
                    <a:pt x="3868287" y="3223004"/>
                  </a:lnTo>
                  <a:lnTo>
                    <a:pt x="3874746" y="3241367"/>
                  </a:lnTo>
                  <a:lnTo>
                    <a:pt x="3894116" y="3249714"/>
                  </a:lnTo>
                  <a:close/>
                </a:path>
                <a:path w="8348344" h="7197725">
                  <a:moveTo>
                    <a:pt x="3894116" y="2993077"/>
                  </a:moveTo>
                  <a:lnTo>
                    <a:pt x="3913744" y="2984621"/>
                  </a:lnTo>
                  <a:lnTo>
                    <a:pt x="3920287" y="2966017"/>
                  </a:lnTo>
                  <a:lnTo>
                    <a:pt x="3913744" y="2947413"/>
                  </a:lnTo>
                  <a:lnTo>
                    <a:pt x="3894116" y="2938957"/>
                  </a:lnTo>
                  <a:lnTo>
                    <a:pt x="3874478" y="2947413"/>
                  </a:lnTo>
                  <a:lnTo>
                    <a:pt x="3867933" y="2966017"/>
                  </a:lnTo>
                  <a:lnTo>
                    <a:pt x="3874478" y="2984621"/>
                  </a:lnTo>
                  <a:lnTo>
                    <a:pt x="3894116" y="2993077"/>
                  </a:lnTo>
                  <a:close/>
                </a:path>
                <a:path w="8348344" h="7197725">
                  <a:moveTo>
                    <a:pt x="3894116" y="3121396"/>
                  </a:moveTo>
                  <a:lnTo>
                    <a:pt x="3913624" y="3112991"/>
                  </a:lnTo>
                  <a:lnTo>
                    <a:pt x="3920124" y="3094509"/>
                  </a:lnTo>
                  <a:lnTo>
                    <a:pt x="3913620" y="3076029"/>
                  </a:lnTo>
                  <a:lnTo>
                    <a:pt x="3894116" y="3067629"/>
                  </a:lnTo>
                  <a:lnTo>
                    <a:pt x="3874612" y="3076030"/>
                  </a:lnTo>
                  <a:lnTo>
                    <a:pt x="3868112" y="3094512"/>
                  </a:lnTo>
                  <a:lnTo>
                    <a:pt x="3874620" y="3112995"/>
                  </a:lnTo>
                  <a:lnTo>
                    <a:pt x="3894116" y="3121396"/>
                  </a:lnTo>
                  <a:close/>
                </a:path>
                <a:path w="8348344" h="7197725">
                  <a:moveTo>
                    <a:pt x="3894116" y="3506329"/>
                  </a:moveTo>
                  <a:lnTo>
                    <a:pt x="3913230" y="3498095"/>
                  </a:lnTo>
                  <a:lnTo>
                    <a:pt x="3919601" y="3479979"/>
                  </a:lnTo>
                  <a:lnTo>
                    <a:pt x="3913230" y="3461864"/>
                  </a:lnTo>
                  <a:lnTo>
                    <a:pt x="3894116" y="3453630"/>
                  </a:lnTo>
                  <a:lnTo>
                    <a:pt x="3875005" y="3461864"/>
                  </a:lnTo>
                  <a:lnTo>
                    <a:pt x="3868633" y="3479979"/>
                  </a:lnTo>
                  <a:lnTo>
                    <a:pt x="3875002" y="3498095"/>
                  </a:lnTo>
                  <a:lnTo>
                    <a:pt x="3894116" y="3506329"/>
                  </a:lnTo>
                  <a:close/>
                </a:path>
                <a:path w="8348344" h="7197725">
                  <a:moveTo>
                    <a:pt x="3894116" y="2479817"/>
                  </a:moveTo>
                  <a:lnTo>
                    <a:pt x="3914267" y="2471138"/>
                  </a:lnTo>
                  <a:lnTo>
                    <a:pt x="3920984" y="2452043"/>
                  </a:lnTo>
                  <a:lnTo>
                    <a:pt x="3914267" y="2432948"/>
                  </a:lnTo>
                  <a:lnTo>
                    <a:pt x="3894116" y="2424268"/>
                  </a:lnTo>
                  <a:lnTo>
                    <a:pt x="3873964" y="2432948"/>
                  </a:lnTo>
                  <a:lnTo>
                    <a:pt x="3867247" y="2452043"/>
                  </a:lnTo>
                  <a:lnTo>
                    <a:pt x="3873964" y="2471138"/>
                  </a:lnTo>
                  <a:lnTo>
                    <a:pt x="3894116" y="2479817"/>
                  </a:lnTo>
                  <a:close/>
                </a:path>
                <a:path w="8348344" h="7197725">
                  <a:moveTo>
                    <a:pt x="3894116" y="2608136"/>
                  </a:moveTo>
                  <a:lnTo>
                    <a:pt x="3914133" y="2599512"/>
                  </a:lnTo>
                  <a:lnTo>
                    <a:pt x="3920805" y="2580538"/>
                  </a:lnTo>
                  <a:lnTo>
                    <a:pt x="3914133" y="2561565"/>
                  </a:lnTo>
                  <a:lnTo>
                    <a:pt x="3894116" y="2552940"/>
                  </a:lnTo>
                  <a:lnTo>
                    <a:pt x="3874094" y="2561565"/>
                  </a:lnTo>
                  <a:lnTo>
                    <a:pt x="3867420" y="2580538"/>
                  </a:lnTo>
                  <a:lnTo>
                    <a:pt x="3874094" y="2599512"/>
                  </a:lnTo>
                  <a:lnTo>
                    <a:pt x="3894116" y="2608136"/>
                  </a:lnTo>
                  <a:close/>
                </a:path>
                <a:path w="8348344" h="7197725">
                  <a:moveTo>
                    <a:pt x="3894116" y="2864766"/>
                  </a:moveTo>
                  <a:lnTo>
                    <a:pt x="3913875" y="2856250"/>
                  </a:lnTo>
                  <a:lnTo>
                    <a:pt x="3920458" y="2837522"/>
                  </a:lnTo>
                  <a:lnTo>
                    <a:pt x="3913871" y="2818796"/>
                  </a:lnTo>
                  <a:lnTo>
                    <a:pt x="3894116" y="2810285"/>
                  </a:lnTo>
                  <a:lnTo>
                    <a:pt x="3874353" y="2818797"/>
                  </a:lnTo>
                  <a:lnTo>
                    <a:pt x="3867767" y="2837525"/>
                  </a:lnTo>
                  <a:lnTo>
                    <a:pt x="3874361" y="2856253"/>
                  </a:lnTo>
                  <a:lnTo>
                    <a:pt x="3894116" y="2864766"/>
                  </a:lnTo>
                  <a:close/>
                </a:path>
                <a:path w="8348344" h="7197725">
                  <a:moveTo>
                    <a:pt x="3894116" y="2736455"/>
                  </a:moveTo>
                  <a:lnTo>
                    <a:pt x="3914009" y="2727882"/>
                  </a:lnTo>
                  <a:lnTo>
                    <a:pt x="3920637" y="2709031"/>
                  </a:lnTo>
                  <a:lnTo>
                    <a:pt x="3914005" y="2690181"/>
                  </a:lnTo>
                  <a:lnTo>
                    <a:pt x="3894116" y="2681612"/>
                  </a:lnTo>
                  <a:lnTo>
                    <a:pt x="3874223" y="2690182"/>
                  </a:lnTo>
                  <a:lnTo>
                    <a:pt x="3867594" y="2709034"/>
                  </a:lnTo>
                  <a:lnTo>
                    <a:pt x="3874231" y="2727886"/>
                  </a:lnTo>
                  <a:lnTo>
                    <a:pt x="3894116" y="2736455"/>
                  </a:lnTo>
                  <a:close/>
                </a:path>
              </a:pathLst>
            </a:custGeom>
            <a:solidFill>
              <a:srgbClr val="112140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98067" y="1927827"/>
              <a:ext cx="10089930" cy="835660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48980" y="3553651"/>
            <a:ext cx="400049" cy="275411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1125" y="7633965"/>
            <a:ext cx="5053578" cy="193040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793258" y="422472"/>
            <a:ext cx="5077460" cy="2429510"/>
          </a:xfrm>
          <a:custGeom>
            <a:avLst/>
            <a:gdLst/>
            <a:ahLst/>
            <a:cxnLst/>
            <a:rect l="l" t="t" r="r" b="b"/>
            <a:pathLst>
              <a:path w="5077460" h="2429510">
                <a:moveTo>
                  <a:pt x="5077282" y="2429262"/>
                </a:moveTo>
                <a:lnTo>
                  <a:pt x="0" y="2429262"/>
                </a:lnTo>
                <a:lnTo>
                  <a:pt x="0" y="0"/>
                </a:lnTo>
                <a:lnTo>
                  <a:pt x="5077282" y="0"/>
                </a:lnTo>
                <a:lnTo>
                  <a:pt x="5077282" y="24292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793258" y="422472"/>
            <a:ext cx="5077460" cy="2429510"/>
          </a:xfrm>
          <a:prstGeom prst="rect"/>
        </p:spPr>
        <p:txBody>
          <a:bodyPr wrap="square" lIns="0" tIns="403225" rIns="0" bIns="0" rtlCol="0" vert="horz">
            <a:spAutoFit/>
          </a:bodyPr>
          <a:lstStyle/>
          <a:p>
            <a:pPr marL="640715" marR="306070" indent="-327025">
              <a:lnSpc>
                <a:spcPct val="100000"/>
              </a:lnSpc>
              <a:spcBef>
                <a:spcPts val="3175"/>
              </a:spcBef>
            </a:pPr>
            <a:r>
              <a:rPr dirty="0" sz="5000" spc="-565"/>
              <a:t>H</a:t>
            </a:r>
            <a:r>
              <a:rPr dirty="0" sz="5000" spc="-254"/>
              <a:t>u</a:t>
            </a:r>
            <a:r>
              <a:rPr dirty="0" sz="5000" spc="-135"/>
              <a:t>b</a:t>
            </a:r>
            <a:r>
              <a:rPr dirty="0" sz="5000" spc="-254"/>
              <a:t>u</a:t>
            </a:r>
            <a:r>
              <a:rPr dirty="0" sz="5000" spc="-355"/>
              <a:t>n</a:t>
            </a:r>
            <a:r>
              <a:rPr dirty="0" sz="5000" spc="90"/>
              <a:t>g</a:t>
            </a:r>
            <a:r>
              <a:rPr dirty="0" sz="5000" spc="-215"/>
              <a:t>a</a:t>
            </a:r>
            <a:r>
              <a:rPr dirty="0" sz="5000" spc="-400"/>
              <a:t>n</a:t>
            </a:r>
            <a:r>
              <a:rPr dirty="0" sz="5000" spc="-229"/>
              <a:t> </a:t>
            </a:r>
            <a:r>
              <a:rPr dirty="0" sz="5000" spc="-215"/>
              <a:t>a</a:t>
            </a:r>
            <a:r>
              <a:rPr dirty="0" sz="5000" spc="-355"/>
              <a:t>n</a:t>
            </a:r>
            <a:r>
              <a:rPr dirty="0" sz="5000" spc="-65"/>
              <a:t>t</a:t>
            </a:r>
            <a:r>
              <a:rPr dirty="0" sz="5000" spc="-215"/>
              <a:t>a</a:t>
            </a:r>
            <a:r>
              <a:rPr dirty="0" sz="5000" spc="210"/>
              <a:t>r</a:t>
            </a:r>
            <a:r>
              <a:rPr dirty="0" sz="5000" spc="-190"/>
              <a:t>a  </a:t>
            </a:r>
            <a:r>
              <a:rPr dirty="0" sz="5000" spc="-210"/>
              <a:t>K</a:t>
            </a:r>
            <a:r>
              <a:rPr dirty="0" sz="5000" spc="-315"/>
              <a:t>R</a:t>
            </a:r>
            <a:r>
              <a:rPr dirty="0" sz="5000" spc="-85"/>
              <a:t>L</a:t>
            </a:r>
            <a:r>
              <a:rPr dirty="0" sz="5000" spc="-229"/>
              <a:t> </a:t>
            </a:r>
            <a:r>
              <a:rPr dirty="0" sz="5000" spc="-315"/>
              <a:t>d</a:t>
            </a:r>
            <a:r>
              <a:rPr dirty="0" sz="5000" spc="-215"/>
              <a:t>a</a:t>
            </a:r>
            <a:r>
              <a:rPr dirty="0" sz="5000" spc="-400"/>
              <a:t>n</a:t>
            </a:r>
            <a:r>
              <a:rPr dirty="0" sz="5000" spc="-229"/>
              <a:t> </a:t>
            </a:r>
            <a:r>
              <a:rPr dirty="0" sz="5000" spc="-735"/>
              <a:t>G</a:t>
            </a:r>
            <a:r>
              <a:rPr dirty="0" sz="5000" spc="210"/>
              <a:t>r</a:t>
            </a:r>
            <a:r>
              <a:rPr dirty="0" sz="5000" spc="-215"/>
              <a:t>a</a:t>
            </a:r>
            <a:r>
              <a:rPr dirty="0" sz="5000" spc="-210"/>
              <a:t>p</a:t>
            </a:r>
            <a:r>
              <a:rPr dirty="0" sz="5000" spc="-170"/>
              <a:t>h</a:t>
            </a:r>
            <a:endParaRPr sz="5000"/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60415" y="164181"/>
            <a:ext cx="950404" cy="54013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93258" y="4570696"/>
            <a:ext cx="7230109" cy="44621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232410" rIns="0" bIns="0" rtlCol="0" vert="horz">
            <a:spAutoFit/>
          </a:bodyPr>
          <a:lstStyle/>
          <a:p>
            <a:pPr algn="ctr" marL="245110" marR="238125">
              <a:lnSpc>
                <a:spcPts val="3900"/>
              </a:lnSpc>
              <a:spcBef>
                <a:spcPts val="1830"/>
              </a:spcBef>
            </a:pPr>
            <a:r>
              <a:rPr dirty="0" sz="3300" spc="-19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300" spc="-12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300" spc="13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-229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-24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8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29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3300" spc="110">
                <a:solidFill>
                  <a:srgbClr val="152950"/>
                </a:solidFill>
                <a:latin typeface="Trebuchet MS"/>
                <a:cs typeface="Trebuchet MS"/>
              </a:rPr>
              <a:t>y</a:t>
            </a:r>
            <a:r>
              <a:rPr dirty="0" sz="3300" spc="-229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3300" spc="-100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3300" spc="-12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300" spc="-260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484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3300" spc="13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140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3300" spc="-85">
                <a:solidFill>
                  <a:srgbClr val="152950"/>
                </a:solidFill>
                <a:latin typeface="Trebuchet MS"/>
                <a:cs typeface="Trebuchet MS"/>
              </a:rPr>
              <a:t>h</a:t>
            </a:r>
            <a:r>
              <a:rPr dirty="0" sz="3300" spc="-26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310">
                <a:solidFill>
                  <a:srgbClr val="152950"/>
                </a:solidFill>
                <a:latin typeface="Trebuchet MS"/>
                <a:cs typeface="Trebuchet MS"/>
              </a:rPr>
              <a:t>(</a:t>
            </a:r>
            <a:r>
              <a:rPr dirty="0" sz="3300" spc="-19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300" spc="-8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484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3300" spc="-330">
                <a:solidFill>
                  <a:srgbClr val="152950"/>
                </a:solidFill>
                <a:latin typeface="Trebuchet MS"/>
                <a:cs typeface="Trebuchet MS"/>
              </a:rPr>
              <a:t>)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21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140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60">
                <a:solidFill>
                  <a:srgbClr val="152950"/>
                </a:solidFill>
                <a:latin typeface="Trebuchet MS"/>
                <a:cs typeface="Trebuchet MS"/>
              </a:rPr>
              <a:t>t  </a:t>
            </a:r>
            <a:r>
              <a:rPr dirty="0" sz="3300" spc="-21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300" spc="-12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300" spc="60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9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6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300" spc="-12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545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13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-140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3300" spc="13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12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300" spc="-9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185">
                <a:solidFill>
                  <a:srgbClr val="152950"/>
                </a:solidFill>
                <a:latin typeface="Trebuchet MS"/>
                <a:cs typeface="Trebuchet MS"/>
              </a:rPr>
              <a:t>n  </a:t>
            </a:r>
            <a:r>
              <a:rPr dirty="0" sz="3300" spc="-85">
                <a:solidFill>
                  <a:srgbClr val="152950"/>
                </a:solidFill>
                <a:latin typeface="Trebuchet MS"/>
                <a:cs typeface="Trebuchet MS"/>
              </a:rPr>
              <a:t>h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300" spc="-90">
                <a:solidFill>
                  <a:srgbClr val="152950"/>
                </a:solidFill>
                <a:latin typeface="Trebuchet MS"/>
                <a:cs typeface="Trebuchet MS"/>
              </a:rPr>
              <a:t>b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60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6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10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12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300" spc="-26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140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300" spc="-21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55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310">
                <a:solidFill>
                  <a:srgbClr val="152950"/>
                </a:solidFill>
                <a:latin typeface="Trebuchet MS"/>
                <a:cs typeface="Trebuchet MS"/>
              </a:rPr>
              <a:t>(</a:t>
            </a:r>
            <a:r>
              <a:rPr dirty="0" sz="3300" spc="-140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13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-17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21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-130">
                <a:solidFill>
                  <a:srgbClr val="152950"/>
                </a:solidFill>
                <a:latin typeface="Trebuchet MS"/>
                <a:cs typeface="Trebuchet MS"/>
              </a:rPr>
              <a:t>l  </a:t>
            </a:r>
            <a:r>
              <a:rPr dirty="0" sz="3300" spc="-25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3300" spc="-12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13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12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300" spc="-9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300" spc="-330">
                <a:solidFill>
                  <a:srgbClr val="152950"/>
                </a:solidFill>
                <a:latin typeface="Trebuchet MS"/>
                <a:cs typeface="Trebuchet MS"/>
              </a:rPr>
              <a:t>)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21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100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575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-90">
                <a:solidFill>
                  <a:srgbClr val="152950"/>
                </a:solidFill>
                <a:latin typeface="Trebuchet MS"/>
                <a:cs typeface="Trebuchet MS"/>
              </a:rPr>
              <a:t>b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114">
                <a:solidFill>
                  <a:srgbClr val="152950"/>
                </a:solidFill>
                <a:latin typeface="Trebuchet MS"/>
                <a:cs typeface="Trebuchet MS"/>
              </a:rPr>
              <a:t>h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12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-330">
                <a:solidFill>
                  <a:srgbClr val="152950"/>
                </a:solidFill>
                <a:latin typeface="Trebuchet MS"/>
                <a:cs typeface="Trebuchet MS"/>
              </a:rPr>
              <a:t>m  </a:t>
            </a:r>
            <a:r>
              <a:rPr dirty="0" sz="3300" spc="-150">
                <a:solidFill>
                  <a:srgbClr val="152950"/>
                </a:solidFill>
                <a:latin typeface="Trebuchet MS"/>
                <a:cs typeface="Trebuchet MS"/>
              </a:rPr>
              <a:t>transportasi.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175">
                <a:solidFill>
                  <a:srgbClr val="152950"/>
                </a:solidFill>
                <a:latin typeface="Trebuchet MS"/>
                <a:cs typeface="Trebuchet MS"/>
              </a:rPr>
              <a:t>Hubungan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175">
                <a:solidFill>
                  <a:srgbClr val="152950"/>
                </a:solidFill>
                <a:latin typeface="Trebuchet MS"/>
                <a:cs typeface="Trebuchet MS"/>
              </a:rPr>
              <a:t>ini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170">
                <a:solidFill>
                  <a:srgbClr val="152950"/>
                </a:solidFill>
                <a:latin typeface="Trebuchet MS"/>
                <a:cs typeface="Trebuchet MS"/>
              </a:rPr>
              <a:t>tercermin 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21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100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575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13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300" spc="-9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300" spc="10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60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3300" spc="13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10">
                <a:solidFill>
                  <a:srgbClr val="152950"/>
                </a:solidFill>
                <a:latin typeface="Trebuchet MS"/>
                <a:cs typeface="Trebuchet MS"/>
              </a:rPr>
              <a:t>f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110">
                <a:solidFill>
                  <a:srgbClr val="152950"/>
                </a:solidFill>
                <a:latin typeface="Trebuchet MS"/>
                <a:cs typeface="Trebuchet MS"/>
              </a:rPr>
              <a:t>y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20">
                <a:solidFill>
                  <a:srgbClr val="152950"/>
                </a:solidFill>
                <a:latin typeface="Trebuchet MS"/>
                <a:cs typeface="Trebuchet MS"/>
              </a:rPr>
              <a:t>g  </a:t>
            </a:r>
            <a:r>
              <a:rPr dirty="0" sz="3300" spc="-545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60">
                <a:solidFill>
                  <a:srgbClr val="152950"/>
                </a:solidFill>
                <a:latin typeface="Trebuchet MS"/>
                <a:cs typeface="Trebuchet MS"/>
              </a:rPr>
              <a:t>gg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545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300" spc="-90">
                <a:solidFill>
                  <a:srgbClr val="152950"/>
                </a:solidFill>
                <a:latin typeface="Trebuchet MS"/>
                <a:cs typeface="Trebuchet MS"/>
              </a:rPr>
              <a:t>b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13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9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6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13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114">
                <a:solidFill>
                  <a:srgbClr val="152950"/>
                </a:solidFill>
                <a:latin typeface="Trebuchet MS"/>
                <a:cs typeface="Trebuchet MS"/>
              </a:rPr>
              <a:t>h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140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3300" spc="-295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300" spc="135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300" spc="-310">
                <a:solidFill>
                  <a:srgbClr val="152950"/>
                </a:solidFill>
                <a:latin typeface="Trebuchet MS"/>
                <a:cs typeface="Trebuchet MS"/>
              </a:rPr>
              <a:t>j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100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6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90">
                <a:solidFill>
                  <a:srgbClr val="152950"/>
                </a:solidFill>
                <a:latin typeface="Trebuchet MS"/>
                <a:cs typeface="Trebuchet MS"/>
              </a:rPr>
              <a:t>r  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12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300" spc="-26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4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-140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3300" spc="-17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1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300" spc="-14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300" spc="110">
                <a:solidFill>
                  <a:srgbClr val="152950"/>
                </a:solidFill>
                <a:latin typeface="Trebuchet MS"/>
                <a:cs typeface="Trebuchet MS"/>
              </a:rPr>
              <a:t>y</a:t>
            </a:r>
            <a:r>
              <a:rPr dirty="0" sz="3300" spc="-17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300" spc="-15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12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300" spc="-9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300" spc="-100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3300" spc="-16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300" spc="-23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300" spc="-620">
                <a:solidFill>
                  <a:srgbClr val="152950"/>
                </a:solidFill>
                <a:latin typeface="Trebuchet MS"/>
                <a:cs typeface="Trebuchet MS"/>
              </a:rPr>
              <a:t>.</a:t>
            </a:r>
            <a:endParaRPr sz="33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10737" y="2968886"/>
            <a:ext cx="1369695" cy="1480820"/>
          </a:xfrm>
          <a:custGeom>
            <a:avLst/>
            <a:gdLst/>
            <a:ahLst/>
            <a:cxnLst/>
            <a:rect l="l" t="t" r="r" b="b"/>
            <a:pathLst>
              <a:path w="1369695" h="1480820">
                <a:moveTo>
                  <a:pt x="1329481" y="1324432"/>
                </a:moveTo>
                <a:lnTo>
                  <a:pt x="1356666" y="1038420"/>
                </a:lnTo>
                <a:lnTo>
                  <a:pt x="1369136" y="1041441"/>
                </a:lnTo>
                <a:lnTo>
                  <a:pt x="1342905" y="1317418"/>
                </a:lnTo>
                <a:lnTo>
                  <a:pt x="1329481" y="1324432"/>
                </a:lnTo>
                <a:close/>
              </a:path>
              <a:path w="1369695" h="1480820">
                <a:moveTo>
                  <a:pt x="1291334" y="1457334"/>
                </a:moveTo>
                <a:lnTo>
                  <a:pt x="1333009" y="1018876"/>
                </a:lnTo>
                <a:lnTo>
                  <a:pt x="1344576" y="1031407"/>
                </a:lnTo>
                <a:lnTo>
                  <a:pt x="1344746" y="1029617"/>
                </a:lnTo>
                <a:lnTo>
                  <a:pt x="1356524" y="1039917"/>
                </a:lnTo>
                <a:lnTo>
                  <a:pt x="1316358" y="1462496"/>
                </a:lnTo>
                <a:lnTo>
                  <a:pt x="1303793" y="1460472"/>
                </a:lnTo>
                <a:lnTo>
                  <a:pt x="1291334" y="1457334"/>
                </a:lnTo>
                <a:close/>
              </a:path>
              <a:path w="1369695" h="1480820">
                <a:moveTo>
                  <a:pt x="1277148" y="1472362"/>
                </a:moveTo>
                <a:lnTo>
                  <a:pt x="1320199" y="1019435"/>
                </a:lnTo>
                <a:lnTo>
                  <a:pt x="1332990" y="1019082"/>
                </a:lnTo>
                <a:lnTo>
                  <a:pt x="1289961" y="1471774"/>
                </a:lnTo>
                <a:lnTo>
                  <a:pt x="1277148" y="1472362"/>
                </a:lnTo>
                <a:close/>
              </a:path>
              <a:path w="1369695" h="1480820">
                <a:moveTo>
                  <a:pt x="1263888" y="1477652"/>
                </a:moveTo>
                <a:lnTo>
                  <a:pt x="1305208" y="1042932"/>
                </a:lnTo>
                <a:lnTo>
                  <a:pt x="1318489" y="1037427"/>
                </a:lnTo>
                <a:lnTo>
                  <a:pt x="1276850" y="1475503"/>
                </a:lnTo>
                <a:lnTo>
                  <a:pt x="1263888" y="1477652"/>
                </a:lnTo>
                <a:close/>
              </a:path>
              <a:path w="1369695" h="1480820">
                <a:moveTo>
                  <a:pt x="1250878" y="1480314"/>
                </a:moveTo>
                <a:lnTo>
                  <a:pt x="1271089" y="1267680"/>
                </a:lnTo>
                <a:lnTo>
                  <a:pt x="1284159" y="1264391"/>
                </a:lnTo>
                <a:lnTo>
                  <a:pt x="1263654" y="1480112"/>
                </a:lnTo>
                <a:lnTo>
                  <a:pt x="1250878" y="1480314"/>
                </a:lnTo>
                <a:close/>
              </a:path>
              <a:path w="1369695" h="1480820">
                <a:moveTo>
                  <a:pt x="1240332" y="1457046"/>
                </a:moveTo>
                <a:lnTo>
                  <a:pt x="1262734" y="1221367"/>
                </a:lnTo>
                <a:lnTo>
                  <a:pt x="1274476" y="1232040"/>
                </a:lnTo>
                <a:lnTo>
                  <a:pt x="1252978" y="1458219"/>
                </a:lnTo>
                <a:lnTo>
                  <a:pt x="1240332" y="1457046"/>
                </a:lnTo>
                <a:close/>
              </a:path>
              <a:path w="1369695" h="1480820">
                <a:moveTo>
                  <a:pt x="1238376" y="1477621"/>
                </a:moveTo>
                <a:lnTo>
                  <a:pt x="1239250" y="1468434"/>
                </a:lnTo>
                <a:lnTo>
                  <a:pt x="1251611" y="1472600"/>
                </a:lnTo>
                <a:lnTo>
                  <a:pt x="1250874" y="1480349"/>
                </a:lnTo>
                <a:lnTo>
                  <a:pt x="1238376" y="1477621"/>
                </a:lnTo>
                <a:close/>
              </a:path>
              <a:path w="1369695" h="1480820">
                <a:moveTo>
                  <a:pt x="1228529" y="1447010"/>
                </a:moveTo>
                <a:lnTo>
                  <a:pt x="1254052" y="1178489"/>
                </a:lnTo>
                <a:lnTo>
                  <a:pt x="1265629" y="1190902"/>
                </a:lnTo>
                <a:lnTo>
                  <a:pt x="1240921" y="1450853"/>
                </a:lnTo>
                <a:lnTo>
                  <a:pt x="1228529" y="1447010"/>
                </a:lnTo>
                <a:close/>
              </a:path>
              <a:path w="1369695" h="1480820">
                <a:moveTo>
                  <a:pt x="1190192" y="1447690"/>
                </a:moveTo>
                <a:lnTo>
                  <a:pt x="1191439" y="1434571"/>
                </a:lnTo>
                <a:lnTo>
                  <a:pt x="1227586" y="1456931"/>
                </a:lnTo>
                <a:lnTo>
                  <a:pt x="1240285" y="1457545"/>
                </a:lnTo>
                <a:lnTo>
                  <a:pt x="1240193" y="1458514"/>
                </a:lnTo>
                <a:lnTo>
                  <a:pt x="1227550" y="1457312"/>
                </a:lnTo>
                <a:lnTo>
                  <a:pt x="1226972" y="1463388"/>
                </a:lnTo>
                <a:lnTo>
                  <a:pt x="1214460" y="1460807"/>
                </a:lnTo>
                <a:lnTo>
                  <a:pt x="1214700" y="1458283"/>
                </a:lnTo>
                <a:lnTo>
                  <a:pt x="1202356" y="1453940"/>
                </a:lnTo>
                <a:lnTo>
                  <a:pt x="1202604" y="1451328"/>
                </a:lnTo>
                <a:lnTo>
                  <a:pt x="1190192" y="1447690"/>
                </a:lnTo>
                <a:close/>
              </a:path>
              <a:path w="1369695" h="1480820">
                <a:moveTo>
                  <a:pt x="1226342" y="1470021"/>
                </a:moveTo>
                <a:lnTo>
                  <a:pt x="1227396" y="1458926"/>
                </a:lnTo>
                <a:lnTo>
                  <a:pt x="1239877" y="1461830"/>
                </a:lnTo>
                <a:lnTo>
                  <a:pt x="1238870" y="1472426"/>
                </a:lnTo>
                <a:lnTo>
                  <a:pt x="1226342" y="1470021"/>
                </a:lnTo>
                <a:close/>
              </a:path>
              <a:path w="1369695" h="1480820">
                <a:moveTo>
                  <a:pt x="1216541" y="1438911"/>
                </a:moveTo>
                <a:lnTo>
                  <a:pt x="1245049" y="1138985"/>
                </a:lnTo>
                <a:lnTo>
                  <a:pt x="1257111" y="1146301"/>
                </a:lnTo>
                <a:lnTo>
                  <a:pt x="1229154" y="1440436"/>
                </a:lnTo>
                <a:lnTo>
                  <a:pt x="1216541" y="1438911"/>
                </a:lnTo>
                <a:close/>
              </a:path>
              <a:path w="1369695" h="1480820">
                <a:moveTo>
                  <a:pt x="1212795" y="1344113"/>
                </a:moveTo>
                <a:lnTo>
                  <a:pt x="1236019" y="1099779"/>
                </a:lnTo>
                <a:lnTo>
                  <a:pt x="1247458" y="1113649"/>
                </a:lnTo>
                <a:lnTo>
                  <a:pt x="1224941" y="1350539"/>
                </a:lnTo>
                <a:lnTo>
                  <a:pt x="1212795" y="1344113"/>
                </a:lnTo>
                <a:close/>
              </a:path>
              <a:path w="1369695" h="1480820">
                <a:moveTo>
                  <a:pt x="1191858" y="1430168"/>
                </a:moveTo>
                <a:lnTo>
                  <a:pt x="1197024" y="1375813"/>
                </a:lnTo>
                <a:lnTo>
                  <a:pt x="1209584" y="1377895"/>
                </a:lnTo>
                <a:lnTo>
                  <a:pt x="1209991" y="1373610"/>
                </a:lnTo>
                <a:lnTo>
                  <a:pt x="1222350" y="1377805"/>
                </a:lnTo>
                <a:lnTo>
                  <a:pt x="1216614" y="1438148"/>
                </a:lnTo>
                <a:lnTo>
                  <a:pt x="1204532" y="1431047"/>
                </a:lnTo>
                <a:lnTo>
                  <a:pt x="1191858" y="1430168"/>
                </a:lnTo>
                <a:close/>
              </a:path>
              <a:path w="1369695" h="1480820">
                <a:moveTo>
                  <a:pt x="1205053" y="1291344"/>
                </a:moveTo>
                <a:lnTo>
                  <a:pt x="1226752" y="1063060"/>
                </a:lnTo>
                <a:lnTo>
                  <a:pt x="1238309" y="1075687"/>
                </a:lnTo>
                <a:lnTo>
                  <a:pt x="1217258" y="1297154"/>
                </a:lnTo>
                <a:lnTo>
                  <a:pt x="1205053" y="1291344"/>
                </a:lnTo>
                <a:close/>
              </a:path>
              <a:path w="1369695" h="1480820">
                <a:moveTo>
                  <a:pt x="1199521" y="1215329"/>
                </a:moveTo>
                <a:lnTo>
                  <a:pt x="1217426" y="1026954"/>
                </a:lnTo>
                <a:lnTo>
                  <a:pt x="1229494" y="1034211"/>
                </a:lnTo>
                <a:lnTo>
                  <a:pt x="1211802" y="1220346"/>
                </a:lnTo>
                <a:lnTo>
                  <a:pt x="1199521" y="1215329"/>
                </a:lnTo>
                <a:close/>
              </a:path>
              <a:path w="1369695" h="1480820">
                <a:moveTo>
                  <a:pt x="1196330" y="1248906"/>
                </a:moveTo>
                <a:lnTo>
                  <a:pt x="1198779" y="1223136"/>
                </a:lnTo>
                <a:lnTo>
                  <a:pt x="1211802" y="1220346"/>
                </a:lnTo>
                <a:lnTo>
                  <a:pt x="1208501" y="1255067"/>
                </a:lnTo>
                <a:lnTo>
                  <a:pt x="1196330" y="1248906"/>
                </a:lnTo>
                <a:close/>
              </a:path>
              <a:path w="1369695" h="1480820">
                <a:moveTo>
                  <a:pt x="1165825" y="1435627"/>
                </a:moveTo>
                <a:lnTo>
                  <a:pt x="1172570" y="1364663"/>
                </a:lnTo>
                <a:lnTo>
                  <a:pt x="1185274" y="1365219"/>
                </a:lnTo>
                <a:lnTo>
                  <a:pt x="1185009" y="1368007"/>
                </a:lnTo>
                <a:lnTo>
                  <a:pt x="1197697" y="1368739"/>
                </a:lnTo>
                <a:lnTo>
                  <a:pt x="1190441" y="1445078"/>
                </a:lnTo>
                <a:lnTo>
                  <a:pt x="1178185" y="1439798"/>
                </a:lnTo>
                <a:lnTo>
                  <a:pt x="1165825" y="1435627"/>
                </a:lnTo>
                <a:close/>
              </a:path>
              <a:path w="1369695" h="1480820">
                <a:moveTo>
                  <a:pt x="1187129" y="1211486"/>
                </a:moveTo>
                <a:lnTo>
                  <a:pt x="1207579" y="996342"/>
                </a:lnTo>
                <a:lnTo>
                  <a:pt x="1219671" y="1003339"/>
                </a:lnTo>
                <a:lnTo>
                  <a:pt x="1199231" y="1218382"/>
                </a:lnTo>
                <a:lnTo>
                  <a:pt x="1187129" y="1211486"/>
                </a:lnTo>
                <a:close/>
              </a:path>
              <a:path w="1369695" h="1480820">
                <a:moveTo>
                  <a:pt x="1178093" y="1172335"/>
                </a:moveTo>
                <a:lnTo>
                  <a:pt x="1197692" y="966144"/>
                </a:lnTo>
                <a:lnTo>
                  <a:pt x="1209626" y="974809"/>
                </a:lnTo>
                <a:lnTo>
                  <a:pt x="1190148" y="1179730"/>
                </a:lnTo>
                <a:lnTo>
                  <a:pt x="1178093" y="1172335"/>
                </a:lnTo>
                <a:close/>
              </a:path>
              <a:path w="1369695" h="1480820">
                <a:moveTo>
                  <a:pt x="1155031" y="1414970"/>
                </a:moveTo>
                <a:lnTo>
                  <a:pt x="1160412" y="1358354"/>
                </a:lnTo>
                <a:lnTo>
                  <a:pt x="1173052" y="1359586"/>
                </a:lnTo>
                <a:lnTo>
                  <a:pt x="1167624" y="1416700"/>
                </a:lnTo>
                <a:lnTo>
                  <a:pt x="1155031" y="1414970"/>
                </a:lnTo>
                <a:close/>
              </a:path>
              <a:path w="1369695" h="1480820">
                <a:moveTo>
                  <a:pt x="1141136" y="1426934"/>
                </a:moveTo>
                <a:lnTo>
                  <a:pt x="1142117" y="1416615"/>
                </a:lnTo>
                <a:lnTo>
                  <a:pt x="1154540" y="1420136"/>
                </a:lnTo>
                <a:lnTo>
                  <a:pt x="1167233" y="1420809"/>
                </a:lnTo>
                <a:lnTo>
                  <a:pt x="1166042" y="1433335"/>
                </a:lnTo>
                <a:lnTo>
                  <a:pt x="1153594" y="1430085"/>
                </a:lnTo>
                <a:lnTo>
                  <a:pt x="1141136" y="1426934"/>
                </a:lnTo>
                <a:close/>
              </a:path>
              <a:path w="1369695" h="1480820">
                <a:moveTo>
                  <a:pt x="1169178" y="1131917"/>
                </a:moveTo>
                <a:lnTo>
                  <a:pt x="1187809" y="935900"/>
                </a:lnTo>
                <a:lnTo>
                  <a:pt x="1199797" y="943993"/>
                </a:lnTo>
                <a:lnTo>
                  <a:pt x="1180602" y="1145938"/>
                </a:lnTo>
                <a:lnTo>
                  <a:pt x="1169178" y="1131917"/>
                </a:lnTo>
                <a:close/>
              </a:path>
              <a:path w="1369695" h="1480820">
                <a:moveTo>
                  <a:pt x="1017403" y="1386548"/>
                </a:moveTo>
                <a:lnTo>
                  <a:pt x="1025219" y="1304310"/>
                </a:lnTo>
                <a:lnTo>
                  <a:pt x="1037784" y="1306333"/>
                </a:lnTo>
                <a:lnTo>
                  <a:pt x="1037497" y="1309356"/>
                </a:lnTo>
                <a:lnTo>
                  <a:pt x="1049895" y="1313141"/>
                </a:lnTo>
                <a:lnTo>
                  <a:pt x="1043199" y="1383580"/>
                </a:lnTo>
                <a:lnTo>
                  <a:pt x="1055616" y="1387159"/>
                </a:lnTo>
                <a:lnTo>
                  <a:pt x="1055407" y="1389361"/>
                </a:lnTo>
                <a:lnTo>
                  <a:pt x="1067860" y="1392558"/>
                </a:lnTo>
                <a:lnTo>
                  <a:pt x="1074913" y="1318362"/>
                </a:lnTo>
                <a:lnTo>
                  <a:pt x="1086995" y="1325468"/>
                </a:lnTo>
                <a:lnTo>
                  <a:pt x="1111433" y="1336791"/>
                </a:lnTo>
                <a:lnTo>
                  <a:pt x="1123660" y="1342364"/>
                </a:lnTo>
                <a:lnTo>
                  <a:pt x="1123504" y="1344007"/>
                </a:lnTo>
                <a:lnTo>
                  <a:pt x="1136097" y="1345737"/>
                </a:lnTo>
                <a:lnTo>
                  <a:pt x="1135789" y="1348979"/>
                </a:lnTo>
                <a:lnTo>
                  <a:pt x="1148241" y="1352189"/>
                </a:lnTo>
                <a:lnTo>
                  <a:pt x="1160696" y="1355371"/>
                </a:lnTo>
                <a:lnTo>
                  <a:pt x="1155084" y="1414412"/>
                </a:lnTo>
                <a:lnTo>
                  <a:pt x="1142630" y="1411215"/>
                </a:lnTo>
                <a:lnTo>
                  <a:pt x="1141136" y="1426934"/>
                </a:lnTo>
                <a:lnTo>
                  <a:pt x="1116168" y="1421193"/>
                </a:lnTo>
                <a:lnTo>
                  <a:pt x="1103708" y="1418058"/>
                </a:lnTo>
                <a:lnTo>
                  <a:pt x="1103876" y="1416299"/>
                </a:lnTo>
                <a:lnTo>
                  <a:pt x="1091428" y="1413038"/>
                </a:lnTo>
                <a:lnTo>
                  <a:pt x="1079209" y="1407378"/>
                </a:lnTo>
                <a:lnTo>
                  <a:pt x="1066926" y="1402383"/>
                </a:lnTo>
                <a:lnTo>
                  <a:pt x="1054650" y="1397322"/>
                </a:lnTo>
                <a:lnTo>
                  <a:pt x="1029720" y="1391180"/>
                </a:lnTo>
                <a:lnTo>
                  <a:pt x="1017403" y="1386548"/>
                </a:lnTo>
                <a:close/>
              </a:path>
              <a:path w="1369695" h="1480820">
                <a:moveTo>
                  <a:pt x="1159913" y="1095177"/>
                </a:moveTo>
                <a:lnTo>
                  <a:pt x="1177898" y="905960"/>
                </a:lnTo>
                <a:lnTo>
                  <a:pt x="1189111" y="922204"/>
                </a:lnTo>
                <a:lnTo>
                  <a:pt x="1171611" y="1106315"/>
                </a:lnTo>
                <a:lnTo>
                  <a:pt x="1159913" y="1095177"/>
                </a:lnTo>
                <a:close/>
              </a:path>
              <a:path w="1369695" h="1480820">
                <a:moveTo>
                  <a:pt x="1150001" y="1065242"/>
                </a:moveTo>
                <a:lnTo>
                  <a:pt x="1166810" y="888401"/>
                </a:lnTo>
                <a:lnTo>
                  <a:pt x="1178676" y="897770"/>
                </a:lnTo>
                <a:lnTo>
                  <a:pt x="1161718" y="1076188"/>
                </a:lnTo>
                <a:lnTo>
                  <a:pt x="1150001" y="1065242"/>
                </a:lnTo>
                <a:close/>
              </a:path>
              <a:path w="1369695" h="1480820">
                <a:moveTo>
                  <a:pt x="1140401" y="1032024"/>
                </a:moveTo>
                <a:lnTo>
                  <a:pt x="1156145" y="866386"/>
                </a:lnTo>
                <a:lnTo>
                  <a:pt x="1168109" y="874732"/>
                </a:lnTo>
                <a:lnTo>
                  <a:pt x="1151941" y="1044831"/>
                </a:lnTo>
                <a:lnTo>
                  <a:pt x="1140401" y="1032024"/>
                </a:lnTo>
                <a:close/>
              </a:path>
              <a:path w="1369695" h="1480820">
                <a:moveTo>
                  <a:pt x="1129948" y="1007779"/>
                </a:moveTo>
                <a:lnTo>
                  <a:pt x="1146480" y="833854"/>
                </a:lnTo>
                <a:lnTo>
                  <a:pt x="1158175" y="845032"/>
                </a:lnTo>
                <a:lnTo>
                  <a:pt x="1141497" y="1020489"/>
                </a:lnTo>
                <a:lnTo>
                  <a:pt x="1129948" y="1007779"/>
                </a:lnTo>
                <a:close/>
              </a:path>
              <a:path w="1369695" h="1480820">
                <a:moveTo>
                  <a:pt x="1120215" y="975965"/>
                </a:moveTo>
                <a:lnTo>
                  <a:pt x="1135708" y="812965"/>
                </a:lnTo>
                <a:lnTo>
                  <a:pt x="1147420" y="823964"/>
                </a:lnTo>
                <a:lnTo>
                  <a:pt x="1132529" y="980630"/>
                </a:lnTo>
                <a:lnTo>
                  <a:pt x="1120215" y="975965"/>
                </a:lnTo>
                <a:close/>
              </a:path>
              <a:path w="1369695" h="1480820">
                <a:moveTo>
                  <a:pt x="1109461" y="954893"/>
                </a:moveTo>
                <a:lnTo>
                  <a:pt x="1124550" y="796140"/>
                </a:lnTo>
                <a:lnTo>
                  <a:pt x="1136630" y="803270"/>
                </a:lnTo>
                <a:lnTo>
                  <a:pt x="1120963" y="968099"/>
                </a:lnTo>
                <a:lnTo>
                  <a:pt x="1109461" y="954893"/>
                </a:lnTo>
                <a:close/>
              </a:path>
              <a:path w="1369695" h="1480820">
                <a:moveTo>
                  <a:pt x="1099009" y="930637"/>
                </a:moveTo>
                <a:lnTo>
                  <a:pt x="1114499" y="767673"/>
                </a:lnTo>
                <a:lnTo>
                  <a:pt x="1126500" y="775624"/>
                </a:lnTo>
                <a:lnTo>
                  <a:pt x="1110507" y="943887"/>
                </a:lnTo>
                <a:lnTo>
                  <a:pt x="1099009" y="930637"/>
                </a:lnTo>
                <a:close/>
              </a:path>
              <a:path w="1369695" h="1480820">
                <a:moveTo>
                  <a:pt x="1056732" y="1375419"/>
                </a:moveTo>
                <a:lnTo>
                  <a:pt x="1062487" y="1314871"/>
                </a:lnTo>
                <a:lnTo>
                  <a:pt x="1075061" y="1316806"/>
                </a:lnTo>
                <a:lnTo>
                  <a:pt x="1068681" y="1383929"/>
                </a:lnTo>
                <a:lnTo>
                  <a:pt x="1056732" y="1375419"/>
                </a:lnTo>
                <a:close/>
              </a:path>
              <a:path w="1369695" h="1480820">
                <a:moveTo>
                  <a:pt x="1088668" y="905217"/>
                </a:moveTo>
                <a:lnTo>
                  <a:pt x="1104057" y="743313"/>
                </a:lnTo>
                <a:lnTo>
                  <a:pt x="1115513" y="757000"/>
                </a:lnTo>
                <a:lnTo>
                  <a:pt x="1100159" y="918541"/>
                </a:lnTo>
                <a:lnTo>
                  <a:pt x="1088668" y="905217"/>
                </a:lnTo>
                <a:close/>
              </a:path>
              <a:path w="1369695" h="1480820">
                <a:moveTo>
                  <a:pt x="1044134" y="1373748"/>
                </a:moveTo>
                <a:lnTo>
                  <a:pt x="1050157" y="1310382"/>
                </a:lnTo>
                <a:lnTo>
                  <a:pt x="1062775" y="1311848"/>
                </a:lnTo>
                <a:lnTo>
                  <a:pt x="1056623" y="1376564"/>
                </a:lnTo>
                <a:lnTo>
                  <a:pt x="1044134" y="1373748"/>
                </a:lnTo>
                <a:close/>
              </a:path>
              <a:path w="1369695" h="1480820">
                <a:moveTo>
                  <a:pt x="1078832" y="874480"/>
                </a:moveTo>
                <a:lnTo>
                  <a:pt x="1092778" y="727759"/>
                </a:lnTo>
                <a:lnTo>
                  <a:pt x="1104760" y="735917"/>
                </a:lnTo>
                <a:lnTo>
                  <a:pt x="1090822" y="882549"/>
                </a:lnTo>
                <a:lnTo>
                  <a:pt x="1078832" y="874480"/>
                </a:lnTo>
                <a:close/>
              </a:path>
              <a:path w="1369695" h="1480820">
                <a:moveTo>
                  <a:pt x="1068315" y="850913"/>
                </a:moveTo>
                <a:lnTo>
                  <a:pt x="1081849" y="708522"/>
                </a:lnTo>
                <a:lnTo>
                  <a:pt x="1093638" y="718711"/>
                </a:lnTo>
                <a:lnTo>
                  <a:pt x="1080369" y="858308"/>
                </a:lnTo>
                <a:lnTo>
                  <a:pt x="1068315" y="850913"/>
                </a:lnTo>
                <a:close/>
              </a:path>
              <a:path w="1369695" h="1480820">
                <a:moveTo>
                  <a:pt x="1057245" y="833158"/>
                </a:moveTo>
                <a:lnTo>
                  <a:pt x="1070912" y="689373"/>
                </a:lnTo>
                <a:lnTo>
                  <a:pt x="1082701" y="699557"/>
                </a:lnTo>
                <a:lnTo>
                  <a:pt x="1069286" y="840699"/>
                </a:lnTo>
                <a:lnTo>
                  <a:pt x="1057245" y="833158"/>
                </a:lnTo>
                <a:close/>
              </a:path>
              <a:path w="1369695" h="1480820">
                <a:moveTo>
                  <a:pt x="958355" y="1336691"/>
                </a:moveTo>
                <a:lnTo>
                  <a:pt x="961201" y="1306754"/>
                </a:lnTo>
                <a:lnTo>
                  <a:pt x="974237" y="1303817"/>
                </a:lnTo>
                <a:lnTo>
                  <a:pt x="987320" y="1300394"/>
                </a:lnTo>
                <a:lnTo>
                  <a:pt x="1000176" y="1299357"/>
                </a:lnTo>
                <a:lnTo>
                  <a:pt x="1012822" y="1300526"/>
                </a:lnTo>
                <a:lnTo>
                  <a:pt x="1025275" y="1303723"/>
                </a:lnTo>
                <a:lnTo>
                  <a:pt x="1017540" y="1385107"/>
                </a:lnTo>
                <a:lnTo>
                  <a:pt x="1004987" y="1382951"/>
                </a:lnTo>
                <a:lnTo>
                  <a:pt x="1005060" y="1382189"/>
                </a:lnTo>
                <a:lnTo>
                  <a:pt x="992499" y="1380124"/>
                </a:lnTo>
                <a:lnTo>
                  <a:pt x="979959" y="1377836"/>
                </a:lnTo>
                <a:lnTo>
                  <a:pt x="983234" y="1343379"/>
                </a:lnTo>
                <a:lnTo>
                  <a:pt x="970962" y="1338274"/>
                </a:lnTo>
                <a:lnTo>
                  <a:pt x="958355" y="1336691"/>
                </a:lnTo>
                <a:close/>
              </a:path>
              <a:path w="1369695" h="1480820">
                <a:moveTo>
                  <a:pt x="1046759" y="809269"/>
                </a:moveTo>
                <a:lnTo>
                  <a:pt x="1060012" y="669838"/>
                </a:lnTo>
                <a:lnTo>
                  <a:pt x="1072075" y="677142"/>
                </a:lnTo>
                <a:lnTo>
                  <a:pt x="1058897" y="815783"/>
                </a:lnTo>
                <a:lnTo>
                  <a:pt x="1046759" y="809269"/>
                </a:lnTo>
                <a:close/>
              </a:path>
              <a:path w="1369695" h="1480820">
                <a:moveTo>
                  <a:pt x="1035918" y="789107"/>
                </a:moveTo>
                <a:lnTo>
                  <a:pt x="1048743" y="654174"/>
                </a:lnTo>
                <a:lnTo>
                  <a:pt x="1060582" y="663840"/>
                </a:lnTo>
                <a:lnTo>
                  <a:pt x="1048145" y="794682"/>
                </a:lnTo>
                <a:lnTo>
                  <a:pt x="1035918" y="789107"/>
                </a:lnTo>
                <a:close/>
              </a:path>
              <a:path w="1369695" h="1480820">
                <a:moveTo>
                  <a:pt x="1025200" y="767654"/>
                </a:moveTo>
                <a:lnTo>
                  <a:pt x="1037695" y="636198"/>
                </a:lnTo>
                <a:lnTo>
                  <a:pt x="1049540" y="645795"/>
                </a:lnTo>
                <a:lnTo>
                  <a:pt x="1037017" y="777543"/>
                </a:lnTo>
                <a:lnTo>
                  <a:pt x="1025200" y="767654"/>
                </a:lnTo>
                <a:close/>
              </a:path>
              <a:path w="1369695" h="1480820">
                <a:moveTo>
                  <a:pt x="967545" y="1374228"/>
                </a:moveTo>
                <a:lnTo>
                  <a:pt x="968583" y="1363309"/>
                </a:lnTo>
                <a:lnTo>
                  <a:pt x="981463" y="1362016"/>
                </a:lnTo>
                <a:lnTo>
                  <a:pt x="980079" y="1376574"/>
                </a:lnTo>
                <a:lnTo>
                  <a:pt x="967545" y="1374228"/>
                </a:lnTo>
                <a:close/>
              </a:path>
              <a:path w="1369695" h="1480820">
                <a:moveTo>
                  <a:pt x="1014300" y="748109"/>
                </a:moveTo>
                <a:lnTo>
                  <a:pt x="1027015" y="614343"/>
                </a:lnTo>
                <a:lnTo>
                  <a:pt x="1039096" y="621451"/>
                </a:lnTo>
                <a:lnTo>
                  <a:pt x="1026558" y="753361"/>
                </a:lnTo>
                <a:lnTo>
                  <a:pt x="1014300" y="748109"/>
                </a:lnTo>
                <a:close/>
              </a:path>
              <a:path w="1369695" h="1480820">
                <a:moveTo>
                  <a:pt x="1003395" y="728622"/>
                </a:moveTo>
                <a:lnTo>
                  <a:pt x="1015561" y="600627"/>
                </a:lnTo>
                <a:lnTo>
                  <a:pt x="1027585" y="608343"/>
                </a:lnTo>
                <a:lnTo>
                  <a:pt x="1015483" y="735665"/>
                </a:lnTo>
                <a:lnTo>
                  <a:pt x="1003395" y="728622"/>
                </a:lnTo>
                <a:close/>
              </a:path>
              <a:path w="1369695" h="1480820">
                <a:moveTo>
                  <a:pt x="992423" y="709840"/>
                </a:moveTo>
                <a:lnTo>
                  <a:pt x="1004310" y="584780"/>
                </a:lnTo>
                <a:lnTo>
                  <a:pt x="1015927" y="596782"/>
                </a:lnTo>
                <a:lnTo>
                  <a:pt x="1004494" y="717058"/>
                </a:lnTo>
                <a:lnTo>
                  <a:pt x="992423" y="709840"/>
                </a:lnTo>
                <a:close/>
              </a:path>
              <a:path w="1369695" h="1480820">
                <a:moveTo>
                  <a:pt x="981429" y="691292"/>
                </a:moveTo>
                <a:lnTo>
                  <a:pt x="993179" y="567671"/>
                </a:lnTo>
                <a:lnTo>
                  <a:pt x="1004740" y="580260"/>
                </a:lnTo>
                <a:lnTo>
                  <a:pt x="993771" y="695664"/>
                </a:lnTo>
                <a:lnTo>
                  <a:pt x="981429" y="691292"/>
                </a:lnTo>
                <a:close/>
              </a:path>
              <a:path w="1369695" h="1480820">
                <a:moveTo>
                  <a:pt x="970093" y="676345"/>
                </a:moveTo>
                <a:lnTo>
                  <a:pt x="981993" y="551148"/>
                </a:lnTo>
                <a:lnTo>
                  <a:pt x="993598" y="563268"/>
                </a:lnTo>
                <a:lnTo>
                  <a:pt x="982308" y="682047"/>
                </a:lnTo>
                <a:lnTo>
                  <a:pt x="970093" y="676345"/>
                </a:lnTo>
                <a:close/>
              </a:path>
              <a:path w="1369695" h="1480820">
                <a:moveTo>
                  <a:pt x="959142" y="657338"/>
                </a:moveTo>
                <a:lnTo>
                  <a:pt x="970842" y="534250"/>
                </a:lnTo>
                <a:lnTo>
                  <a:pt x="982846" y="542167"/>
                </a:lnTo>
                <a:lnTo>
                  <a:pt x="971219" y="664493"/>
                </a:lnTo>
                <a:lnTo>
                  <a:pt x="959142" y="657338"/>
                </a:lnTo>
                <a:close/>
              </a:path>
              <a:path w="1369695" h="1480820">
                <a:moveTo>
                  <a:pt x="947970" y="640658"/>
                </a:moveTo>
                <a:lnTo>
                  <a:pt x="959451" y="519870"/>
                </a:lnTo>
                <a:lnTo>
                  <a:pt x="971462" y="527721"/>
                </a:lnTo>
                <a:lnTo>
                  <a:pt x="959866" y="649716"/>
                </a:lnTo>
                <a:lnTo>
                  <a:pt x="947970" y="640658"/>
                </a:lnTo>
                <a:close/>
              </a:path>
              <a:path w="1369695" h="1480820">
                <a:moveTo>
                  <a:pt x="913870" y="596766"/>
                </a:moveTo>
                <a:lnTo>
                  <a:pt x="924669" y="483153"/>
                </a:lnTo>
                <a:lnTo>
                  <a:pt x="936117" y="496931"/>
                </a:lnTo>
                <a:lnTo>
                  <a:pt x="948141" y="504649"/>
                </a:lnTo>
                <a:lnTo>
                  <a:pt x="960124" y="512791"/>
                </a:lnTo>
                <a:lnTo>
                  <a:pt x="948721" y="632763"/>
                </a:lnTo>
                <a:lnTo>
                  <a:pt x="936813" y="623824"/>
                </a:lnTo>
                <a:lnTo>
                  <a:pt x="937331" y="618379"/>
                </a:lnTo>
                <a:lnTo>
                  <a:pt x="925189" y="611905"/>
                </a:lnTo>
                <a:lnTo>
                  <a:pt x="926324" y="599964"/>
                </a:lnTo>
                <a:lnTo>
                  <a:pt x="913870" y="596766"/>
                </a:lnTo>
                <a:close/>
              </a:path>
              <a:path w="1369695" h="1480820">
                <a:moveTo>
                  <a:pt x="903099" y="575871"/>
                </a:moveTo>
                <a:lnTo>
                  <a:pt x="913338" y="468157"/>
                </a:lnTo>
                <a:lnTo>
                  <a:pt x="925437" y="475081"/>
                </a:lnTo>
                <a:lnTo>
                  <a:pt x="915073" y="584116"/>
                </a:lnTo>
                <a:lnTo>
                  <a:pt x="903099" y="575871"/>
                </a:lnTo>
                <a:close/>
              </a:path>
              <a:path w="1369695" h="1480820">
                <a:moveTo>
                  <a:pt x="891209" y="566745"/>
                </a:moveTo>
                <a:lnTo>
                  <a:pt x="902082" y="452361"/>
                </a:lnTo>
                <a:lnTo>
                  <a:pt x="914048" y="460686"/>
                </a:lnTo>
                <a:lnTo>
                  <a:pt x="903604" y="570558"/>
                </a:lnTo>
                <a:lnTo>
                  <a:pt x="891209" y="566745"/>
                </a:lnTo>
                <a:close/>
              </a:path>
              <a:path w="1369695" h="1480820">
                <a:moveTo>
                  <a:pt x="822480" y="484535"/>
                </a:moveTo>
                <a:lnTo>
                  <a:pt x="832417" y="379993"/>
                </a:lnTo>
                <a:lnTo>
                  <a:pt x="844176" y="390498"/>
                </a:lnTo>
                <a:lnTo>
                  <a:pt x="856369" y="396434"/>
                </a:lnTo>
                <a:lnTo>
                  <a:pt x="867240" y="416272"/>
                </a:lnTo>
                <a:lnTo>
                  <a:pt x="878986" y="426911"/>
                </a:lnTo>
                <a:lnTo>
                  <a:pt x="890713" y="437753"/>
                </a:lnTo>
                <a:lnTo>
                  <a:pt x="902731" y="445534"/>
                </a:lnTo>
                <a:lnTo>
                  <a:pt x="892454" y="553655"/>
                </a:lnTo>
                <a:lnTo>
                  <a:pt x="879981" y="550662"/>
                </a:lnTo>
                <a:lnTo>
                  <a:pt x="880385" y="546407"/>
                </a:lnTo>
                <a:lnTo>
                  <a:pt x="868395" y="538339"/>
                </a:lnTo>
                <a:lnTo>
                  <a:pt x="869042" y="531532"/>
                </a:lnTo>
                <a:lnTo>
                  <a:pt x="857052" y="523462"/>
                </a:lnTo>
                <a:lnTo>
                  <a:pt x="857722" y="516414"/>
                </a:lnTo>
                <a:lnTo>
                  <a:pt x="845606" y="509666"/>
                </a:lnTo>
                <a:lnTo>
                  <a:pt x="846133" y="504119"/>
                </a:lnTo>
                <a:lnTo>
                  <a:pt x="834104" y="496460"/>
                </a:lnTo>
                <a:lnTo>
                  <a:pt x="834584" y="491412"/>
                </a:lnTo>
                <a:lnTo>
                  <a:pt x="822480" y="484535"/>
                </a:lnTo>
                <a:close/>
              </a:path>
              <a:path w="1369695" h="1480820">
                <a:moveTo>
                  <a:pt x="810913" y="472016"/>
                </a:moveTo>
                <a:lnTo>
                  <a:pt x="820610" y="369994"/>
                </a:lnTo>
                <a:lnTo>
                  <a:pt x="832865" y="375276"/>
                </a:lnTo>
                <a:lnTo>
                  <a:pt x="823017" y="478885"/>
                </a:lnTo>
                <a:lnTo>
                  <a:pt x="810913" y="472016"/>
                </a:lnTo>
                <a:close/>
              </a:path>
              <a:path w="1369695" h="1480820">
                <a:moveTo>
                  <a:pt x="799358" y="459366"/>
                </a:moveTo>
                <a:lnTo>
                  <a:pt x="809102" y="356847"/>
                </a:lnTo>
                <a:lnTo>
                  <a:pt x="821056" y="365298"/>
                </a:lnTo>
                <a:lnTo>
                  <a:pt x="811457" y="466291"/>
                </a:lnTo>
                <a:lnTo>
                  <a:pt x="799358" y="459366"/>
                </a:lnTo>
                <a:close/>
              </a:path>
              <a:path w="1369695" h="1480820">
                <a:moveTo>
                  <a:pt x="788073" y="443871"/>
                </a:moveTo>
                <a:lnTo>
                  <a:pt x="796998" y="349981"/>
                </a:lnTo>
                <a:lnTo>
                  <a:pt x="809312" y="354646"/>
                </a:lnTo>
                <a:lnTo>
                  <a:pt x="800496" y="447392"/>
                </a:lnTo>
                <a:lnTo>
                  <a:pt x="788073" y="443871"/>
                </a:lnTo>
                <a:close/>
              </a:path>
              <a:path w="1369695" h="1480820">
                <a:moveTo>
                  <a:pt x="776627" y="430079"/>
                </a:moveTo>
                <a:lnTo>
                  <a:pt x="785359" y="338210"/>
                </a:lnTo>
                <a:lnTo>
                  <a:pt x="797492" y="344786"/>
                </a:lnTo>
                <a:lnTo>
                  <a:pt x="789281" y="431163"/>
                </a:lnTo>
                <a:lnTo>
                  <a:pt x="776627" y="430079"/>
                </a:lnTo>
                <a:close/>
              </a:path>
              <a:path w="1369695" h="1480820">
                <a:moveTo>
                  <a:pt x="706519" y="362378"/>
                </a:moveTo>
                <a:lnTo>
                  <a:pt x="714539" y="277997"/>
                </a:lnTo>
                <a:lnTo>
                  <a:pt x="738823" y="290941"/>
                </a:lnTo>
                <a:lnTo>
                  <a:pt x="750458" y="302752"/>
                </a:lnTo>
                <a:lnTo>
                  <a:pt x="762081" y="314679"/>
                </a:lnTo>
                <a:lnTo>
                  <a:pt x="773690" y="326768"/>
                </a:lnTo>
                <a:lnTo>
                  <a:pt x="785862" y="332918"/>
                </a:lnTo>
                <a:lnTo>
                  <a:pt x="776937" y="426821"/>
                </a:lnTo>
                <a:lnTo>
                  <a:pt x="764718" y="421158"/>
                </a:lnTo>
                <a:lnTo>
                  <a:pt x="764963" y="418575"/>
                </a:lnTo>
                <a:lnTo>
                  <a:pt x="753079" y="409389"/>
                </a:lnTo>
                <a:lnTo>
                  <a:pt x="753590" y="404019"/>
                </a:lnTo>
                <a:lnTo>
                  <a:pt x="729752" y="386380"/>
                </a:lnTo>
                <a:lnTo>
                  <a:pt x="718381" y="371798"/>
                </a:lnTo>
                <a:lnTo>
                  <a:pt x="718994" y="365341"/>
                </a:lnTo>
                <a:lnTo>
                  <a:pt x="706519" y="362378"/>
                </a:lnTo>
                <a:close/>
              </a:path>
              <a:path w="1369695" h="1480820">
                <a:moveTo>
                  <a:pt x="694961" y="349759"/>
                </a:moveTo>
                <a:lnTo>
                  <a:pt x="702705" y="268288"/>
                </a:lnTo>
                <a:lnTo>
                  <a:pt x="714953" y="273643"/>
                </a:lnTo>
                <a:lnTo>
                  <a:pt x="706842" y="358974"/>
                </a:lnTo>
                <a:lnTo>
                  <a:pt x="694961" y="349759"/>
                </a:lnTo>
                <a:close/>
              </a:path>
              <a:path w="1369695" h="1480820">
                <a:moveTo>
                  <a:pt x="682767" y="343832"/>
                </a:moveTo>
                <a:lnTo>
                  <a:pt x="690910" y="258160"/>
                </a:lnTo>
                <a:lnTo>
                  <a:pt x="703110" y="264029"/>
                </a:lnTo>
                <a:lnTo>
                  <a:pt x="694802" y="351432"/>
                </a:lnTo>
                <a:lnTo>
                  <a:pt x="682767" y="343832"/>
                </a:lnTo>
                <a:close/>
              </a:path>
              <a:path w="1369695" h="1480820">
                <a:moveTo>
                  <a:pt x="658912" y="326372"/>
                </a:moveTo>
                <a:lnTo>
                  <a:pt x="667366" y="237435"/>
                </a:lnTo>
                <a:lnTo>
                  <a:pt x="679622" y="242705"/>
                </a:lnTo>
                <a:lnTo>
                  <a:pt x="678845" y="250883"/>
                </a:lnTo>
                <a:lnTo>
                  <a:pt x="691298" y="254080"/>
                </a:lnTo>
                <a:lnTo>
                  <a:pt x="683300" y="338226"/>
                </a:lnTo>
                <a:lnTo>
                  <a:pt x="670911" y="334354"/>
                </a:lnTo>
                <a:lnTo>
                  <a:pt x="658912" y="326372"/>
                </a:lnTo>
                <a:close/>
              </a:path>
              <a:path w="1369695" h="1480820">
                <a:moveTo>
                  <a:pt x="611688" y="286346"/>
                </a:moveTo>
                <a:lnTo>
                  <a:pt x="619242" y="206866"/>
                </a:lnTo>
                <a:lnTo>
                  <a:pt x="631357" y="213631"/>
                </a:lnTo>
                <a:lnTo>
                  <a:pt x="643487" y="220228"/>
                </a:lnTo>
                <a:lnTo>
                  <a:pt x="655611" y="226885"/>
                </a:lnTo>
                <a:lnTo>
                  <a:pt x="667708" y="233832"/>
                </a:lnTo>
                <a:lnTo>
                  <a:pt x="659665" y="318448"/>
                </a:lnTo>
                <a:lnTo>
                  <a:pt x="647503" y="312185"/>
                </a:lnTo>
                <a:lnTo>
                  <a:pt x="647862" y="308408"/>
                </a:lnTo>
                <a:lnTo>
                  <a:pt x="635944" y="299579"/>
                </a:lnTo>
                <a:lnTo>
                  <a:pt x="623597" y="295266"/>
                </a:lnTo>
                <a:lnTo>
                  <a:pt x="623988" y="291157"/>
                </a:lnTo>
                <a:lnTo>
                  <a:pt x="611688" y="286346"/>
                </a:lnTo>
                <a:close/>
              </a:path>
              <a:path w="1369695" h="1480820">
                <a:moveTo>
                  <a:pt x="467922" y="188278"/>
                </a:moveTo>
                <a:lnTo>
                  <a:pt x="474413" y="119987"/>
                </a:lnTo>
                <a:lnTo>
                  <a:pt x="486787" y="124018"/>
                </a:lnTo>
                <a:lnTo>
                  <a:pt x="498880" y="131013"/>
                </a:lnTo>
                <a:lnTo>
                  <a:pt x="511018" y="137526"/>
                </a:lnTo>
                <a:lnTo>
                  <a:pt x="523148" y="144125"/>
                </a:lnTo>
                <a:lnTo>
                  <a:pt x="522661" y="149253"/>
                </a:lnTo>
                <a:lnTo>
                  <a:pt x="534876" y="154957"/>
                </a:lnTo>
                <a:lnTo>
                  <a:pt x="559549" y="163805"/>
                </a:lnTo>
                <a:lnTo>
                  <a:pt x="571462" y="172691"/>
                </a:lnTo>
                <a:lnTo>
                  <a:pt x="583310" y="182254"/>
                </a:lnTo>
                <a:lnTo>
                  <a:pt x="595147" y="191930"/>
                </a:lnTo>
                <a:lnTo>
                  <a:pt x="607428" y="196947"/>
                </a:lnTo>
                <a:lnTo>
                  <a:pt x="619588" y="203227"/>
                </a:lnTo>
                <a:lnTo>
                  <a:pt x="612193" y="281033"/>
                </a:lnTo>
                <a:lnTo>
                  <a:pt x="599558" y="279744"/>
                </a:lnTo>
                <a:lnTo>
                  <a:pt x="601452" y="259815"/>
                </a:lnTo>
                <a:lnTo>
                  <a:pt x="589111" y="255443"/>
                </a:lnTo>
                <a:lnTo>
                  <a:pt x="589409" y="252303"/>
                </a:lnTo>
                <a:lnTo>
                  <a:pt x="577067" y="247931"/>
                </a:lnTo>
                <a:lnTo>
                  <a:pt x="576686" y="251941"/>
                </a:lnTo>
                <a:lnTo>
                  <a:pt x="564493" y="246005"/>
                </a:lnTo>
                <a:lnTo>
                  <a:pt x="565353" y="236956"/>
                </a:lnTo>
                <a:lnTo>
                  <a:pt x="552373" y="239306"/>
                </a:lnTo>
                <a:lnTo>
                  <a:pt x="552981" y="232907"/>
                </a:lnTo>
                <a:lnTo>
                  <a:pt x="540408" y="230972"/>
                </a:lnTo>
                <a:lnTo>
                  <a:pt x="540832" y="226511"/>
                </a:lnTo>
                <a:lnTo>
                  <a:pt x="528297" y="224173"/>
                </a:lnTo>
                <a:lnTo>
                  <a:pt x="530060" y="205615"/>
                </a:lnTo>
                <a:lnTo>
                  <a:pt x="517607" y="202418"/>
                </a:lnTo>
                <a:lnTo>
                  <a:pt x="505511" y="195463"/>
                </a:lnTo>
                <a:lnTo>
                  <a:pt x="504094" y="210373"/>
                </a:lnTo>
                <a:lnTo>
                  <a:pt x="491847" y="205004"/>
                </a:lnTo>
                <a:lnTo>
                  <a:pt x="492422" y="198958"/>
                </a:lnTo>
                <a:lnTo>
                  <a:pt x="479901" y="196465"/>
                </a:lnTo>
                <a:lnTo>
                  <a:pt x="480200" y="193324"/>
                </a:lnTo>
                <a:lnTo>
                  <a:pt x="467922" y="188278"/>
                </a:lnTo>
                <a:close/>
              </a:path>
              <a:path w="1369695" h="1480820">
                <a:moveTo>
                  <a:pt x="587665" y="270647"/>
                </a:moveTo>
                <a:lnTo>
                  <a:pt x="588792" y="258789"/>
                </a:lnTo>
                <a:lnTo>
                  <a:pt x="601204" y="262427"/>
                </a:lnTo>
                <a:lnTo>
                  <a:pt x="600230" y="272670"/>
                </a:lnTo>
                <a:lnTo>
                  <a:pt x="587665" y="270647"/>
                </a:lnTo>
                <a:close/>
              </a:path>
              <a:path w="1369695" h="1480820">
                <a:moveTo>
                  <a:pt x="576267" y="256351"/>
                </a:moveTo>
                <a:lnTo>
                  <a:pt x="576816" y="250573"/>
                </a:lnTo>
                <a:lnTo>
                  <a:pt x="589317" y="253272"/>
                </a:lnTo>
                <a:lnTo>
                  <a:pt x="588692" y="259846"/>
                </a:lnTo>
                <a:lnTo>
                  <a:pt x="576267" y="256351"/>
                </a:lnTo>
                <a:close/>
              </a:path>
              <a:path w="1369695" h="1480820">
                <a:moveTo>
                  <a:pt x="516220" y="217012"/>
                </a:moveTo>
                <a:lnTo>
                  <a:pt x="517130" y="207437"/>
                </a:lnTo>
                <a:lnTo>
                  <a:pt x="529154" y="215154"/>
                </a:lnTo>
                <a:lnTo>
                  <a:pt x="528538" y="221637"/>
                </a:lnTo>
                <a:lnTo>
                  <a:pt x="516220" y="217012"/>
                </a:lnTo>
                <a:close/>
              </a:path>
              <a:path w="1369695" h="1480820">
                <a:moveTo>
                  <a:pt x="504094" y="210373"/>
                </a:moveTo>
                <a:lnTo>
                  <a:pt x="505173" y="199015"/>
                </a:lnTo>
                <a:lnTo>
                  <a:pt x="517482" y="203738"/>
                </a:lnTo>
                <a:lnTo>
                  <a:pt x="516670" y="212279"/>
                </a:lnTo>
                <a:lnTo>
                  <a:pt x="504094" y="210373"/>
                </a:lnTo>
                <a:close/>
              </a:path>
              <a:path w="1369695" h="1480820">
                <a:moveTo>
                  <a:pt x="395156" y="148544"/>
                </a:moveTo>
                <a:lnTo>
                  <a:pt x="400826" y="88887"/>
                </a:lnTo>
                <a:lnTo>
                  <a:pt x="413231" y="92592"/>
                </a:lnTo>
                <a:lnTo>
                  <a:pt x="425599" y="96683"/>
                </a:lnTo>
                <a:lnTo>
                  <a:pt x="437903" y="101459"/>
                </a:lnTo>
                <a:lnTo>
                  <a:pt x="450172" y="106589"/>
                </a:lnTo>
                <a:lnTo>
                  <a:pt x="462423" y="111923"/>
                </a:lnTo>
                <a:lnTo>
                  <a:pt x="474668" y="117310"/>
                </a:lnTo>
                <a:lnTo>
                  <a:pt x="468360" y="183670"/>
                </a:lnTo>
                <a:lnTo>
                  <a:pt x="455712" y="182527"/>
                </a:lnTo>
                <a:lnTo>
                  <a:pt x="456208" y="177307"/>
                </a:lnTo>
                <a:lnTo>
                  <a:pt x="431627" y="167489"/>
                </a:lnTo>
                <a:lnTo>
                  <a:pt x="432147" y="162014"/>
                </a:lnTo>
                <a:lnTo>
                  <a:pt x="419576" y="160049"/>
                </a:lnTo>
                <a:lnTo>
                  <a:pt x="420151" y="154003"/>
                </a:lnTo>
                <a:lnTo>
                  <a:pt x="407723" y="150542"/>
                </a:lnTo>
                <a:lnTo>
                  <a:pt x="407629" y="151529"/>
                </a:lnTo>
                <a:lnTo>
                  <a:pt x="395156" y="148544"/>
                </a:lnTo>
                <a:close/>
              </a:path>
              <a:path w="1369695" h="1480820">
                <a:moveTo>
                  <a:pt x="112468" y="35669"/>
                </a:moveTo>
                <a:lnTo>
                  <a:pt x="115357" y="5270"/>
                </a:lnTo>
                <a:lnTo>
                  <a:pt x="127959" y="6908"/>
                </a:lnTo>
                <a:lnTo>
                  <a:pt x="140549" y="8660"/>
                </a:lnTo>
                <a:lnTo>
                  <a:pt x="140495" y="9237"/>
                </a:lnTo>
                <a:lnTo>
                  <a:pt x="153088" y="10959"/>
                </a:lnTo>
                <a:lnTo>
                  <a:pt x="153066" y="11193"/>
                </a:lnTo>
                <a:lnTo>
                  <a:pt x="165638" y="13141"/>
                </a:lnTo>
                <a:lnTo>
                  <a:pt x="178214" y="15050"/>
                </a:lnTo>
                <a:lnTo>
                  <a:pt x="190767" y="17201"/>
                </a:lnTo>
                <a:lnTo>
                  <a:pt x="203270" y="19874"/>
                </a:lnTo>
                <a:lnTo>
                  <a:pt x="215647" y="23876"/>
                </a:lnTo>
                <a:lnTo>
                  <a:pt x="227990" y="28232"/>
                </a:lnTo>
                <a:lnTo>
                  <a:pt x="252949" y="34071"/>
                </a:lnTo>
                <a:lnTo>
                  <a:pt x="265246" y="38914"/>
                </a:lnTo>
                <a:lnTo>
                  <a:pt x="277561" y="43571"/>
                </a:lnTo>
                <a:lnTo>
                  <a:pt x="289849" y="48505"/>
                </a:lnTo>
                <a:lnTo>
                  <a:pt x="302127" y="53544"/>
                </a:lnTo>
                <a:lnTo>
                  <a:pt x="314412" y="58514"/>
                </a:lnTo>
                <a:lnTo>
                  <a:pt x="326866" y="61711"/>
                </a:lnTo>
                <a:lnTo>
                  <a:pt x="326779" y="62621"/>
                </a:lnTo>
                <a:lnTo>
                  <a:pt x="339171" y="66464"/>
                </a:lnTo>
                <a:lnTo>
                  <a:pt x="351468" y="71308"/>
                </a:lnTo>
                <a:lnTo>
                  <a:pt x="363849" y="75270"/>
                </a:lnTo>
                <a:lnTo>
                  <a:pt x="376260" y="78906"/>
                </a:lnTo>
                <a:lnTo>
                  <a:pt x="388650" y="82776"/>
                </a:lnTo>
                <a:lnTo>
                  <a:pt x="401052" y="86504"/>
                </a:lnTo>
                <a:lnTo>
                  <a:pt x="396553" y="133843"/>
                </a:lnTo>
                <a:lnTo>
                  <a:pt x="384021" y="131468"/>
                </a:lnTo>
                <a:lnTo>
                  <a:pt x="384286" y="128679"/>
                </a:lnTo>
                <a:lnTo>
                  <a:pt x="371959" y="124161"/>
                </a:lnTo>
                <a:lnTo>
                  <a:pt x="370843" y="135901"/>
                </a:lnTo>
                <a:lnTo>
                  <a:pt x="358398" y="132615"/>
                </a:lnTo>
                <a:lnTo>
                  <a:pt x="358509" y="131441"/>
                </a:lnTo>
                <a:lnTo>
                  <a:pt x="346268" y="126013"/>
                </a:lnTo>
                <a:lnTo>
                  <a:pt x="347116" y="117091"/>
                </a:lnTo>
                <a:lnTo>
                  <a:pt x="334389" y="116770"/>
                </a:lnTo>
                <a:lnTo>
                  <a:pt x="334950" y="110870"/>
                </a:lnTo>
                <a:lnTo>
                  <a:pt x="321579" y="117329"/>
                </a:lnTo>
                <a:lnTo>
                  <a:pt x="260577" y="88036"/>
                </a:lnTo>
                <a:lnTo>
                  <a:pt x="261614" y="77128"/>
                </a:lnTo>
                <a:lnTo>
                  <a:pt x="249094" y="74635"/>
                </a:lnTo>
                <a:lnTo>
                  <a:pt x="249392" y="71494"/>
                </a:lnTo>
                <a:lnTo>
                  <a:pt x="236939" y="68297"/>
                </a:lnTo>
                <a:lnTo>
                  <a:pt x="237020" y="67446"/>
                </a:lnTo>
                <a:lnTo>
                  <a:pt x="224619" y="63690"/>
                </a:lnTo>
                <a:lnTo>
                  <a:pt x="224198" y="68122"/>
                </a:lnTo>
                <a:lnTo>
                  <a:pt x="211591" y="66539"/>
                </a:lnTo>
                <a:lnTo>
                  <a:pt x="211667" y="65747"/>
                </a:lnTo>
                <a:lnTo>
                  <a:pt x="199176" y="62948"/>
                </a:lnTo>
                <a:lnTo>
                  <a:pt x="186880" y="58089"/>
                </a:lnTo>
                <a:lnTo>
                  <a:pt x="187034" y="56475"/>
                </a:lnTo>
                <a:lnTo>
                  <a:pt x="174654" y="52503"/>
                </a:lnTo>
                <a:lnTo>
                  <a:pt x="162260" y="48679"/>
                </a:lnTo>
                <a:lnTo>
                  <a:pt x="137233" y="43554"/>
                </a:lnTo>
                <a:lnTo>
                  <a:pt x="124881" y="39284"/>
                </a:lnTo>
                <a:lnTo>
                  <a:pt x="125016" y="37871"/>
                </a:lnTo>
                <a:lnTo>
                  <a:pt x="112468" y="35669"/>
                </a:lnTo>
                <a:close/>
              </a:path>
              <a:path w="1369695" h="1480820">
                <a:moveTo>
                  <a:pt x="383335" y="138688"/>
                </a:moveTo>
                <a:lnTo>
                  <a:pt x="383634" y="135547"/>
                </a:lnTo>
                <a:lnTo>
                  <a:pt x="396215" y="137395"/>
                </a:lnTo>
                <a:lnTo>
                  <a:pt x="395512" y="144796"/>
                </a:lnTo>
                <a:lnTo>
                  <a:pt x="383335" y="138688"/>
                </a:lnTo>
                <a:close/>
              </a:path>
              <a:path w="1369695" h="1480820">
                <a:moveTo>
                  <a:pt x="370689" y="137515"/>
                </a:moveTo>
                <a:lnTo>
                  <a:pt x="371353" y="130530"/>
                </a:lnTo>
                <a:lnTo>
                  <a:pt x="384044" y="131233"/>
                </a:lnTo>
                <a:lnTo>
                  <a:pt x="383182" y="140302"/>
                </a:lnTo>
                <a:lnTo>
                  <a:pt x="370689" y="137515"/>
                </a:lnTo>
                <a:close/>
              </a:path>
              <a:path w="1369695" h="1480820">
                <a:moveTo>
                  <a:pt x="248377" y="82178"/>
                </a:moveTo>
                <a:lnTo>
                  <a:pt x="261555" y="77744"/>
                </a:lnTo>
                <a:lnTo>
                  <a:pt x="260577" y="88036"/>
                </a:lnTo>
                <a:lnTo>
                  <a:pt x="248377" y="82178"/>
                </a:lnTo>
                <a:close/>
              </a:path>
              <a:path w="1369695" h="1480820">
                <a:moveTo>
                  <a:pt x="224056" y="69619"/>
                </a:moveTo>
                <a:lnTo>
                  <a:pt x="224310" y="66948"/>
                </a:lnTo>
                <a:lnTo>
                  <a:pt x="237020" y="67446"/>
                </a:lnTo>
                <a:lnTo>
                  <a:pt x="236465" y="73286"/>
                </a:lnTo>
                <a:lnTo>
                  <a:pt x="224056" y="69619"/>
                </a:lnTo>
                <a:close/>
              </a:path>
              <a:path w="1369695" h="1480820">
                <a:moveTo>
                  <a:pt x="0" y="10978"/>
                </a:moveTo>
                <a:lnTo>
                  <a:pt x="862" y="1909"/>
                </a:lnTo>
                <a:lnTo>
                  <a:pt x="13602" y="2083"/>
                </a:lnTo>
                <a:lnTo>
                  <a:pt x="13800" y="0"/>
                </a:lnTo>
                <a:lnTo>
                  <a:pt x="26538" y="203"/>
                </a:lnTo>
                <a:lnTo>
                  <a:pt x="39304" y="114"/>
                </a:lnTo>
                <a:lnTo>
                  <a:pt x="51905" y="1756"/>
                </a:lnTo>
                <a:lnTo>
                  <a:pt x="64614" y="2268"/>
                </a:lnTo>
                <a:lnTo>
                  <a:pt x="102678" y="4449"/>
                </a:lnTo>
                <a:lnTo>
                  <a:pt x="115338" y="5475"/>
                </a:lnTo>
                <a:lnTo>
                  <a:pt x="113100" y="29014"/>
                </a:lnTo>
                <a:lnTo>
                  <a:pt x="100600" y="26315"/>
                </a:lnTo>
                <a:lnTo>
                  <a:pt x="100753" y="24701"/>
                </a:lnTo>
                <a:lnTo>
                  <a:pt x="88207" y="22482"/>
                </a:lnTo>
                <a:lnTo>
                  <a:pt x="75630" y="20584"/>
                </a:lnTo>
                <a:lnTo>
                  <a:pt x="75685" y="20003"/>
                </a:lnTo>
                <a:lnTo>
                  <a:pt x="50480" y="16743"/>
                </a:lnTo>
                <a:lnTo>
                  <a:pt x="37866" y="15236"/>
                </a:lnTo>
                <a:lnTo>
                  <a:pt x="25249" y="13762"/>
                </a:lnTo>
                <a:lnTo>
                  <a:pt x="0" y="10978"/>
                </a:lnTo>
                <a:close/>
              </a:path>
              <a:path w="1369695" h="1480820">
                <a:moveTo>
                  <a:pt x="100008" y="32537"/>
                </a:moveTo>
                <a:lnTo>
                  <a:pt x="100131" y="31246"/>
                </a:lnTo>
                <a:lnTo>
                  <a:pt x="113100" y="29014"/>
                </a:lnTo>
                <a:lnTo>
                  <a:pt x="112551" y="34789"/>
                </a:lnTo>
                <a:lnTo>
                  <a:pt x="100008" y="325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25551"/>
            <a:ext cx="18288000" cy="200025"/>
            <a:chOff x="0" y="925551"/>
            <a:chExt cx="18288000" cy="200025"/>
          </a:xfrm>
        </p:grpSpPr>
        <p:sp>
          <p:nvSpPr>
            <p:cNvPr id="3" name="object 3"/>
            <p:cNvSpPr/>
            <p:nvPr/>
          </p:nvSpPr>
          <p:spPr>
            <a:xfrm>
              <a:off x="0" y="925551"/>
              <a:ext cx="18288000" cy="123825"/>
            </a:xfrm>
            <a:custGeom>
              <a:avLst/>
              <a:gdLst/>
              <a:ahLst/>
              <a:cxnLst/>
              <a:rect l="l" t="t" r="r" b="b"/>
              <a:pathLst>
                <a:path w="18288000" h="123825">
                  <a:moveTo>
                    <a:pt x="0" y="123824"/>
                  </a:moveTo>
                  <a:lnTo>
                    <a:pt x="18287997" y="123824"/>
                  </a:lnTo>
                  <a:lnTo>
                    <a:pt x="18287997" y="0"/>
                  </a:lnTo>
                  <a:lnTo>
                    <a:pt x="0" y="0"/>
                  </a:lnTo>
                  <a:lnTo>
                    <a:pt x="0" y="123824"/>
                  </a:lnTo>
                  <a:close/>
                </a:path>
              </a:pathLst>
            </a:custGeom>
            <a:solidFill>
              <a:srgbClr val="5C86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1049376"/>
              <a:ext cx="18288000" cy="76200"/>
            </a:xfrm>
            <a:custGeom>
              <a:avLst/>
              <a:gdLst/>
              <a:ahLst/>
              <a:cxnLst/>
              <a:rect l="l" t="t" r="r" b="b"/>
              <a:pathLst>
                <a:path w="18288000" h="76200">
                  <a:moveTo>
                    <a:pt x="0" y="0"/>
                  </a:moveTo>
                  <a:lnTo>
                    <a:pt x="18287998" y="0"/>
                  </a:lnTo>
                  <a:lnTo>
                    <a:pt x="18287998" y="76199"/>
                  </a:lnTo>
                  <a:lnTo>
                    <a:pt x="0" y="76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214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0" y="153493"/>
            <a:ext cx="18288000" cy="10133965"/>
            <a:chOff x="0" y="153493"/>
            <a:chExt cx="18288000" cy="10133965"/>
          </a:xfrm>
        </p:grpSpPr>
        <p:sp>
          <p:nvSpPr>
            <p:cNvPr id="6" name="object 6"/>
            <p:cNvSpPr/>
            <p:nvPr/>
          </p:nvSpPr>
          <p:spPr>
            <a:xfrm>
              <a:off x="0" y="7429499"/>
              <a:ext cx="18288000" cy="2857500"/>
            </a:xfrm>
            <a:custGeom>
              <a:avLst/>
              <a:gdLst/>
              <a:ahLst/>
              <a:cxnLst/>
              <a:rect l="l" t="t" r="r" b="b"/>
              <a:pathLst>
                <a:path w="18288000" h="2857500">
                  <a:moveTo>
                    <a:pt x="18288000" y="2857499"/>
                  </a:moveTo>
                  <a:lnTo>
                    <a:pt x="0" y="2857499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2857499"/>
                  </a:lnTo>
                  <a:close/>
                </a:path>
              </a:pathLst>
            </a:custGeom>
            <a:solidFill>
              <a:srgbClr val="F0C2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754" y="894530"/>
              <a:ext cx="6396246" cy="84924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8699" y="153493"/>
              <a:ext cx="7353299" cy="998219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537054" y="2431670"/>
            <a:ext cx="7734934" cy="15163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9750" spc="-635">
                <a:solidFill>
                  <a:srgbClr val="000000"/>
                </a:solidFill>
              </a:rPr>
              <a:t>D</a:t>
            </a:r>
            <a:r>
              <a:rPr dirty="0" sz="9750" spc="-630">
                <a:solidFill>
                  <a:srgbClr val="000000"/>
                </a:solidFill>
              </a:rPr>
              <a:t>E</a:t>
            </a:r>
            <a:r>
              <a:rPr dirty="0" sz="9750" spc="-1235">
                <a:solidFill>
                  <a:srgbClr val="000000"/>
                </a:solidFill>
              </a:rPr>
              <a:t>S</a:t>
            </a:r>
            <a:r>
              <a:rPr dirty="0" sz="9750" spc="-475">
                <a:solidFill>
                  <a:srgbClr val="000000"/>
                </a:solidFill>
              </a:rPr>
              <a:t>K</a:t>
            </a:r>
            <a:r>
              <a:rPr dirty="0" sz="9750" spc="-680">
                <a:solidFill>
                  <a:srgbClr val="000000"/>
                </a:solidFill>
              </a:rPr>
              <a:t>R</a:t>
            </a:r>
            <a:r>
              <a:rPr dirty="0" sz="9750" spc="720">
                <a:solidFill>
                  <a:srgbClr val="000000"/>
                </a:solidFill>
              </a:rPr>
              <a:t>I</a:t>
            </a:r>
            <a:r>
              <a:rPr dirty="0" sz="9750" spc="-780">
                <a:solidFill>
                  <a:srgbClr val="000000"/>
                </a:solidFill>
              </a:rPr>
              <a:t>P</a:t>
            </a:r>
            <a:r>
              <a:rPr dirty="0" sz="9750" spc="-1235">
                <a:solidFill>
                  <a:srgbClr val="000000"/>
                </a:solidFill>
              </a:rPr>
              <a:t>S</a:t>
            </a:r>
            <a:r>
              <a:rPr dirty="0" sz="9750" spc="720">
                <a:solidFill>
                  <a:srgbClr val="000000"/>
                </a:solidFill>
              </a:rPr>
              <a:t>I</a:t>
            </a:r>
            <a:r>
              <a:rPr dirty="0" sz="9750" spc="-640">
                <a:solidFill>
                  <a:srgbClr val="000000"/>
                </a:solidFill>
              </a:rPr>
              <a:t> </a:t>
            </a:r>
            <a:r>
              <a:rPr dirty="0" sz="9750" spc="-635">
                <a:solidFill>
                  <a:srgbClr val="000000"/>
                </a:solidFill>
              </a:rPr>
              <a:t>D</a:t>
            </a:r>
            <a:r>
              <a:rPr dirty="0" sz="9750" spc="-310">
                <a:solidFill>
                  <a:srgbClr val="000000"/>
                </a:solidFill>
              </a:rPr>
              <a:t>A</a:t>
            </a:r>
            <a:r>
              <a:rPr dirty="0" sz="9750" spc="-2025">
                <a:solidFill>
                  <a:srgbClr val="000000"/>
                </a:solidFill>
              </a:rPr>
              <a:t>T</a:t>
            </a:r>
            <a:r>
              <a:rPr dirty="0" sz="9750" spc="-310">
                <a:solidFill>
                  <a:srgbClr val="000000"/>
                </a:solidFill>
              </a:rPr>
              <a:t>A</a:t>
            </a:r>
            <a:endParaRPr sz="9750"/>
          </a:p>
        </p:txBody>
      </p:sp>
      <p:sp>
        <p:nvSpPr>
          <p:cNvPr id="10" name="object 10"/>
          <p:cNvSpPr txBox="1"/>
          <p:nvPr/>
        </p:nvSpPr>
        <p:spPr>
          <a:xfrm>
            <a:off x="9131300" y="4631583"/>
            <a:ext cx="8094345" cy="93853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2550" spc="-80" b="1">
                <a:latin typeface="Arial"/>
                <a:cs typeface="Arial"/>
              </a:rPr>
              <a:t>SUMBER:</a:t>
            </a:r>
            <a:endParaRPr sz="2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2550" spc="130" b="1">
                <a:latin typeface="Arial"/>
                <a:cs typeface="Arial"/>
              </a:rPr>
              <a:t>https://commuterline.id/perjalanan-krl/peta-rute</a:t>
            </a:r>
            <a:endParaRPr sz="2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2998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8856980" cy="10287000"/>
            <a:chOff x="0" y="0"/>
            <a:chExt cx="8856980" cy="102870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904230" cy="10287000"/>
            </a:xfrm>
            <a:custGeom>
              <a:avLst/>
              <a:gdLst/>
              <a:ahLst/>
              <a:cxnLst/>
              <a:rect l="l" t="t" r="r" b="b"/>
              <a:pathLst>
                <a:path w="5904230" h="10287000">
                  <a:moveTo>
                    <a:pt x="5903716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5903716" y="0"/>
                  </a:lnTo>
                  <a:lnTo>
                    <a:pt x="5903716" y="10286999"/>
                  </a:lnTo>
                  <a:close/>
                </a:path>
              </a:pathLst>
            </a:custGeom>
            <a:solidFill>
              <a:srgbClr val="F0C2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391578"/>
              <a:ext cx="5904230" cy="9490075"/>
            </a:xfrm>
            <a:custGeom>
              <a:avLst/>
              <a:gdLst/>
              <a:ahLst/>
              <a:cxnLst/>
              <a:rect l="l" t="t" r="r" b="b"/>
              <a:pathLst>
                <a:path w="5904230" h="9490075">
                  <a:moveTo>
                    <a:pt x="1333500" y="9453156"/>
                  </a:moveTo>
                  <a:lnTo>
                    <a:pt x="0" y="9453156"/>
                  </a:lnTo>
                  <a:lnTo>
                    <a:pt x="0" y="9489465"/>
                  </a:lnTo>
                  <a:lnTo>
                    <a:pt x="1333500" y="9489465"/>
                  </a:lnTo>
                  <a:lnTo>
                    <a:pt x="1333500" y="9453156"/>
                  </a:lnTo>
                  <a:close/>
                </a:path>
                <a:path w="5904230" h="9490075">
                  <a:moveTo>
                    <a:pt x="1333500" y="8662721"/>
                  </a:moveTo>
                  <a:lnTo>
                    <a:pt x="0" y="8662721"/>
                  </a:lnTo>
                  <a:lnTo>
                    <a:pt x="0" y="8699017"/>
                  </a:lnTo>
                  <a:lnTo>
                    <a:pt x="1333500" y="8699017"/>
                  </a:lnTo>
                  <a:lnTo>
                    <a:pt x="1333500" y="8662721"/>
                  </a:lnTo>
                  <a:close/>
                </a:path>
                <a:path w="5904230" h="9490075">
                  <a:moveTo>
                    <a:pt x="1333500" y="7872298"/>
                  </a:moveTo>
                  <a:lnTo>
                    <a:pt x="0" y="7872298"/>
                  </a:lnTo>
                  <a:lnTo>
                    <a:pt x="0" y="7908595"/>
                  </a:lnTo>
                  <a:lnTo>
                    <a:pt x="1333500" y="7908595"/>
                  </a:lnTo>
                  <a:lnTo>
                    <a:pt x="1333500" y="7872298"/>
                  </a:lnTo>
                  <a:close/>
                </a:path>
                <a:path w="5904230" h="9490075">
                  <a:moveTo>
                    <a:pt x="1333500" y="7081850"/>
                  </a:moveTo>
                  <a:lnTo>
                    <a:pt x="0" y="7081850"/>
                  </a:lnTo>
                  <a:lnTo>
                    <a:pt x="0" y="7118147"/>
                  </a:lnTo>
                  <a:lnTo>
                    <a:pt x="1333500" y="7118147"/>
                  </a:lnTo>
                  <a:lnTo>
                    <a:pt x="1333500" y="7081850"/>
                  </a:lnTo>
                  <a:close/>
                </a:path>
                <a:path w="5904230" h="9490075">
                  <a:moveTo>
                    <a:pt x="1333500" y="6291402"/>
                  </a:moveTo>
                  <a:lnTo>
                    <a:pt x="0" y="6291402"/>
                  </a:lnTo>
                  <a:lnTo>
                    <a:pt x="0" y="6327711"/>
                  </a:lnTo>
                  <a:lnTo>
                    <a:pt x="1333500" y="6327711"/>
                  </a:lnTo>
                  <a:lnTo>
                    <a:pt x="1333500" y="6291402"/>
                  </a:lnTo>
                  <a:close/>
                </a:path>
                <a:path w="5904230" h="9490075">
                  <a:moveTo>
                    <a:pt x="1333500" y="5533098"/>
                  </a:moveTo>
                  <a:lnTo>
                    <a:pt x="0" y="5533098"/>
                  </a:lnTo>
                  <a:lnTo>
                    <a:pt x="0" y="5569407"/>
                  </a:lnTo>
                  <a:lnTo>
                    <a:pt x="1333500" y="5569407"/>
                  </a:lnTo>
                  <a:lnTo>
                    <a:pt x="1333500" y="5533098"/>
                  </a:lnTo>
                  <a:close/>
                </a:path>
                <a:path w="5904230" h="9490075">
                  <a:moveTo>
                    <a:pt x="1333500" y="4742662"/>
                  </a:moveTo>
                  <a:lnTo>
                    <a:pt x="0" y="4742662"/>
                  </a:lnTo>
                  <a:lnTo>
                    <a:pt x="0" y="4778959"/>
                  </a:lnTo>
                  <a:lnTo>
                    <a:pt x="1333500" y="4778959"/>
                  </a:lnTo>
                  <a:lnTo>
                    <a:pt x="1333500" y="4742662"/>
                  </a:lnTo>
                  <a:close/>
                </a:path>
                <a:path w="5904230" h="9490075">
                  <a:moveTo>
                    <a:pt x="1333500" y="3952214"/>
                  </a:moveTo>
                  <a:lnTo>
                    <a:pt x="0" y="3952214"/>
                  </a:lnTo>
                  <a:lnTo>
                    <a:pt x="0" y="3988511"/>
                  </a:lnTo>
                  <a:lnTo>
                    <a:pt x="1333500" y="3988511"/>
                  </a:lnTo>
                  <a:lnTo>
                    <a:pt x="1333500" y="3952214"/>
                  </a:lnTo>
                  <a:close/>
                </a:path>
                <a:path w="5904230" h="9490075">
                  <a:moveTo>
                    <a:pt x="1333500" y="3161766"/>
                  </a:moveTo>
                  <a:lnTo>
                    <a:pt x="0" y="3161766"/>
                  </a:lnTo>
                  <a:lnTo>
                    <a:pt x="0" y="3198076"/>
                  </a:lnTo>
                  <a:lnTo>
                    <a:pt x="1333500" y="3198076"/>
                  </a:lnTo>
                  <a:lnTo>
                    <a:pt x="1333500" y="3161766"/>
                  </a:lnTo>
                  <a:close/>
                </a:path>
                <a:path w="5904230" h="9490075">
                  <a:moveTo>
                    <a:pt x="1333500" y="2371318"/>
                  </a:moveTo>
                  <a:lnTo>
                    <a:pt x="0" y="2371318"/>
                  </a:lnTo>
                  <a:lnTo>
                    <a:pt x="0" y="2407628"/>
                  </a:lnTo>
                  <a:lnTo>
                    <a:pt x="1333500" y="2407628"/>
                  </a:lnTo>
                  <a:lnTo>
                    <a:pt x="1333500" y="2371318"/>
                  </a:lnTo>
                  <a:close/>
                </a:path>
                <a:path w="5904230" h="9490075">
                  <a:moveTo>
                    <a:pt x="1333500" y="1580883"/>
                  </a:moveTo>
                  <a:lnTo>
                    <a:pt x="0" y="1580883"/>
                  </a:lnTo>
                  <a:lnTo>
                    <a:pt x="0" y="1617179"/>
                  </a:lnTo>
                  <a:lnTo>
                    <a:pt x="1333500" y="1617179"/>
                  </a:lnTo>
                  <a:lnTo>
                    <a:pt x="1333500" y="1580883"/>
                  </a:lnTo>
                  <a:close/>
                </a:path>
                <a:path w="5904230" h="9490075">
                  <a:moveTo>
                    <a:pt x="1333500" y="790448"/>
                  </a:moveTo>
                  <a:lnTo>
                    <a:pt x="0" y="790448"/>
                  </a:lnTo>
                  <a:lnTo>
                    <a:pt x="0" y="826744"/>
                  </a:lnTo>
                  <a:lnTo>
                    <a:pt x="1333500" y="826744"/>
                  </a:lnTo>
                  <a:lnTo>
                    <a:pt x="1333500" y="790448"/>
                  </a:lnTo>
                  <a:close/>
                </a:path>
                <a:path w="5904230" h="9490075">
                  <a:moveTo>
                    <a:pt x="5903709" y="0"/>
                  </a:moveTo>
                  <a:lnTo>
                    <a:pt x="0" y="0"/>
                  </a:lnTo>
                  <a:lnTo>
                    <a:pt x="0" y="36309"/>
                  </a:lnTo>
                  <a:lnTo>
                    <a:pt x="5903709" y="36309"/>
                  </a:lnTo>
                  <a:lnTo>
                    <a:pt x="5903709" y="0"/>
                  </a:lnTo>
                  <a:close/>
                </a:path>
              </a:pathLst>
            </a:custGeom>
            <a:solidFill>
              <a:srgbClr val="4299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33500" y="438196"/>
              <a:ext cx="7523480" cy="9848850"/>
            </a:xfrm>
            <a:custGeom>
              <a:avLst/>
              <a:gdLst/>
              <a:ahLst/>
              <a:cxnLst/>
              <a:rect l="l" t="t" r="r" b="b"/>
              <a:pathLst>
                <a:path w="7523480" h="9848850">
                  <a:moveTo>
                    <a:pt x="7522918" y="9848803"/>
                  </a:moveTo>
                  <a:lnTo>
                    <a:pt x="0" y="9848803"/>
                  </a:lnTo>
                  <a:lnTo>
                    <a:pt x="0" y="0"/>
                  </a:lnTo>
                  <a:lnTo>
                    <a:pt x="7522918" y="0"/>
                  </a:lnTo>
                  <a:lnTo>
                    <a:pt x="7522918" y="9848803"/>
                  </a:lnTo>
                  <a:close/>
                </a:path>
              </a:pathLst>
            </a:custGeom>
            <a:solidFill>
              <a:srgbClr val="F9E7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635896" y="1451052"/>
            <a:ext cx="6918325" cy="7142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3375">
              <a:lnSpc>
                <a:spcPts val="6235"/>
              </a:lnSpc>
              <a:spcBef>
                <a:spcPts val="100"/>
              </a:spcBef>
            </a:pPr>
            <a:r>
              <a:rPr dirty="0" sz="5200" spc="-265">
                <a:solidFill>
                  <a:srgbClr val="152950"/>
                </a:solidFill>
                <a:latin typeface="Trebuchet MS"/>
                <a:cs typeface="Trebuchet MS"/>
              </a:rPr>
              <a:t>Fungsionalitas</a:t>
            </a:r>
            <a:endParaRPr sz="5200">
              <a:latin typeface="Trebuchet MS"/>
              <a:cs typeface="Trebuchet MS"/>
            </a:endParaRPr>
          </a:p>
          <a:p>
            <a:pPr marL="2419985" indent="-473075">
              <a:lnSpc>
                <a:spcPts val="6225"/>
              </a:lnSpc>
              <a:buAutoNum type="arabicPeriod"/>
              <a:tabLst>
                <a:tab pos="2420620" algn="l"/>
              </a:tabLst>
            </a:pPr>
            <a:r>
              <a:rPr dirty="0" sz="5200" spc="-200">
                <a:solidFill>
                  <a:srgbClr val="152950"/>
                </a:solidFill>
                <a:latin typeface="Trebuchet MS"/>
                <a:cs typeface="Trebuchet MS"/>
              </a:rPr>
              <a:t>networkx</a:t>
            </a:r>
            <a:endParaRPr sz="5200">
              <a:latin typeface="Trebuchet MS"/>
              <a:cs typeface="Trebuchet MS"/>
            </a:endParaRPr>
          </a:p>
          <a:p>
            <a:pPr marL="2386965" indent="-629920">
              <a:lnSpc>
                <a:spcPts val="6225"/>
              </a:lnSpc>
              <a:buAutoNum type="arabicPeriod"/>
              <a:tabLst>
                <a:tab pos="2387600" algn="l"/>
              </a:tabLst>
            </a:pPr>
            <a:r>
              <a:rPr dirty="0" sz="5200" spc="-250">
                <a:solidFill>
                  <a:srgbClr val="152950"/>
                </a:solidFill>
                <a:latin typeface="Trebuchet MS"/>
                <a:cs typeface="Trebuchet MS"/>
              </a:rPr>
              <a:t>matplotlib</a:t>
            </a:r>
            <a:endParaRPr sz="5200">
              <a:latin typeface="Trebuchet MS"/>
              <a:cs typeface="Trebuchet MS"/>
            </a:endParaRPr>
          </a:p>
          <a:p>
            <a:pPr marL="2647950" indent="-617220">
              <a:lnSpc>
                <a:spcPts val="6225"/>
              </a:lnSpc>
              <a:buAutoNum type="arabicPeriod"/>
              <a:tabLst>
                <a:tab pos="2648585" algn="l"/>
              </a:tabLst>
            </a:pPr>
            <a:r>
              <a:rPr dirty="0" sz="5200" spc="-250">
                <a:solidFill>
                  <a:srgbClr val="152950"/>
                </a:solidFill>
                <a:latin typeface="Trebuchet MS"/>
                <a:cs typeface="Trebuchet MS"/>
              </a:rPr>
              <a:t>directed</a:t>
            </a:r>
            <a:endParaRPr sz="5200">
              <a:latin typeface="Trebuchet MS"/>
              <a:cs typeface="Trebuchet MS"/>
            </a:endParaRPr>
          </a:p>
          <a:p>
            <a:pPr marL="3117215" indent="-645795">
              <a:lnSpc>
                <a:spcPts val="6225"/>
              </a:lnSpc>
              <a:buAutoNum type="arabicPeriod"/>
              <a:tabLst>
                <a:tab pos="3117850" algn="l"/>
              </a:tabLst>
            </a:pPr>
            <a:r>
              <a:rPr dirty="0" sz="5200" spc="-110">
                <a:solidFill>
                  <a:srgbClr val="152950"/>
                </a:solidFill>
                <a:latin typeface="Trebuchet MS"/>
                <a:cs typeface="Trebuchet MS"/>
              </a:rPr>
              <a:t>start</a:t>
            </a:r>
            <a:endParaRPr sz="5200">
              <a:latin typeface="Trebuchet MS"/>
              <a:cs typeface="Trebuchet MS"/>
            </a:endParaRPr>
          </a:p>
          <a:p>
            <a:pPr marL="3306445" indent="-634365">
              <a:lnSpc>
                <a:spcPts val="6225"/>
              </a:lnSpc>
              <a:buAutoNum type="arabicPeriod"/>
              <a:tabLst>
                <a:tab pos="3307079" algn="l"/>
              </a:tabLst>
            </a:pPr>
            <a:r>
              <a:rPr dirty="0" sz="5200" spc="-400">
                <a:solidFill>
                  <a:srgbClr val="152950"/>
                </a:solidFill>
                <a:latin typeface="Trebuchet MS"/>
                <a:cs typeface="Trebuchet MS"/>
              </a:rPr>
              <a:t>end</a:t>
            </a:r>
            <a:endParaRPr sz="5200">
              <a:latin typeface="Trebuchet MS"/>
              <a:cs typeface="Trebuchet MS"/>
            </a:endParaRPr>
          </a:p>
          <a:p>
            <a:pPr marL="655955" indent="-643890">
              <a:lnSpc>
                <a:spcPts val="6225"/>
              </a:lnSpc>
              <a:buAutoNum type="arabicPeriod"/>
              <a:tabLst>
                <a:tab pos="656590" algn="l"/>
              </a:tabLst>
            </a:pPr>
            <a:r>
              <a:rPr dirty="0" sz="5200" spc="-360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5200" spc="-22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200" spc="-150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5200" spc="-360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5200" spc="-260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5200" spc="-150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5200" spc="-22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2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200" spc="-509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5200" spc="-240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2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200" spc="-415">
                <a:solidFill>
                  <a:srgbClr val="152950"/>
                </a:solidFill>
                <a:latin typeface="Trebuchet MS"/>
                <a:cs typeface="Trebuchet MS"/>
              </a:rPr>
              <a:t>o</a:t>
            </a:r>
            <a:r>
              <a:rPr dirty="0" sz="52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200" spc="-22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200" spc="-200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5200" spc="-240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5200" spc="-325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5200" spc="-19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5200" spc="-36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5200" spc="-6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5200" spc="-22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5200" spc="-36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5200" spc="-360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5200" spc="-509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endParaRPr sz="5200">
              <a:latin typeface="Trebuchet MS"/>
              <a:cs typeface="Trebuchet MS"/>
            </a:endParaRPr>
          </a:p>
          <a:p>
            <a:pPr marL="2964180" indent="-640080">
              <a:lnSpc>
                <a:spcPts val="6225"/>
              </a:lnSpc>
              <a:buAutoNum type="arabicPeriod"/>
              <a:tabLst>
                <a:tab pos="2964815" algn="l"/>
              </a:tabLst>
            </a:pPr>
            <a:r>
              <a:rPr dirty="0" sz="5200" spc="-60">
                <a:solidFill>
                  <a:srgbClr val="152950"/>
                </a:solidFill>
                <a:latin typeface="Trebuchet MS"/>
                <a:cs typeface="Trebuchet MS"/>
              </a:rPr>
              <a:t>graph</a:t>
            </a:r>
            <a:endParaRPr sz="5200">
              <a:latin typeface="Trebuchet MS"/>
              <a:cs typeface="Trebuchet MS"/>
            </a:endParaRPr>
          </a:p>
          <a:p>
            <a:pPr marL="3174365" indent="-685800">
              <a:lnSpc>
                <a:spcPts val="6235"/>
              </a:lnSpc>
              <a:buAutoNum type="arabicPeriod"/>
              <a:tabLst>
                <a:tab pos="3175000" algn="l"/>
              </a:tabLst>
            </a:pPr>
            <a:r>
              <a:rPr dirty="0" sz="5200" spc="-170">
                <a:solidFill>
                  <a:srgbClr val="152950"/>
                </a:solidFill>
                <a:latin typeface="Trebuchet MS"/>
                <a:cs typeface="Trebuchet MS"/>
              </a:rPr>
              <a:t>path</a:t>
            </a:r>
            <a:endParaRPr sz="52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854040" y="1513567"/>
            <a:ext cx="8200390" cy="7721600"/>
            <a:chOff x="9854040" y="1513567"/>
            <a:chExt cx="8200390" cy="7721600"/>
          </a:xfrm>
        </p:grpSpPr>
        <p:sp>
          <p:nvSpPr>
            <p:cNvPr id="9" name="object 9"/>
            <p:cNvSpPr/>
            <p:nvPr/>
          </p:nvSpPr>
          <p:spPr>
            <a:xfrm>
              <a:off x="9860869" y="4954291"/>
              <a:ext cx="3119755" cy="3816985"/>
            </a:xfrm>
            <a:custGeom>
              <a:avLst/>
              <a:gdLst/>
              <a:ahLst/>
              <a:cxnLst/>
              <a:rect l="l" t="t" r="r" b="b"/>
              <a:pathLst>
                <a:path w="3119754" h="3816984">
                  <a:moveTo>
                    <a:pt x="1986609" y="221676"/>
                  </a:moveTo>
                  <a:lnTo>
                    <a:pt x="1171659" y="221676"/>
                  </a:lnTo>
                  <a:lnTo>
                    <a:pt x="1171659" y="96087"/>
                  </a:lnTo>
                  <a:lnTo>
                    <a:pt x="1179210" y="58687"/>
                  </a:lnTo>
                  <a:lnTo>
                    <a:pt x="1199803" y="28144"/>
                  </a:lnTo>
                  <a:lnTo>
                    <a:pt x="1230346" y="7551"/>
                  </a:lnTo>
                  <a:lnTo>
                    <a:pt x="1267747" y="0"/>
                  </a:lnTo>
                  <a:lnTo>
                    <a:pt x="1890521" y="0"/>
                  </a:lnTo>
                  <a:lnTo>
                    <a:pt x="1927922" y="7551"/>
                  </a:lnTo>
                  <a:lnTo>
                    <a:pt x="1958465" y="28144"/>
                  </a:lnTo>
                  <a:lnTo>
                    <a:pt x="1979058" y="58687"/>
                  </a:lnTo>
                  <a:lnTo>
                    <a:pt x="1986609" y="96087"/>
                  </a:lnTo>
                  <a:lnTo>
                    <a:pt x="1986609" y="221676"/>
                  </a:lnTo>
                  <a:close/>
                </a:path>
                <a:path w="3119754" h="3816984">
                  <a:moveTo>
                    <a:pt x="2808858" y="3816464"/>
                  </a:moveTo>
                  <a:lnTo>
                    <a:pt x="310617" y="3816464"/>
                  </a:lnTo>
                  <a:lnTo>
                    <a:pt x="261538" y="3813006"/>
                  </a:lnTo>
                  <a:lnTo>
                    <a:pt x="215000" y="3802994"/>
                  </a:lnTo>
                  <a:lnTo>
                    <a:pt x="171551" y="3786976"/>
                  </a:lnTo>
                  <a:lnTo>
                    <a:pt x="131739" y="3765499"/>
                  </a:lnTo>
                  <a:lnTo>
                    <a:pt x="96114" y="3739108"/>
                  </a:lnTo>
                  <a:lnTo>
                    <a:pt x="65225" y="3708350"/>
                  </a:lnTo>
                  <a:lnTo>
                    <a:pt x="39620" y="3673771"/>
                  </a:lnTo>
                  <a:lnTo>
                    <a:pt x="19848" y="3635918"/>
                  </a:lnTo>
                  <a:lnTo>
                    <a:pt x="6458" y="3595338"/>
                  </a:lnTo>
                  <a:lnTo>
                    <a:pt x="0" y="3552577"/>
                  </a:lnTo>
                  <a:lnTo>
                    <a:pt x="1020" y="3508180"/>
                  </a:lnTo>
                  <a:lnTo>
                    <a:pt x="300096" y="784563"/>
                  </a:lnTo>
                  <a:lnTo>
                    <a:pt x="306872" y="739460"/>
                  </a:lnTo>
                  <a:lnTo>
                    <a:pt x="317093" y="695500"/>
                  </a:lnTo>
                  <a:lnTo>
                    <a:pt x="330623" y="652792"/>
                  </a:lnTo>
                  <a:lnTo>
                    <a:pt x="347332" y="611443"/>
                  </a:lnTo>
                  <a:lnTo>
                    <a:pt x="367086" y="571563"/>
                  </a:lnTo>
                  <a:lnTo>
                    <a:pt x="389752" y="533260"/>
                  </a:lnTo>
                  <a:lnTo>
                    <a:pt x="415198" y="496643"/>
                  </a:lnTo>
                  <a:lnTo>
                    <a:pt x="443291" y="461819"/>
                  </a:lnTo>
                  <a:lnTo>
                    <a:pt x="473899" y="428897"/>
                  </a:lnTo>
                  <a:lnTo>
                    <a:pt x="506888" y="397986"/>
                  </a:lnTo>
                  <a:lnTo>
                    <a:pt x="542126" y="369194"/>
                  </a:lnTo>
                  <a:lnTo>
                    <a:pt x="579480" y="342629"/>
                  </a:lnTo>
                  <a:lnTo>
                    <a:pt x="618817" y="318401"/>
                  </a:lnTo>
                  <a:lnTo>
                    <a:pt x="660006" y="296616"/>
                  </a:lnTo>
                  <a:lnTo>
                    <a:pt x="702912" y="277385"/>
                  </a:lnTo>
                  <a:lnTo>
                    <a:pt x="747404" y="260814"/>
                  </a:lnTo>
                  <a:lnTo>
                    <a:pt x="793348" y="247014"/>
                  </a:lnTo>
                  <a:lnTo>
                    <a:pt x="840612" y="236091"/>
                  </a:lnTo>
                  <a:lnTo>
                    <a:pt x="889064" y="228155"/>
                  </a:lnTo>
                  <a:lnTo>
                    <a:pt x="938570" y="223314"/>
                  </a:lnTo>
                  <a:lnTo>
                    <a:pt x="988997" y="221676"/>
                  </a:lnTo>
                  <a:lnTo>
                    <a:pt x="2134774" y="221676"/>
                  </a:lnTo>
                  <a:lnTo>
                    <a:pt x="2185254" y="223317"/>
                  </a:lnTo>
                  <a:lnTo>
                    <a:pt x="2234809" y="228168"/>
                  </a:lnTo>
                  <a:lnTo>
                    <a:pt x="2283307" y="236120"/>
                  </a:lnTo>
                  <a:lnTo>
                    <a:pt x="2330614" y="247065"/>
                  </a:lnTo>
                  <a:lnTo>
                    <a:pt x="2376597" y="260893"/>
                  </a:lnTo>
                  <a:lnTo>
                    <a:pt x="2421124" y="277495"/>
                  </a:lnTo>
                  <a:lnTo>
                    <a:pt x="2464061" y="296763"/>
                  </a:lnTo>
                  <a:lnTo>
                    <a:pt x="2505276" y="318588"/>
                  </a:lnTo>
                  <a:lnTo>
                    <a:pt x="2544634" y="342860"/>
                  </a:lnTo>
                  <a:lnTo>
                    <a:pt x="2582004" y="369472"/>
                  </a:lnTo>
                  <a:lnTo>
                    <a:pt x="2617253" y="398314"/>
                  </a:lnTo>
                  <a:lnTo>
                    <a:pt x="2650246" y="429277"/>
                  </a:lnTo>
                  <a:lnTo>
                    <a:pt x="2680852" y="462253"/>
                  </a:lnTo>
                  <a:lnTo>
                    <a:pt x="2708937" y="497133"/>
                  </a:lnTo>
                  <a:lnTo>
                    <a:pt x="2734368" y="533807"/>
                  </a:lnTo>
                  <a:lnTo>
                    <a:pt x="2757013" y="572168"/>
                  </a:lnTo>
                  <a:lnTo>
                    <a:pt x="2776738" y="612105"/>
                  </a:lnTo>
                  <a:lnTo>
                    <a:pt x="2793409" y="653511"/>
                  </a:lnTo>
                  <a:lnTo>
                    <a:pt x="2806895" y="696276"/>
                  </a:lnTo>
                  <a:lnTo>
                    <a:pt x="2817063" y="740292"/>
                  </a:lnTo>
                  <a:lnTo>
                    <a:pt x="2823778" y="785450"/>
                  </a:lnTo>
                  <a:lnTo>
                    <a:pt x="3118488" y="3508573"/>
                  </a:lnTo>
                  <a:lnTo>
                    <a:pt x="3119447" y="3552929"/>
                  </a:lnTo>
                  <a:lnTo>
                    <a:pt x="3112940" y="3595646"/>
                  </a:lnTo>
                  <a:lnTo>
                    <a:pt x="3099516" y="3636180"/>
                  </a:lnTo>
                  <a:lnTo>
                    <a:pt x="3079722" y="3673985"/>
                  </a:lnTo>
                  <a:lnTo>
                    <a:pt x="3054107" y="3708517"/>
                  </a:lnTo>
                  <a:lnTo>
                    <a:pt x="3023219" y="3739231"/>
                  </a:lnTo>
                  <a:lnTo>
                    <a:pt x="2987605" y="3765582"/>
                  </a:lnTo>
                  <a:lnTo>
                    <a:pt x="2947815" y="3787026"/>
                  </a:lnTo>
                  <a:lnTo>
                    <a:pt x="2904394" y="3803017"/>
                  </a:lnTo>
                  <a:lnTo>
                    <a:pt x="2857893" y="3813012"/>
                  </a:lnTo>
                  <a:lnTo>
                    <a:pt x="2808858" y="3816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862162" y="1519962"/>
              <a:ext cx="7901305" cy="7263765"/>
            </a:xfrm>
            <a:custGeom>
              <a:avLst/>
              <a:gdLst/>
              <a:ahLst/>
              <a:cxnLst/>
              <a:rect l="l" t="t" r="r" b="b"/>
              <a:pathLst>
                <a:path w="7901305" h="7263765">
                  <a:moveTo>
                    <a:pt x="1595609" y="6617685"/>
                  </a:moveTo>
                  <a:lnTo>
                    <a:pt x="1549809" y="6611531"/>
                  </a:lnTo>
                  <a:lnTo>
                    <a:pt x="1508655" y="6594165"/>
                  </a:lnTo>
                  <a:lnTo>
                    <a:pt x="1473789" y="6567228"/>
                  </a:lnTo>
                  <a:lnTo>
                    <a:pt x="1446852" y="6532362"/>
                  </a:lnTo>
                  <a:lnTo>
                    <a:pt x="1429486" y="6491208"/>
                  </a:lnTo>
                  <a:lnTo>
                    <a:pt x="1423332" y="6445409"/>
                  </a:lnTo>
                  <a:lnTo>
                    <a:pt x="1429486" y="6399609"/>
                  </a:lnTo>
                  <a:lnTo>
                    <a:pt x="1446852" y="6358455"/>
                  </a:lnTo>
                  <a:lnTo>
                    <a:pt x="1473789" y="6323589"/>
                  </a:lnTo>
                  <a:lnTo>
                    <a:pt x="1508655" y="6296652"/>
                  </a:lnTo>
                  <a:lnTo>
                    <a:pt x="1549809" y="6279286"/>
                  </a:lnTo>
                  <a:lnTo>
                    <a:pt x="1595609" y="6273132"/>
                  </a:lnTo>
                  <a:lnTo>
                    <a:pt x="1641408" y="6279286"/>
                  </a:lnTo>
                  <a:lnTo>
                    <a:pt x="1682562" y="6296652"/>
                  </a:lnTo>
                  <a:lnTo>
                    <a:pt x="1717428" y="6323589"/>
                  </a:lnTo>
                  <a:lnTo>
                    <a:pt x="1744365" y="6358455"/>
                  </a:lnTo>
                  <a:lnTo>
                    <a:pt x="1761732" y="6399609"/>
                  </a:lnTo>
                  <a:lnTo>
                    <a:pt x="1767885" y="6445409"/>
                  </a:lnTo>
                  <a:lnTo>
                    <a:pt x="1761732" y="6491208"/>
                  </a:lnTo>
                  <a:lnTo>
                    <a:pt x="1744365" y="6532362"/>
                  </a:lnTo>
                  <a:lnTo>
                    <a:pt x="1717428" y="6567228"/>
                  </a:lnTo>
                  <a:lnTo>
                    <a:pt x="1682562" y="6594165"/>
                  </a:lnTo>
                  <a:lnTo>
                    <a:pt x="1641408" y="6611531"/>
                  </a:lnTo>
                  <a:lnTo>
                    <a:pt x="1595609" y="6617685"/>
                  </a:lnTo>
                  <a:close/>
                </a:path>
                <a:path w="7901305" h="7263765">
                  <a:moveTo>
                    <a:pt x="2807581" y="7250776"/>
                  </a:moveTo>
                  <a:lnTo>
                    <a:pt x="309340" y="7250776"/>
                  </a:lnTo>
                  <a:lnTo>
                    <a:pt x="256434" y="7246748"/>
                  </a:lnTo>
                  <a:lnTo>
                    <a:pt x="206556" y="7235121"/>
                  </a:lnTo>
                  <a:lnTo>
                    <a:pt x="160395" y="7216587"/>
                  </a:lnTo>
                  <a:lnTo>
                    <a:pt x="118638" y="7191834"/>
                  </a:lnTo>
                  <a:lnTo>
                    <a:pt x="81973" y="7161553"/>
                  </a:lnTo>
                  <a:lnTo>
                    <a:pt x="51089" y="7126433"/>
                  </a:lnTo>
                  <a:lnTo>
                    <a:pt x="26674" y="7087163"/>
                  </a:lnTo>
                  <a:lnTo>
                    <a:pt x="9414" y="7044434"/>
                  </a:lnTo>
                  <a:lnTo>
                    <a:pt x="0" y="6998935"/>
                  </a:lnTo>
                  <a:lnTo>
                    <a:pt x="3116888" y="6998935"/>
                  </a:lnTo>
                  <a:lnTo>
                    <a:pt x="3107472" y="7044443"/>
                  </a:lnTo>
                  <a:lnTo>
                    <a:pt x="3090212" y="7087179"/>
                  </a:lnTo>
                  <a:lnTo>
                    <a:pt x="3065796" y="7126452"/>
                  </a:lnTo>
                  <a:lnTo>
                    <a:pt x="3034911" y="7161572"/>
                  </a:lnTo>
                  <a:lnTo>
                    <a:pt x="2998248" y="7191852"/>
                  </a:lnTo>
                  <a:lnTo>
                    <a:pt x="2956495" y="7216602"/>
                  </a:lnTo>
                  <a:lnTo>
                    <a:pt x="2910340" y="7235132"/>
                  </a:lnTo>
                  <a:lnTo>
                    <a:pt x="2860473" y="7246753"/>
                  </a:lnTo>
                  <a:lnTo>
                    <a:pt x="2807581" y="7250776"/>
                  </a:lnTo>
                  <a:close/>
                </a:path>
                <a:path w="7901305" h="7263765">
                  <a:moveTo>
                    <a:pt x="4251222" y="2464665"/>
                  </a:moveTo>
                  <a:lnTo>
                    <a:pt x="3134963" y="2464665"/>
                  </a:lnTo>
                  <a:lnTo>
                    <a:pt x="3134963" y="2150498"/>
                  </a:lnTo>
                  <a:lnTo>
                    <a:pt x="4251222" y="2150498"/>
                  </a:lnTo>
                  <a:lnTo>
                    <a:pt x="4251222" y="2464665"/>
                  </a:lnTo>
                  <a:close/>
                </a:path>
                <a:path w="7901305" h="7263765">
                  <a:moveTo>
                    <a:pt x="5485251" y="2612472"/>
                  </a:moveTo>
                  <a:lnTo>
                    <a:pt x="4251222" y="2612472"/>
                  </a:lnTo>
                  <a:lnTo>
                    <a:pt x="4251222" y="2150498"/>
                  </a:lnTo>
                  <a:lnTo>
                    <a:pt x="5827631" y="2150498"/>
                  </a:lnTo>
                  <a:lnTo>
                    <a:pt x="5485251" y="2612472"/>
                  </a:lnTo>
                  <a:close/>
                </a:path>
                <a:path w="7901305" h="7263765">
                  <a:moveTo>
                    <a:pt x="5827630" y="3305739"/>
                  </a:moveTo>
                  <a:lnTo>
                    <a:pt x="5826182" y="3305739"/>
                  </a:lnTo>
                  <a:lnTo>
                    <a:pt x="5378343" y="3305722"/>
                  </a:lnTo>
                  <a:lnTo>
                    <a:pt x="5374826" y="3261836"/>
                  </a:lnTo>
                  <a:lnTo>
                    <a:pt x="5364387" y="3218509"/>
                  </a:lnTo>
                  <a:lnTo>
                    <a:pt x="5347197" y="3175812"/>
                  </a:lnTo>
                  <a:lnTo>
                    <a:pt x="5323424" y="3133798"/>
                  </a:lnTo>
                  <a:lnTo>
                    <a:pt x="5293238" y="3092521"/>
                  </a:lnTo>
                  <a:lnTo>
                    <a:pt x="5256811" y="3052035"/>
                  </a:lnTo>
                  <a:lnTo>
                    <a:pt x="5214310" y="3012393"/>
                  </a:lnTo>
                  <a:lnTo>
                    <a:pt x="5165907" y="2973648"/>
                  </a:lnTo>
                  <a:lnTo>
                    <a:pt x="5111771" y="2935854"/>
                  </a:lnTo>
                  <a:lnTo>
                    <a:pt x="5052071" y="2899065"/>
                  </a:lnTo>
                  <a:lnTo>
                    <a:pt x="4986978" y="2863334"/>
                  </a:lnTo>
                  <a:lnTo>
                    <a:pt x="4952462" y="2845882"/>
                  </a:lnTo>
                  <a:lnTo>
                    <a:pt x="4916661" y="2828715"/>
                  </a:lnTo>
                  <a:lnTo>
                    <a:pt x="4879596" y="2811839"/>
                  </a:lnTo>
                  <a:lnTo>
                    <a:pt x="4841290" y="2795261"/>
                  </a:lnTo>
                  <a:lnTo>
                    <a:pt x="4801762" y="2778988"/>
                  </a:lnTo>
                  <a:lnTo>
                    <a:pt x="4761034" y="2763026"/>
                  </a:lnTo>
                  <a:lnTo>
                    <a:pt x="4719128" y="2747383"/>
                  </a:lnTo>
                  <a:lnTo>
                    <a:pt x="4676065" y="2732064"/>
                  </a:lnTo>
                  <a:lnTo>
                    <a:pt x="4631865" y="2717077"/>
                  </a:lnTo>
                  <a:lnTo>
                    <a:pt x="4586550" y="2702428"/>
                  </a:lnTo>
                  <a:lnTo>
                    <a:pt x="4540142" y="2688123"/>
                  </a:lnTo>
                  <a:lnTo>
                    <a:pt x="4492661" y="2674171"/>
                  </a:lnTo>
                  <a:lnTo>
                    <a:pt x="4444129" y="2660576"/>
                  </a:lnTo>
                  <a:lnTo>
                    <a:pt x="4394567" y="2647347"/>
                  </a:lnTo>
                  <a:lnTo>
                    <a:pt x="4343996" y="2634489"/>
                  </a:lnTo>
                  <a:lnTo>
                    <a:pt x="4292438" y="2622010"/>
                  </a:lnTo>
                  <a:lnTo>
                    <a:pt x="4239913" y="2609916"/>
                  </a:lnTo>
                  <a:lnTo>
                    <a:pt x="4186443" y="2598213"/>
                  </a:lnTo>
                  <a:lnTo>
                    <a:pt x="4132049" y="2586909"/>
                  </a:lnTo>
                  <a:lnTo>
                    <a:pt x="4076752" y="2576010"/>
                  </a:lnTo>
                  <a:lnTo>
                    <a:pt x="4020574" y="2565523"/>
                  </a:lnTo>
                  <a:lnTo>
                    <a:pt x="3963535" y="2555455"/>
                  </a:lnTo>
                  <a:lnTo>
                    <a:pt x="3846963" y="2536600"/>
                  </a:lnTo>
                  <a:lnTo>
                    <a:pt x="3727204" y="2519500"/>
                  </a:lnTo>
                  <a:lnTo>
                    <a:pt x="3604428" y="2504207"/>
                  </a:lnTo>
                  <a:lnTo>
                    <a:pt x="3478806" y="2490777"/>
                  </a:lnTo>
                  <a:lnTo>
                    <a:pt x="3350506" y="2479261"/>
                  </a:lnTo>
                  <a:lnTo>
                    <a:pt x="3219700" y="2469714"/>
                  </a:lnTo>
                  <a:lnTo>
                    <a:pt x="3086556" y="2462190"/>
                  </a:lnTo>
                  <a:lnTo>
                    <a:pt x="2951244" y="2456741"/>
                  </a:lnTo>
                  <a:lnTo>
                    <a:pt x="2813934" y="2453422"/>
                  </a:lnTo>
                  <a:lnTo>
                    <a:pt x="2674797" y="2452285"/>
                  </a:lnTo>
                  <a:lnTo>
                    <a:pt x="2674797" y="2150515"/>
                  </a:lnTo>
                  <a:lnTo>
                    <a:pt x="3134963" y="2150515"/>
                  </a:lnTo>
                  <a:lnTo>
                    <a:pt x="3134963" y="2464665"/>
                  </a:lnTo>
                  <a:lnTo>
                    <a:pt x="4251222" y="2464665"/>
                  </a:lnTo>
                  <a:lnTo>
                    <a:pt x="4251222" y="2612472"/>
                  </a:lnTo>
                  <a:lnTo>
                    <a:pt x="5485251" y="2612472"/>
                  </a:lnTo>
                  <a:lnTo>
                    <a:pt x="5198616" y="2999229"/>
                  </a:lnTo>
                  <a:lnTo>
                    <a:pt x="5827630" y="2999229"/>
                  </a:lnTo>
                  <a:lnTo>
                    <a:pt x="5827630" y="3305739"/>
                  </a:lnTo>
                  <a:close/>
                </a:path>
                <a:path w="7901305" h="7263765">
                  <a:moveTo>
                    <a:pt x="5827630" y="2999229"/>
                  </a:moveTo>
                  <a:lnTo>
                    <a:pt x="5198616" y="2999229"/>
                  </a:lnTo>
                  <a:lnTo>
                    <a:pt x="5827618" y="2150515"/>
                  </a:lnTo>
                  <a:lnTo>
                    <a:pt x="5827630" y="2999229"/>
                  </a:lnTo>
                  <a:close/>
                </a:path>
                <a:path w="7901305" h="7263765">
                  <a:moveTo>
                    <a:pt x="5333514" y="7263514"/>
                  </a:moveTo>
                  <a:lnTo>
                    <a:pt x="5262407" y="7263514"/>
                  </a:lnTo>
                  <a:lnTo>
                    <a:pt x="5378241" y="3305722"/>
                  </a:lnTo>
                  <a:lnTo>
                    <a:pt x="5826182" y="3305739"/>
                  </a:lnTo>
                  <a:lnTo>
                    <a:pt x="5829907" y="3428991"/>
                  </a:lnTo>
                  <a:lnTo>
                    <a:pt x="5425237" y="3428991"/>
                  </a:lnTo>
                  <a:lnTo>
                    <a:pt x="5407060" y="4188983"/>
                  </a:lnTo>
                  <a:lnTo>
                    <a:pt x="5852877" y="4188983"/>
                  </a:lnTo>
                  <a:lnTo>
                    <a:pt x="5854768" y="4251546"/>
                  </a:lnTo>
                  <a:lnTo>
                    <a:pt x="5405542" y="4251546"/>
                  </a:lnTo>
                  <a:lnTo>
                    <a:pt x="5384466" y="5132966"/>
                  </a:lnTo>
                  <a:lnTo>
                    <a:pt x="5447020" y="5132966"/>
                  </a:lnTo>
                  <a:lnTo>
                    <a:pt x="5446279" y="5134807"/>
                  </a:lnTo>
                  <a:lnTo>
                    <a:pt x="5881463" y="5134807"/>
                  </a:lnTo>
                  <a:lnTo>
                    <a:pt x="5883354" y="5197371"/>
                  </a:lnTo>
                  <a:lnTo>
                    <a:pt x="5382932" y="5197371"/>
                  </a:lnTo>
                  <a:lnTo>
                    <a:pt x="5361804" y="6080837"/>
                  </a:lnTo>
                  <a:lnTo>
                    <a:pt x="5910056" y="6080837"/>
                  </a:lnTo>
                  <a:lnTo>
                    <a:pt x="5911947" y="6143383"/>
                  </a:lnTo>
                  <a:lnTo>
                    <a:pt x="5360303" y="6143383"/>
                  </a:lnTo>
                  <a:lnTo>
                    <a:pt x="5339175" y="7026849"/>
                  </a:lnTo>
                  <a:lnTo>
                    <a:pt x="5938648" y="7026849"/>
                  </a:lnTo>
                  <a:lnTo>
                    <a:pt x="5940539" y="7089413"/>
                  </a:lnTo>
                  <a:lnTo>
                    <a:pt x="5337675" y="7089413"/>
                  </a:lnTo>
                  <a:lnTo>
                    <a:pt x="5333514" y="7263514"/>
                  </a:lnTo>
                  <a:close/>
                </a:path>
                <a:path w="7901305" h="7263765">
                  <a:moveTo>
                    <a:pt x="5852877" y="4188983"/>
                  </a:moveTo>
                  <a:lnTo>
                    <a:pt x="5736778" y="4188983"/>
                  </a:lnTo>
                  <a:lnTo>
                    <a:pt x="5430114" y="3428991"/>
                  </a:lnTo>
                  <a:lnTo>
                    <a:pt x="5492661" y="3428991"/>
                  </a:lnTo>
                  <a:lnTo>
                    <a:pt x="5798677" y="4187397"/>
                  </a:lnTo>
                  <a:lnTo>
                    <a:pt x="5852829" y="4187397"/>
                  </a:lnTo>
                  <a:lnTo>
                    <a:pt x="5852877" y="4188983"/>
                  </a:lnTo>
                  <a:close/>
                </a:path>
                <a:path w="7901305" h="7263765">
                  <a:moveTo>
                    <a:pt x="5852829" y="4187397"/>
                  </a:moveTo>
                  <a:lnTo>
                    <a:pt x="5798677" y="4187397"/>
                  </a:lnTo>
                  <a:lnTo>
                    <a:pt x="5779936" y="3428991"/>
                  </a:lnTo>
                  <a:lnTo>
                    <a:pt x="5829907" y="3428991"/>
                  </a:lnTo>
                  <a:lnTo>
                    <a:pt x="5852829" y="4187397"/>
                  </a:lnTo>
                  <a:close/>
                </a:path>
                <a:path w="7901305" h="7263765">
                  <a:moveTo>
                    <a:pt x="5447020" y="5132966"/>
                  </a:moveTo>
                  <a:lnTo>
                    <a:pt x="5384466" y="5132966"/>
                  </a:lnTo>
                  <a:lnTo>
                    <a:pt x="5738824" y="4251546"/>
                  </a:lnTo>
                  <a:lnTo>
                    <a:pt x="5854768" y="4251546"/>
                  </a:lnTo>
                  <a:lnTo>
                    <a:pt x="5854848" y="4254190"/>
                  </a:lnTo>
                  <a:lnTo>
                    <a:pt x="5800330" y="4254190"/>
                  </a:lnTo>
                  <a:lnTo>
                    <a:pt x="5447020" y="5132966"/>
                  </a:lnTo>
                  <a:close/>
                </a:path>
                <a:path w="7901305" h="7263765">
                  <a:moveTo>
                    <a:pt x="5881463" y="5134807"/>
                  </a:moveTo>
                  <a:lnTo>
                    <a:pt x="5822089" y="5134807"/>
                  </a:lnTo>
                  <a:lnTo>
                    <a:pt x="5800330" y="4254190"/>
                  </a:lnTo>
                  <a:lnTo>
                    <a:pt x="5854848" y="4254190"/>
                  </a:lnTo>
                  <a:lnTo>
                    <a:pt x="5881463" y="5134807"/>
                  </a:lnTo>
                  <a:close/>
                </a:path>
                <a:path w="7901305" h="7263765">
                  <a:moveTo>
                    <a:pt x="5910056" y="6080837"/>
                  </a:moveTo>
                  <a:lnTo>
                    <a:pt x="5784456" y="6080837"/>
                  </a:lnTo>
                  <a:lnTo>
                    <a:pt x="5383733" y="5197371"/>
                  </a:lnTo>
                  <a:lnTo>
                    <a:pt x="5446296" y="5197371"/>
                  </a:lnTo>
                  <a:lnTo>
                    <a:pt x="5845382" y="6077222"/>
                  </a:lnTo>
                  <a:lnTo>
                    <a:pt x="5909947" y="6077222"/>
                  </a:lnTo>
                  <a:lnTo>
                    <a:pt x="5910056" y="6080837"/>
                  </a:lnTo>
                  <a:close/>
                </a:path>
                <a:path w="7901305" h="7263765">
                  <a:moveTo>
                    <a:pt x="5909947" y="6077222"/>
                  </a:moveTo>
                  <a:lnTo>
                    <a:pt x="5845382" y="6077222"/>
                  </a:lnTo>
                  <a:lnTo>
                    <a:pt x="5823641" y="5197371"/>
                  </a:lnTo>
                  <a:lnTo>
                    <a:pt x="5883354" y="5197371"/>
                  </a:lnTo>
                  <a:lnTo>
                    <a:pt x="5909947" y="6077222"/>
                  </a:lnTo>
                  <a:close/>
                </a:path>
                <a:path w="7901305" h="7263765">
                  <a:moveTo>
                    <a:pt x="5403154" y="7026849"/>
                  </a:moveTo>
                  <a:lnTo>
                    <a:pt x="5340591" y="7026849"/>
                  </a:lnTo>
                  <a:lnTo>
                    <a:pt x="5787013" y="6143383"/>
                  </a:lnTo>
                  <a:lnTo>
                    <a:pt x="5911947" y="6143383"/>
                  </a:lnTo>
                  <a:lnTo>
                    <a:pt x="5911985" y="6144645"/>
                  </a:lnTo>
                  <a:lnTo>
                    <a:pt x="5847053" y="6144645"/>
                  </a:lnTo>
                  <a:lnTo>
                    <a:pt x="5403154" y="7026849"/>
                  </a:lnTo>
                  <a:close/>
                </a:path>
                <a:path w="7901305" h="7263765">
                  <a:moveTo>
                    <a:pt x="5938648" y="7026849"/>
                  </a:moveTo>
                  <a:lnTo>
                    <a:pt x="5868845" y="7026849"/>
                  </a:lnTo>
                  <a:lnTo>
                    <a:pt x="5847053" y="6144645"/>
                  </a:lnTo>
                  <a:lnTo>
                    <a:pt x="5911985" y="6144645"/>
                  </a:lnTo>
                  <a:lnTo>
                    <a:pt x="5938648" y="7026849"/>
                  </a:lnTo>
                  <a:close/>
                </a:path>
                <a:path w="7901305" h="7263765">
                  <a:moveTo>
                    <a:pt x="5945801" y="7263514"/>
                  </a:moveTo>
                  <a:lnTo>
                    <a:pt x="5874694" y="7263514"/>
                  </a:lnTo>
                  <a:lnTo>
                    <a:pt x="5870397" y="7089413"/>
                  </a:lnTo>
                  <a:lnTo>
                    <a:pt x="5940539" y="7089413"/>
                  </a:lnTo>
                  <a:lnTo>
                    <a:pt x="5945801" y="7263514"/>
                  </a:lnTo>
                  <a:close/>
                </a:path>
                <a:path w="7901305" h="7263765">
                  <a:moveTo>
                    <a:pt x="7730978" y="1644190"/>
                  </a:moveTo>
                  <a:lnTo>
                    <a:pt x="7091527" y="1644190"/>
                  </a:lnTo>
                  <a:lnTo>
                    <a:pt x="7090904" y="1622128"/>
                  </a:lnTo>
                  <a:lnTo>
                    <a:pt x="7089045" y="1600162"/>
                  </a:lnTo>
                  <a:lnTo>
                    <a:pt x="7081654" y="1556529"/>
                  </a:lnTo>
                  <a:lnTo>
                    <a:pt x="7069440" y="1513318"/>
                  </a:lnTo>
                  <a:lnTo>
                    <a:pt x="7052486" y="1470553"/>
                  </a:lnTo>
                  <a:lnTo>
                    <a:pt x="7030875" y="1428263"/>
                  </a:lnTo>
                  <a:lnTo>
                    <a:pt x="7004693" y="1386473"/>
                  </a:lnTo>
                  <a:lnTo>
                    <a:pt x="6974023" y="1345210"/>
                  </a:lnTo>
                  <a:lnTo>
                    <a:pt x="6938949" y="1304501"/>
                  </a:lnTo>
                  <a:lnTo>
                    <a:pt x="6899555" y="1264371"/>
                  </a:lnTo>
                  <a:lnTo>
                    <a:pt x="6855926" y="1224848"/>
                  </a:lnTo>
                  <a:lnTo>
                    <a:pt x="6808145" y="1185959"/>
                  </a:lnTo>
                  <a:lnTo>
                    <a:pt x="6756296" y="1147729"/>
                  </a:lnTo>
                  <a:lnTo>
                    <a:pt x="6700464" y="1110185"/>
                  </a:lnTo>
                  <a:lnTo>
                    <a:pt x="6640733" y="1073354"/>
                  </a:lnTo>
                  <a:lnTo>
                    <a:pt x="6577186" y="1037261"/>
                  </a:lnTo>
                  <a:lnTo>
                    <a:pt x="6509908" y="1001935"/>
                  </a:lnTo>
                  <a:lnTo>
                    <a:pt x="6474896" y="984567"/>
                  </a:lnTo>
                  <a:lnTo>
                    <a:pt x="6438982" y="967401"/>
                  </a:lnTo>
                  <a:lnTo>
                    <a:pt x="6402178" y="950439"/>
                  </a:lnTo>
                  <a:lnTo>
                    <a:pt x="6364494" y="933685"/>
                  </a:lnTo>
                  <a:lnTo>
                    <a:pt x="6325940" y="917142"/>
                  </a:lnTo>
                  <a:lnTo>
                    <a:pt x="6286526" y="900815"/>
                  </a:lnTo>
                  <a:lnTo>
                    <a:pt x="6246264" y="884705"/>
                  </a:lnTo>
                  <a:lnTo>
                    <a:pt x="6205164" y="868816"/>
                  </a:lnTo>
                  <a:lnTo>
                    <a:pt x="6163236" y="853152"/>
                  </a:lnTo>
                  <a:lnTo>
                    <a:pt x="6120490" y="837715"/>
                  </a:lnTo>
                  <a:lnTo>
                    <a:pt x="6076938" y="822510"/>
                  </a:lnTo>
                  <a:lnTo>
                    <a:pt x="6032589" y="807540"/>
                  </a:lnTo>
                  <a:lnTo>
                    <a:pt x="5987455" y="792807"/>
                  </a:lnTo>
                  <a:lnTo>
                    <a:pt x="5941546" y="778315"/>
                  </a:lnTo>
                  <a:lnTo>
                    <a:pt x="5894872" y="764068"/>
                  </a:lnTo>
                  <a:lnTo>
                    <a:pt x="5799272" y="736320"/>
                  </a:lnTo>
                  <a:lnTo>
                    <a:pt x="5700739" y="709590"/>
                  </a:lnTo>
                  <a:lnTo>
                    <a:pt x="5599358" y="683904"/>
                  </a:lnTo>
                  <a:lnTo>
                    <a:pt x="5495212" y="659288"/>
                  </a:lnTo>
                  <a:lnTo>
                    <a:pt x="5388385" y="635770"/>
                  </a:lnTo>
                  <a:lnTo>
                    <a:pt x="5278962" y="613375"/>
                  </a:lnTo>
                  <a:lnTo>
                    <a:pt x="5167027" y="592130"/>
                  </a:lnTo>
                  <a:lnTo>
                    <a:pt x="5052663" y="572062"/>
                  </a:lnTo>
                  <a:lnTo>
                    <a:pt x="4935955" y="553197"/>
                  </a:lnTo>
                  <a:lnTo>
                    <a:pt x="4816986" y="535562"/>
                  </a:lnTo>
                  <a:lnTo>
                    <a:pt x="4634480" y="511473"/>
                  </a:lnTo>
                  <a:lnTo>
                    <a:pt x="4447361" y="490300"/>
                  </a:lnTo>
                  <a:lnTo>
                    <a:pt x="4255913" y="472132"/>
                  </a:lnTo>
                  <a:lnTo>
                    <a:pt x="4060420" y="457059"/>
                  </a:lnTo>
                  <a:lnTo>
                    <a:pt x="3861165" y="445170"/>
                  </a:lnTo>
                  <a:lnTo>
                    <a:pt x="3658433" y="436556"/>
                  </a:lnTo>
                  <a:lnTo>
                    <a:pt x="3452506" y="431304"/>
                  </a:lnTo>
                  <a:lnTo>
                    <a:pt x="3243670" y="429506"/>
                  </a:lnTo>
                  <a:lnTo>
                    <a:pt x="3243670" y="0"/>
                  </a:lnTo>
                  <a:lnTo>
                    <a:pt x="7730978" y="0"/>
                  </a:lnTo>
                  <a:lnTo>
                    <a:pt x="7730978" y="1644190"/>
                  </a:lnTo>
                  <a:close/>
                </a:path>
                <a:path w="7901305" h="7263765">
                  <a:moveTo>
                    <a:pt x="7031504" y="7263514"/>
                  </a:moveTo>
                  <a:lnTo>
                    <a:pt x="6930540" y="7263514"/>
                  </a:lnTo>
                  <a:lnTo>
                    <a:pt x="7095006" y="1644190"/>
                  </a:lnTo>
                  <a:lnTo>
                    <a:pt x="7730995" y="1644190"/>
                  </a:lnTo>
                  <a:lnTo>
                    <a:pt x="7736285" y="1819195"/>
                  </a:lnTo>
                  <a:lnTo>
                    <a:pt x="7161730" y="1819195"/>
                  </a:lnTo>
                  <a:lnTo>
                    <a:pt x="7135913" y="2898247"/>
                  </a:lnTo>
                  <a:lnTo>
                    <a:pt x="7768902" y="2898247"/>
                  </a:lnTo>
                  <a:lnTo>
                    <a:pt x="7771587" y="2987088"/>
                  </a:lnTo>
                  <a:lnTo>
                    <a:pt x="7133799" y="2987088"/>
                  </a:lnTo>
                  <a:lnTo>
                    <a:pt x="7103855" y="4238536"/>
                  </a:lnTo>
                  <a:lnTo>
                    <a:pt x="7192695" y="4238536"/>
                  </a:lnTo>
                  <a:lnTo>
                    <a:pt x="7191639" y="4241162"/>
                  </a:lnTo>
                  <a:lnTo>
                    <a:pt x="7809494" y="4241162"/>
                  </a:lnTo>
                  <a:lnTo>
                    <a:pt x="7812179" y="4329986"/>
                  </a:lnTo>
                  <a:lnTo>
                    <a:pt x="7191639" y="4329986"/>
                  </a:lnTo>
                  <a:lnTo>
                    <a:pt x="7101672" y="4329986"/>
                  </a:lnTo>
                  <a:lnTo>
                    <a:pt x="7071661" y="5584333"/>
                  </a:lnTo>
                  <a:lnTo>
                    <a:pt x="7850094" y="5584333"/>
                  </a:lnTo>
                  <a:lnTo>
                    <a:pt x="7852779" y="5673156"/>
                  </a:lnTo>
                  <a:lnTo>
                    <a:pt x="7069530" y="5673156"/>
                  </a:lnTo>
                  <a:lnTo>
                    <a:pt x="7039518" y="6927503"/>
                  </a:lnTo>
                  <a:lnTo>
                    <a:pt x="7890694" y="6927503"/>
                  </a:lnTo>
                  <a:lnTo>
                    <a:pt x="7893378" y="7016328"/>
                  </a:lnTo>
                  <a:lnTo>
                    <a:pt x="7037421" y="7016328"/>
                  </a:lnTo>
                  <a:lnTo>
                    <a:pt x="7031504" y="7263514"/>
                  </a:lnTo>
                  <a:close/>
                </a:path>
                <a:path w="7901305" h="7263765">
                  <a:moveTo>
                    <a:pt x="7768902" y="2898247"/>
                  </a:moveTo>
                  <a:lnTo>
                    <a:pt x="7604042" y="2898247"/>
                  </a:lnTo>
                  <a:lnTo>
                    <a:pt x="7168636" y="1819195"/>
                  </a:lnTo>
                  <a:lnTo>
                    <a:pt x="7257477" y="1819195"/>
                  </a:lnTo>
                  <a:lnTo>
                    <a:pt x="7691963" y="2895996"/>
                  </a:lnTo>
                  <a:lnTo>
                    <a:pt x="7768834" y="2895996"/>
                  </a:lnTo>
                  <a:lnTo>
                    <a:pt x="7768902" y="2898247"/>
                  </a:lnTo>
                  <a:close/>
                </a:path>
                <a:path w="7901305" h="7263765">
                  <a:moveTo>
                    <a:pt x="7768834" y="2895996"/>
                  </a:moveTo>
                  <a:lnTo>
                    <a:pt x="7691963" y="2895996"/>
                  </a:lnTo>
                  <a:lnTo>
                    <a:pt x="7665362" y="1819195"/>
                  </a:lnTo>
                  <a:lnTo>
                    <a:pt x="7736285" y="1819195"/>
                  </a:lnTo>
                  <a:lnTo>
                    <a:pt x="7768834" y="2895996"/>
                  </a:lnTo>
                  <a:close/>
                </a:path>
                <a:path w="7901305" h="7263765">
                  <a:moveTo>
                    <a:pt x="7192695" y="4238536"/>
                  </a:moveTo>
                  <a:lnTo>
                    <a:pt x="7103855" y="4238536"/>
                  </a:lnTo>
                  <a:lnTo>
                    <a:pt x="7606993" y="2987088"/>
                  </a:lnTo>
                  <a:lnTo>
                    <a:pt x="7771587" y="2987088"/>
                  </a:lnTo>
                  <a:lnTo>
                    <a:pt x="7771700" y="2990839"/>
                  </a:lnTo>
                  <a:lnTo>
                    <a:pt x="7694316" y="2990839"/>
                  </a:lnTo>
                  <a:lnTo>
                    <a:pt x="7192695" y="4238536"/>
                  </a:lnTo>
                  <a:close/>
                </a:path>
                <a:path w="7901305" h="7263765">
                  <a:moveTo>
                    <a:pt x="7809494" y="4241162"/>
                  </a:moveTo>
                  <a:lnTo>
                    <a:pt x="7725214" y="4241162"/>
                  </a:lnTo>
                  <a:lnTo>
                    <a:pt x="7694316" y="2990839"/>
                  </a:lnTo>
                  <a:lnTo>
                    <a:pt x="7771700" y="2990839"/>
                  </a:lnTo>
                  <a:lnTo>
                    <a:pt x="7809494" y="4241162"/>
                  </a:lnTo>
                  <a:close/>
                </a:path>
                <a:path w="7901305" h="7263765">
                  <a:moveTo>
                    <a:pt x="7849939" y="5579217"/>
                  </a:moveTo>
                  <a:lnTo>
                    <a:pt x="7758278" y="5579217"/>
                  </a:lnTo>
                  <a:lnTo>
                    <a:pt x="7727397" y="4329986"/>
                  </a:lnTo>
                  <a:lnTo>
                    <a:pt x="7812179" y="4329986"/>
                  </a:lnTo>
                  <a:lnTo>
                    <a:pt x="7849939" y="5579217"/>
                  </a:lnTo>
                  <a:close/>
                </a:path>
                <a:path w="7901305" h="7263765">
                  <a:moveTo>
                    <a:pt x="7850094" y="5584333"/>
                  </a:moveTo>
                  <a:lnTo>
                    <a:pt x="7671756" y="5584333"/>
                  </a:lnTo>
                  <a:lnTo>
                    <a:pt x="7102798" y="4329986"/>
                  </a:lnTo>
                  <a:lnTo>
                    <a:pt x="7191640" y="4329986"/>
                  </a:lnTo>
                  <a:lnTo>
                    <a:pt x="7758278" y="5579217"/>
                  </a:lnTo>
                  <a:lnTo>
                    <a:pt x="7849939" y="5579217"/>
                  </a:lnTo>
                  <a:lnTo>
                    <a:pt x="7850094" y="5584333"/>
                  </a:lnTo>
                  <a:close/>
                </a:path>
                <a:path w="7901305" h="7263765">
                  <a:moveTo>
                    <a:pt x="7130389" y="6927503"/>
                  </a:moveTo>
                  <a:lnTo>
                    <a:pt x="7041547" y="6927503"/>
                  </a:lnTo>
                  <a:lnTo>
                    <a:pt x="7675388" y="5673156"/>
                  </a:lnTo>
                  <a:lnTo>
                    <a:pt x="7852779" y="5673156"/>
                  </a:lnTo>
                  <a:lnTo>
                    <a:pt x="7852832" y="5674930"/>
                  </a:lnTo>
                  <a:lnTo>
                    <a:pt x="7760631" y="5674930"/>
                  </a:lnTo>
                  <a:lnTo>
                    <a:pt x="7130389" y="6927503"/>
                  </a:lnTo>
                  <a:close/>
                </a:path>
                <a:path w="7901305" h="7263765">
                  <a:moveTo>
                    <a:pt x="7890694" y="6927503"/>
                  </a:moveTo>
                  <a:lnTo>
                    <a:pt x="7791581" y="6927503"/>
                  </a:lnTo>
                  <a:lnTo>
                    <a:pt x="7760631" y="5674930"/>
                  </a:lnTo>
                  <a:lnTo>
                    <a:pt x="7852832" y="5674930"/>
                  </a:lnTo>
                  <a:lnTo>
                    <a:pt x="7890694" y="6927503"/>
                  </a:lnTo>
                  <a:close/>
                </a:path>
                <a:path w="7901305" h="7263765">
                  <a:moveTo>
                    <a:pt x="7900850" y="7263514"/>
                  </a:moveTo>
                  <a:lnTo>
                    <a:pt x="7799885" y="7263514"/>
                  </a:lnTo>
                  <a:lnTo>
                    <a:pt x="7793781" y="7016328"/>
                  </a:lnTo>
                  <a:lnTo>
                    <a:pt x="7893378" y="7016328"/>
                  </a:lnTo>
                  <a:lnTo>
                    <a:pt x="7900850" y="7263514"/>
                  </a:lnTo>
                  <a:close/>
                </a:path>
              </a:pathLst>
            </a:custGeom>
            <a:solidFill>
              <a:srgbClr val="F0C2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503148" y="5175950"/>
              <a:ext cx="7545070" cy="3994150"/>
            </a:xfrm>
            <a:custGeom>
              <a:avLst/>
              <a:gdLst/>
              <a:ahLst/>
              <a:cxnLst/>
              <a:rect l="l" t="t" r="r" b="b"/>
              <a:pathLst>
                <a:path w="7545069" h="3994150">
                  <a:moveTo>
                    <a:pt x="1364144" y="2487719"/>
                  </a:moveTo>
                  <a:lnTo>
                    <a:pt x="559903" y="2487719"/>
                  </a:lnTo>
                  <a:lnTo>
                    <a:pt x="511573" y="2485664"/>
                  </a:lnTo>
                  <a:lnTo>
                    <a:pt x="464401" y="2479610"/>
                  </a:lnTo>
                  <a:lnTo>
                    <a:pt x="418541" y="2469726"/>
                  </a:lnTo>
                  <a:lnTo>
                    <a:pt x="374160" y="2456180"/>
                  </a:lnTo>
                  <a:lnTo>
                    <a:pt x="331423" y="2439140"/>
                  </a:lnTo>
                  <a:lnTo>
                    <a:pt x="290501" y="2418774"/>
                  </a:lnTo>
                  <a:lnTo>
                    <a:pt x="251560" y="2395249"/>
                  </a:lnTo>
                  <a:lnTo>
                    <a:pt x="214768" y="2368735"/>
                  </a:lnTo>
                  <a:lnTo>
                    <a:pt x="180294" y="2339399"/>
                  </a:lnTo>
                  <a:lnTo>
                    <a:pt x="148306" y="2307409"/>
                  </a:lnTo>
                  <a:lnTo>
                    <a:pt x="118972" y="2272934"/>
                  </a:lnTo>
                  <a:lnTo>
                    <a:pt x="92459" y="2236141"/>
                  </a:lnTo>
                  <a:lnTo>
                    <a:pt x="68937" y="2197198"/>
                  </a:lnTo>
                  <a:lnTo>
                    <a:pt x="48572" y="2156274"/>
                  </a:lnTo>
                  <a:lnTo>
                    <a:pt x="31533" y="2113537"/>
                  </a:lnTo>
                  <a:lnTo>
                    <a:pt x="17989" y="2069154"/>
                  </a:lnTo>
                  <a:lnTo>
                    <a:pt x="8106" y="2023295"/>
                  </a:lnTo>
                  <a:lnTo>
                    <a:pt x="2054" y="1976126"/>
                  </a:lnTo>
                  <a:lnTo>
                    <a:pt x="0" y="1927833"/>
                  </a:lnTo>
                  <a:lnTo>
                    <a:pt x="0" y="84066"/>
                  </a:lnTo>
                  <a:lnTo>
                    <a:pt x="44815" y="62566"/>
                  </a:lnTo>
                  <a:lnTo>
                    <a:pt x="91464" y="44007"/>
                  </a:lnTo>
                  <a:lnTo>
                    <a:pt x="139788" y="28521"/>
                  </a:lnTo>
                  <a:lnTo>
                    <a:pt x="189633" y="16244"/>
                  </a:lnTo>
                  <a:lnTo>
                    <a:pt x="240843" y="7309"/>
                  </a:lnTo>
                  <a:lnTo>
                    <a:pt x="293262" y="1849"/>
                  </a:lnTo>
                  <a:lnTo>
                    <a:pt x="346735" y="0"/>
                  </a:lnTo>
                  <a:lnTo>
                    <a:pt x="1492512" y="0"/>
                  </a:lnTo>
                  <a:lnTo>
                    <a:pt x="1546190" y="1860"/>
                  </a:lnTo>
                  <a:lnTo>
                    <a:pt x="1598804" y="7353"/>
                  </a:lnTo>
                  <a:lnTo>
                    <a:pt x="1650197" y="16345"/>
                  </a:lnTo>
                  <a:lnTo>
                    <a:pt x="1700210" y="28705"/>
                  </a:lnTo>
                  <a:lnTo>
                    <a:pt x="1748685" y="44297"/>
                  </a:lnTo>
                  <a:lnTo>
                    <a:pt x="1795465" y="62991"/>
                  </a:lnTo>
                  <a:lnTo>
                    <a:pt x="1840390" y="84652"/>
                  </a:lnTo>
                  <a:lnTo>
                    <a:pt x="1883304" y="109149"/>
                  </a:lnTo>
                  <a:lnTo>
                    <a:pt x="1924048" y="136347"/>
                  </a:lnTo>
                  <a:lnTo>
                    <a:pt x="1924047" y="1927833"/>
                  </a:lnTo>
                  <a:lnTo>
                    <a:pt x="1921990" y="1976143"/>
                  </a:lnTo>
                  <a:lnTo>
                    <a:pt x="1915935" y="2023312"/>
                  </a:lnTo>
                  <a:lnTo>
                    <a:pt x="1906050" y="2069172"/>
                  </a:lnTo>
                  <a:lnTo>
                    <a:pt x="1892502" y="2113554"/>
                  </a:lnTo>
                  <a:lnTo>
                    <a:pt x="1875460" y="2156291"/>
                  </a:lnTo>
                  <a:lnTo>
                    <a:pt x="1855092" y="2197215"/>
                  </a:lnTo>
                  <a:lnTo>
                    <a:pt x="1831566" y="2236157"/>
                  </a:lnTo>
                  <a:lnTo>
                    <a:pt x="1805050" y="2272950"/>
                  </a:lnTo>
                  <a:lnTo>
                    <a:pt x="1775712" y="2307425"/>
                  </a:lnTo>
                  <a:lnTo>
                    <a:pt x="1743721" y="2339414"/>
                  </a:lnTo>
                  <a:lnTo>
                    <a:pt x="1709243" y="2368749"/>
                  </a:lnTo>
                  <a:lnTo>
                    <a:pt x="1672448" y="2395262"/>
                  </a:lnTo>
                  <a:lnTo>
                    <a:pt x="1633503" y="2418785"/>
                  </a:lnTo>
                  <a:lnTo>
                    <a:pt x="1592577" y="2439150"/>
                  </a:lnTo>
                  <a:lnTo>
                    <a:pt x="1549837" y="2456189"/>
                  </a:lnTo>
                  <a:lnTo>
                    <a:pt x="1505451" y="2469733"/>
                  </a:lnTo>
                  <a:lnTo>
                    <a:pt x="1459585" y="2479615"/>
                  </a:lnTo>
                  <a:lnTo>
                    <a:pt x="1412394" y="2485666"/>
                  </a:lnTo>
                  <a:lnTo>
                    <a:pt x="1364144" y="2487719"/>
                  </a:lnTo>
                  <a:close/>
                </a:path>
                <a:path w="7545069" h="3994150">
                  <a:moveTo>
                    <a:pt x="7544650" y="3993805"/>
                  </a:moveTo>
                  <a:lnTo>
                    <a:pt x="2602684" y="3993805"/>
                  </a:lnTo>
                  <a:lnTo>
                    <a:pt x="2602684" y="3609146"/>
                  </a:lnTo>
                  <a:lnTo>
                    <a:pt x="7544650" y="3609146"/>
                  </a:lnTo>
                  <a:lnTo>
                    <a:pt x="7544650" y="3993805"/>
                  </a:lnTo>
                  <a:close/>
                </a:path>
              </a:pathLst>
            </a:custGeom>
            <a:solidFill>
              <a:srgbClr val="F9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860444" y="7865804"/>
              <a:ext cx="3120390" cy="653415"/>
            </a:xfrm>
            <a:custGeom>
              <a:avLst/>
              <a:gdLst/>
              <a:ahLst/>
              <a:cxnLst/>
              <a:rect l="l" t="t" r="r" b="b"/>
              <a:pathLst>
                <a:path w="3120390" h="653415">
                  <a:moveTo>
                    <a:pt x="2052923" y="199133"/>
                  </a:moveTo>
                  <a:lnTo>
                    <a:pt x="2014165" y="191309"/>
                  </a:lnTo>
                  <a:lnTo>
                    <a:pt x="1982517" y="169971"/>
                  </a:lnTo>
                  <a:lnTo>
                    <a:pt x="1961180" y="138323"/>
                  </a:lnTo>
                  <a:lnTo>
                    <a:pt x="1953356" y="99566"/>
                  </a:lnTo>
                  <a:lnTo>
                    <a:pt x="1961180" y="60809"/>
                  </a:lnTo>
                  <a:lnTo>
                    <a:pt x="1982517" y="29161"/>
                  </a:lnTo>
                  <a:lnTo>
                    <a:pt x="2014165" y="7823"/>
                  </a:lnTo>
                  <a:lnTo>
                    <a:pt x="2052923" y="0"/>
                  </a:lnTo>
                  <a:lnTo>
                    <a:pt x="2091680" y="7826"/>
                  </a:lnTo>
                  <a:lnTo>
                    <a:pt x="2123328" y="29167"/>
                  </a:lnTo>
                  <a:lnTo>
                    <a:pt x="2144665" y="60816"/>
                  </a:lnTo>
                  <a:lnTo>
                    <a:pt x="2152489" y="99566"/>
                  </a:lnTo>
                  <a:lnTo>
                    <a:pt x="2144665" y="138323"/>
                  </a:lnTo>
                  <a:lnTo>
                    <a:pt x="2123328" y="169972"/>
                  </a:lnTo>
                  <a:lnTo>
                    <a:pt x="2091680" y="191309"/>
                  </a:lnTo>
                  <a:lnTo>
                    <a:pt x="2052923" y="199133"/>
                  </a:lnTo>
                  <a:close/>
                </a:path>
                <a:path w="3120390" h="653415">
                  <a:moveTo>
                    <a:pt x="1141713" y="199133"/>
                  </a:moveTo>
                  <a:lnTo>
                    <a:pt x="1102956" y="191309"/>
                  </a:lnTo>
                  <a:lnTo>
                    <a:pt x="1071308" y="169971"/>
                  </a:lnTo>
                  <a:lnTo>
                    <a:pt x="1049971" y="138323"/>
                  </a:lnTo>
                  <a:lnTo>
                    <a:pt x="1042147" y="99566"/>
                  </a:lnTo>
                  <a:lnTo>
                    <a:pt x="1049971" y="60809"/>
                  </a:lnTo>
                  <a:lnTo>
                    <a:pt x="1071308" y="29161"/>
                  </a:lnTo>
                  <a:lnTo>
                    <a:pt x="1102956" y="7823"/>
                  </a:lnTo>
                  <a:lnTo>
                    <a:pt x="1141713" y="0"/>
                  </a:lnTo>
                  <a:lnTo>
                    <a:pt x="1180471" y="7823"/>
                  </a:lnTo>
                  <a:lnTo>
                    <a:pt x="1212119" y="29161"/>
                  </a:lnTo>
                  <a:lnTo>
                    <a:pt x="1233456" y="60809"/>
                  </a:lnTo>
                  <a:lnTo>
                    <a:pt x="1241280" y="99566"/>
                  </a:lnTo>
                  <a:lnTo>
                    <a:pt x="1233456" y="138323"/>
                  </a:lnTo>
                  <a:lnTo>
                    <a:pt x="1212119" y="169971"/>
                  </a:lnTo>
                  <a:lnTo>
                    <a:pt x="1180471" y="191309"/>
                  </a:lnTo>
                  <a:lnTo>
                    <a:pt x="1141713" y="199133"/>
                  </a:lnTo>
                  <a:close/>
                </a:path>
                <a:path w="3120390" h="653415">
                  <a:moveTo>
                    <a:pt x="3118589" y="653092"/>
                  </a:moveTo>
                  <a:lnTo>
                    <a:pt x="1700" y="653092"/>
                  </a:lnTo>
                  <a:lnTo>
                    <a:pt x="485" y="639208"/>
                  </a:lnTo>
                  <a:lnTo>
                    <a:pt x="0" y="625165"/>
                  </a:lnTo>
                  <a:lnTo>
                    <a:pt x="300" y="610974"/>
                  </a:lnTo>
                  <a:lnTo>
                    <a:pt x="1445" y="596650"/>
                  </a:lnTo>
                  <a:lnTo>
                    <a:pt x="22913" y="401251"/>
                  </a:lnTo>
                  <a:lnTo>
                    <a:pt x="3097717" y="401251"/>
                  </a:lnTo>
                  <a:lnTo>
                    <a:pt x="3118913" y="597042"/>
                  </a:lnTo>
                  <a:lnTo>
                    <a:pt x="3120023" y="611272"/>
                  </a:lnTo>
                  <a:lnTo>
                    <a:pt x="3120298" y="625361"/>
                  </a:lnTo>
                  <a:lnTo>
                    <a:pt x="3119800" y="639303"/>
                  </a:lnTo>
                  <a:lnTo>
                    <a:pt x="3118589" y="653092"/>
                  </a:lnTo>
                  <a:close/>
                </a:path>
              </a:pathLst>
            </a:custGeom>
            <a:solidFill>
              <a:srgbClr val="5C86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4040" y="1513567"/>
              <a:ext cx="8200153" cy="772160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7310" y="172008"/>
            <a:ext cx="888556" cy="8619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1948" y="3108952"/>
            <a:ext cx="6257924" cy="4733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400" y="3108952"/>
            <a:ext cx="8743949" cy="47339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8277" y="0"/>
            <a:ext cx="9762490" cy="2520950"/>
          </a:xfrm>
          <a:prstGeom prst="rect"/>
        </p:spPr>
        <p:txBody>
          <a:bodyPr wrap="square" lIns="0" tIns="148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9650" spc="-700"/>
              <a:t>R</a:t>
            </a:r>
            <a:r>
              <a:rPr dirty="0" sz="9650" spc="-330"/>
              <a:t>A</a:t>
            </a:r>
            <a:r>
              <a:rPr dirty="0" sz="9650" spc="-65"/>
              <a:t>N</a:t>
            </a:r>
            <a:r>
              <a:rPr dirty="0" sz="9650" spc="-1240"/>
              <a:t>C</a:t>
            </a:r>
            <a:r>
              <a:rPr dirty="0" sz="9650" spc="-330"/>
              <a:t>A</a:t>
            </a:r>
            <a:r>
              <a:rPr dirty="0" sz="9650" spc="-65"/>
              <a:t>N</a:t>
            </a:r>
            <a:r>
              <a:rPr dirty="0" sz="9650" spc="-1515"/>
              <a:t>G</a:t>
            </a:r>
            <a:r>
              <a:rPr dirty="0" sz="9650" spc="-330"/>
              <a:t>A</a:t>
            </a:r>
            <a:r>
              <a:rPr dirty="0" sz="9650" spc="-60"/>
              <a:t>N</a:t>
            </a:r>
            <a:r>
              <a:rPr dirty="0" sz="9650" spc="-640"/>
              <a:t> </a:t>
            </a:r>
            <a:r>
              <a:rPr dirty="0" sz="9650" spc="-1240"/>
              <a:t>S</a:t>
            </a:r>
            <a:r>
              <a:rPr dirty="0" sz="9650" spc="695"/>
              <a:t>I</a:t>
            </a:r>
            <a:r>
              <a:rPr dirty="0" sz="9650" spc="-1240"/>
              <a:t>S</a:t>
            </a:r>
            <a:r>
              <a:rPr dirty="0" sz="9650" spc="-2020"/>
              <a:t>T</a:t>
            </a:r>
            <a:r>
              <a:rPr dirty="0" sz="9650" spc="-645"/>
              <a:t>E</a:t>
            </a:r>
            <a:r>
              <a:rPr dirty="0" sz="9650" spc="335"/>
              <a:t>M</a:t>
            </a:r>
            <a:endParaRPr sz="9650"/>
          </a:p>
          <a:p>
            <a:pPr marL="123825">
              <a:lnSpc>
                <a:spcPct val="100000"/>
              </a:lnSpc>
              <a:spcBef>
                <a:spcPts val="630"/>
              </a:spcBef>
            </a:pPr>
            <a:r>
              <a:rPr dirty="0" sz="5300" spc="-275" i="1">
                <a:latin typeface="Trebuchet MS"/>
                <a:cs typeface="Trebuchet MS"/>
              </a:rPr>
              <a:t>H</a:t>
            </a:r>
            <a:r>
              <a:rPr dirty="0" sz="5300" spc="-900" i="1">
                <a:latin typeface="Trebuchet MS"/>
                <a:cs typeface="Trebuchet MS"/>
              </a:rPr>
              <a:t>A</a:t>
            </a:r>
            <a:r>
              <a:rPr dirty="0" sz="5300" spc="-495" i="1">
                <a:latin typeface="Trebuchet MS"/>
                <a:cs typeface="Trebuchet MS"/>
              </a:rPr>
              <a:t>S</a:t>
            </a:r>
            <a:r>
              <a:rPr dirty="0" sz="5300" spc="-145" i="1">
                <a:latin typeface="Trebuchet MS"/>
                <a:cs typeface="Trebuchet MS"/>
              </a:rPr>
              <a:t>I</a:t>
            </a:r>
            <a:r>
              <a:rPr dirty="0" sz="5300" spc="-210" i="1">
                <a:latin typeface="Trebuchet MS"/>
                <a:cs typeface="Trebuchet MS"/>
              </a:rPr>
              <a:t>L</a:t>
            </a:r>
            <a:r>
              <a:rPr dirty="0" sz="5300" i="1">
                <a:latin typeface="Trebuchet MS"/>
                <a:cs typeface="Trebuchet MS"/>
              </a:rPr>
              <a:t> </a:t>
            </a:r>
            <a:r>
              <a:rPr dirty="0" sz="5300" spc="-894" i="1">
                <a:latin typeface="Trebuchet MS"/>
                <a:cs typeface="Trebuchet MS"/>
              </a:rPr>
              <a:t>P</a:t>
            </a:r>
            <a:r>
              <a:rPr dirty="0" sz="5300" spc="-695" i="1">
                <a:latin typeface="Trebuchet MS"/>
                <a:cs typeface="Trebuchet MS"/>
              </a:rPr>
              <a:t>R</a:t>
            </a:r>
            <a:r>
              <a:rPr dirty="0" sz="5300" spc="-1080" i="1">
                <a:latin typeface="Trebuchet MS"/>
                <a:cs typeface="Trebuchet MS"/>
              </a:rPr>
              <a:t>O</a:t>
            </a:r>
            <a:r>
              <a:rPr dirty="0" sz="5300" spc="-1100" i="1">
                <a:latin typeface="Trebuchet MS"/>
                <a:cs typeface="Trebuchet MS"/>
              </a:rPr>
              <a:t>G</a:t>
            </a:r>
            <a:r>
              <a:rPr dirty="0" sz="5300" spc="-695" i="1">
                <a:latin typeface="Trebuchet MS"/>
                <a:cs typeface="Trebuchet MS"/>
              </a:rPr>
              <a:t>R</a:t>
            </a:r>
            <a:r>
              <a:rPr dirty="0" sz="5300" spc="-900" i="1">
                <a:latin typeface="Trebuchet MS"/>
                <a:cs typeface="Trebuchet MS"/>
              </a:rPr>
              <a:t>A</a:t>
            </a:r>
            <a:r>
              <a:rPr dirty="0" sz="5300" spc="-229" i="1">
                <a:latin typeface="Trebuchet MS"/>
                <a:cs typeface="Trebuchet MS"/>
              </a:rPr>
              <a:t>M</a:t>
            </a:r>
            <a:endParaRPr sz="53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02302" y="9749866"/>
            <a:ext cx="9409430" cy="48260"/>
          </a:xfrm>
          <a:custGeom>
            <a:avLst/>
            <a:gdLst/>
            <a:ahLst/>
            <a:cxnLst/>
            <a:rect l="l" t="t" r="r" b="b"/>
            <a:pathLst>
              <a:path w="9409430" h="48259">
                <a:moveTo>
                  <a:pt x="9409100" y="0"/>
                </a:moveTo>
                <a:lnTo>
                  <a:pt x="7583106" y="0"/>
                </a:lnTo>
                <a:lnTo>
                  <a:pt x="5199507" y="0"/>
                </a:lnTo>
                <a:lnTo>
                  <a:pt x="4495470" y="0"/>
                </a:lnTo>
                <a:lnTo>
                  <a:pt x="0" y="0"/>
                </a:lnTo>
                <a:lnTo>
                  <a:pt x="0" y="47675"/>
                </a:lnTo>
                <a:lnTo>
                  <a:pt x="4495470" y="47675"/>
                </a:lnTo>
                <a:lnTo>
                  <a:pt x="5199507" y="47675"/>
                </a:lnTo>
                <a:lnTo>
                  <a:pt x="7583106" y="47675"/>
                </a:lnTo>
                <a:lnTo>
                  <a:pt x="9409100" y="47675"/>
                </a:lnTo>
                <a:lnTo>
                  <a:pt x="9409100" y="0"/>
                </a:lnTo>
                <a:close/>
              </a:path>
            </a:pathLst>
          </a:custGeom>
          <a:solidFill>
            <a:srgbClr val="1529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23443" y="9218081"/>
            <a:ext cx="10100945" cy="610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heavy" sz="3800" spc="10">
                <a:solidFill>
                  <a:srgbClr val="152950"/>
                </a:solidFill>
                <a:uFill>
                  <a:solidFill>
                    <a:srgbClr val="152950"/>
                  </a:solidFill>
                </a:uFill>
                <a:latin typeface="Arial MT"/>
                <a:cs typeface="Arial MT"/>
                <a:hlinkClick r:id="rId4"/>
              </a:rPr>
              <a:t>htt</a:t>
            </a:r>
            <a:r>
              <a:rPr dirty="0" sz="3800" spc="10">
                <a:solidFill>
                  <a:srgbClr val="152950"/>
                </a:solidFill>
                <a:latin typeface="Arial MT"/>
                <a:cs typeface="Arial MT"/>
                <a:hlinkClick r:id="rId4"/>
              </a:rPr>
              <a:t>ps://commuterline.id/perjalanan-krl/peta-rute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59248" y="1433198"/>
            <a:ext cx="2018030" cy="838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300" spc="-640" i="1">
                <a:solidFill>
                  <a:srgbClr val="152950"/>
                </a:solidFill>
                <a:latin typeface="Trebuchet MS"/>
                <a:cs typeface="Trebuchet MS"/>
              </a:rPr>
              <a:t>OUTPUT</a:t>
            </a:r>
            <a:endParaRPr sz="5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8881" y="3897422"/>
            <a:ext cx="14190344" cy="1454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40560" marR="5080" indent="-1928495">
              <a:lnSpc>
                <a:spcPct val="117200"/>
              </a:lnSpc>
              <a:spcBef>
                <a:spcPts val="90"/>
              </a:spcBef>
            </a:pPr>
            <a:r>
              <a:rPr dirty="0" sz="4000" spc="100" b="1">
                <a:latin typeface="Arial"/>
                <a:cs typeface="Arial"/>
              </a:rPr>
              <a:t>https://colab.research.google.com/drive/1pSA4GK1MUv </a:t>
            </a:r>
            <a:r>
              <a:rPr dirty="0" sz="4000" spc="-1100" b="1">
                <a:latin typeface="Arial"/>
                <a:cs typeface="Arial"/>
              </a:rPr>
              <a:t> </a:t>
            </a:r>
            <a:r>
              <a:rPr dirty="0" sz="4000" spc="25" b="1">
                <a:latin typeface="Arial"/>
                <a:cs typeface="Arial"/>
              </a:rPr>
              <a:t>TRhp1BdivynTWzgpZkP8rW?usp=sharing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90"/>
              <a:t>L</a:t>
            </a:r>
            <a:r>
              <a:rPr dirty="0" spc="-290"/>
              <a:t>i</a:t>
            </a:r>
            <a:r>
              <a:rPr dirty="0" spc="-1505"/>
              <a:t>n</a:t>
            </a:r>
            <a:r>
              <a:rPr dirty="0" spc="-620"/>
              <a:t>k</a:t>
            </a:r>
            <a:r>
              <a:rPr dirty="0"/>
              <a:t> </a:t>
            </a:r>
            <a:r>
              <a:rPr dirty="0" spc="-1465"/>
              <a:t>G</a:t>
            </a:r>
            <a:r>
              <a:rPr dirty="0" spc="-1030"/>
              <a:t>oo</a:t>
            </a:r>
            <a:r>
              <a:rPr dirty="0" spc="-55"/>
              <a:t>g</a:t>
            </a:r>
            <a:r>
              <a:rPr dirty="0" spc="-220"/>
              <a:t>l</a:t>
            </a:r>
            <a:r>
              <a:rPr dirty="0" spc="-1040"/>
              <a:t>e</a:t>
            </a:r>
            <a:r>
              <a:rPr dirty="0"/>
              <a:t> </a:t>
            </a:r>
            <a:r>
              <a:rPr dirty="0" spc="-1460"/>
              <a:t>C</a:t>
            </a:r>
            <a:r>
              <a:rPr dirty="0" spc="-1030"/>
              <a:t>o</a:t>
            </a:r>
            <a:r>
              <a:rPr dirty="0" spc="-220"/>
              <a:t>l</a:t>
            </a:r>
            <a:r>
              <a:rPr dirty="0" spc="-40"/>
              <a:t>a</a:t>
            </a:r>
            <a:r>
              <a:rPr dirty="0" spc="-1155"/>
              <a:t>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34057" y="0"/>
            <a:ext cx="9754235" cy="10291445"/>
            <a:chOff x="8534057" y="0"/>
            <a:chExt cx="9754235" cy="10291445"/>
          </a:xfrm>
        </p:grpSpPr>
        <p:sp>
          <p:nvSpPr>
            <p:cNvPr id="3" name="object 3"/>
            <p:cNvSpPr/>
            <p:nvPr/>
          </p:nvSpPr>
          <p:spPr>
            <a:xfrm>
              <a:off x="10668000" y="0"/>
              <a:ext cx="7620000" cy="10287000"/>
            </a:xfrm>
            <a:custGeom>
              <a:avLst/>
              <a:gdLst/>
              <a:ahLst/>
              <a:cxnLst/>
              <a:rect l="l" t="t" r="r" b="b"/>
              <a:pathLst>
                <a:path w="7620000" h="10287000">
                  <a:moveTo>
                    <a:pt x="0" y="10286999"/>
                  </a:moveTo>
                  <a:lnTo>
                    <a:pt x="7619999" y="10286999"/>
                  </a:lnTo>
                  <a:lnTo>
                    <a:pt x="7619999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4299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667987" y="11"/>
              <a:ext cx="7620000" cy="10274300"/>
            </a:xfrm>
            <a:custGeom>
              <a:avLst/>
              <a:gdLst/>
              <a:ahLst/>
              <a:cxnLst/>
              <a:rect l="l" t="t" r="r" b="b"/>
              <a:pathLst>
                <a:path w="7620000" h="10274300">
                  <a:moveTo>
                    <a:pt x="7620000" y="406400"/>
                  </a:moveTo>
                  <a:lnTo>
                    <a:pt x="7035343" y="406400"/>
                  </a:lnTo>
                  <a:lnTo>
                    <a:pt x="7035343" y="0"/>
                  </a:lnTo>
                  <a:lnTo>
                    <a:pt x="6998817" y="0"/>
                  </a:lnTo>
                  <a:lnTo>
                    <a:pt x="6998817" y="406400"/>
                  </a:lnTo>
                  <a:lnTo>
                    <a:pt x="6590970" y="406400"/>
                  </a:lnTo>
                  <a:lnTo>
                    <a:pt x="6590970" y="444500"/>
                  </a:lnTo>
                  <a:lnTo>
                    <a:pt x="6998817" y="444500"/>
                  </a:lnTo>
                  <a:lnTo>
                    <a:pt x="6998817" y="1193800"/>
                  </a:lnTo>
                  <a:lnTo>
                    <a:pt x="6591300" y="1193800"/>
                  </a:lnTo>
                  <a:lnTo>
                    <a:pt x="6591300" y="1231900"/>
                  </a:lnTo>
                  <a:lnTo>
                    <a:pt x="6998817" y="1231900"/>
                  </a:lnTo>
                  <a:lnTo>
                    <a:pt x="6998817" y="1981200"/>
                  </a:lnTo>
                  <a:lnTo>
                    <a:pt x="6591300" y="1981200"/>
                  </a:lnTo>
                  <a:lnTo>
                    <a:pt x="6591300" y="2019300"/>
                  </a:lnTo>
                  <a:lnTo>
                    <a:pt x="6998817" y="2019300"/>
                  </a:lnTo>
                  <a:lnTo>
                    <a:pt x="6998817" y="2768600"/>
                  </a:lnTo>
                  <a:lnTo>
                    <a:pt x="6591300" y="2768600"/>
                  </a:lnTo>
                  <a:lnTo>
                    <a:pt x="6591300" y="2806700"/>
                  </a:lnTo>
                  <a:lnTo>
                    <a:pt x="6998817" y="2806700"/>
                  </a:lnTo>
                  <a:lnTo>
                    <a:pt x="6998817" y="3556000"/>
                  </a:lnTo>
                  <a:lnTo>
                    <a:pt x="6591300" y="3556000"/>
                  </a:lnTo>
                  <a:lnTo>
                    <a:pt x="6591300" y="3594100"/>
                  </a:lnTo>
                  <a:lnTo>
                    <a:pt x="6998817" y="3594100"/>
                  </a:lnTo>
                  <a:lnTo>
                    <a:pt x="6998817" y="4343400"/>
                  </a:lnTo>
                  <a:lnTo>
                    <a:pt x="6591300" y="4343400"/>
                  </a:lnTo>
                  <a:lnTo>
                    <a:pt x="6591300" y="4381500"/>
                  </a:lnTo>
                  <a:lnTo>
                    <a:pt x="6998817" y="4381500"/>
                  </a:lnTo>
                  <a:lnTo>
                    <a:pt x="6998817" y="5130800"/>
                  </a:lnTo>
                  <a:lnTo>
                    <a:pt x="6591300" y="5130800"/>
                  </a:lnTo>
                  <a:lnTo>
                    <a:pt x="6591300" y="5168900"/>
                  </a:lnTo>
                  <a:lnTo>
                    <a:pt x="6998817" y="5168900"/>
                  </a:lnTo>
                  <a:lnTo>
                    <a:pt x="6998817" y="5918200"/>
                  </a:lnTo>
                  <a:lnTo>
                    <a:pt x="6591300" y="5918200"/>
                  </a:lnTo>
                  <a:lnTo>
                    <a:pt x="6591300" y="5956300"/>
                  </a:lnTo>
                  <a:lnTo>
                    <a:pt x="6998817" y="5956300"/>
                  </a:lnTo>
                  <a:lnTo>
                    <a:pt x="6998817" y="6705600"/>
                  </a:lnTo>
                  <a:lnTo>
                    <a:pt x="6591300" y="6705600"/>
                  </a:lnTo>
                  <a:lnTo>
                    <a:pt x="6591300" y="6743700"/>
                  </a:lnTo>
                  <a:lnTo>
                    <a:pt x="6998817" y="6743700"/>
                  </a:lnTo>
                  <a:lnTo>
                    <a:pt x="6998817" y="7493000"/>
                  </a:lnTo>
                  <a:lnTo>
                    <a:pt x="6591300" y="7493000"/>
                  </a:lnTo>
                  <a:lnTo>
                    <a:pt x="6591300" y="7531100"/>
                  </a:lnTo>
                  <a:lnTo>
                    <a:pt x="6998817" y="7531100"/>
                  </a:lnTo>
                  <a:lnTo>
                    <a:pt x="6998817" y="8280400"/>
                  </a:lnTo>
                  <a:lnTo>
                    <a:pt x="6591300" y="8280400"/>
                  </a:lnTo>
                  <a:lnTo>
                    <a:pt x="6591300" y="8318500"/>
                  </a:lnTo>
                  <a:lnTo>
                    <a:pt x="6998817" y="8318500"/>
                  </a:lnTo>
                  <a:lnTo>
                    <a:pt x="6998817" y="9067800"/>
                  </a:lnTo>
                  <a:lnTo>
                    <a:pt x="6998817" y="9105900"/>
                  </a:lnTo>
                  <a:lnTo>
                    <a:pt x="6998817" y="9855200"/>
                  </a:lnTo>
                  <a:lnTo>
                    <a:pt x="6247625" y="9855200"/>
                  </a:lnTo>
                  <a:lnTo>
                    <a:pt x="6247625" y="9105900"/>
                  </a:lnTo>
                  <a:lnTo>
                    <a:pt x="6998817" y="9105900"/>
                  </a:lnTo>
                  <a:lnTo>
                    <a:pt x="6998817" y="9067800"/>
                  </a:lnTo>
                  <a:lnTo>
                    <a:pt x="6247625" y="9067800"/>
                  </a:lnTo>
                  <a:lnTo>
                    <a:pt x="6247625" y="8915070"/>
                  </a:lnTo>
                  <a:lnTo>
                    <a:pt x="6211087" y="8915070"/>
                  </a:lnTo>
                  <a:lnTo>
                    <a:pt x="6211087" y="9067800"/>
                  </a:lnTo>
                  <a:lnTo>
                    <a:pt x="6211087" y="9105900"/>
                  </a:lnTo>
                  <a:lnTo>
                    <a:pt x="6211087" y="9855200"/>
                  </a:lnTo>
                  <a:lnTo>
                    <a:pt x="5459908" y="9855200"/>
                  </a:lnTo>
                  <a:lnTo>
                    <a:pt x="5459908" y="9105900"/>
                  </a:lnTo>
                  <a:lnTo>
                    <a:pt x="6211087" y="9105900"/>
                  </a:lnTo>
                  <a:lnTo>
                    <a:pt x="6211087" y="9067800"/>
                  </a:lnTo>
                  <a:lnTo>
                    <a:pt x="5459908" y="9067800"/>
                  </a:lnTo>
                  <a:lnTo>
                    <a:pt x="5459908" y="8915070"/>
                  </a:lnTo>
                  <a:lnTo>
                    <a:pt x="5423370" y="8915070"/>
                  </a:lnTo>
                  <a:lnTo>
                    <a:pt x="5423370" y="9067800"/>
                  </a:lnTo>
                  <a:lnTo>
                    <a:pt x="5423370" y="9105900"/>
                  </a:lnTo>
                  <a:lnTo>
                    <a:pt x="5423370" y="9855200"/>
                  </a:lnTo>
                  <a:lnTo>
                    <a:pt x="4672190" y="9855200"/>
                  </a:lnTo>
                  <a:lnTo>
                    <a:pt x="4672190" y="9105900"/>
                  </a:lnTo>
                  <a:lnTo>
                    <a:pt x="5423370" y="9105900"/>
                  </a:lnTo>
                  <a:lnTo>
                    <a:pt x="5423370" y="9067800"/>
                  </a:lnTo>
                  <a:lnTo>
                    <a:pt x="4672190" y="9067800"/>
                  </a:lnTo>
                  <a:lnTo>
                    <a:pt x="4672190" y="8915070"/>
                  </a:lnTo>
                  <a:lnTo>
                    <a:pt x="4635652" y="8915070"/>
                  </a:lnTo>
                  <a:lnTo>
                    <a:pt x="4635652" y="9067800"/>
                  </a:lnTo>
                  <a:lnTo>
                    <a:pt x="4635652" y="9105900"/>
                  </a:lnTo>
                  <a:lnTo>
                    <a:pt x="4635652" y="9855200"/>
                  </a:lnTo>
                  <a:lnTo>
                    <a:pt x="3884447" y="9855200"/>
                  </a:lnTo>
                  <a:lnTo>
                    <a:pt x="3884447" y="9105900"/>
                  </a:lnTo>
                  <a:lnTo>
                    <a:pt x="4635652" y="9105900"/>
                  </a:lnTo>
                  <a:lnTo>
                    <a:pt x="4635652" y="9067800"/>
                  </a:lnTo>
                  <a:lnTo>
                    <a:pt x="3884447" y="9067800"/>
                  </a:lnTo>
                  <a:lnTo>
                    <a:pt x="3884447" y="8915070"/>
                  </a:lnTo>
                  <a:lnTo>
                    <a:pt x="3847922" y="8915070"/>
                  </a:lnTo>
                  <a:lnTo>
                    <a:pt x="3847922" y="9067800"/>
                  </a:lnTo>
                  <a:lnTo>
                    <a:pt x="3847922" y="9105900"/>
                  </a:lnTo>
                  <a:lnTo>
                    <a:pt x="3847922" y="9855200"/>
                  </a:lnTo>
                  <a:lnTo>
                    <a:pt x="3096742" y="9855200"/>
                  </a:lnTo>
                  <a:lnTo>
                    <a:pt x="3096742" y="9105900"/>
                  </a:lnTo>
                  <a:lnTo>
                    <a:pt x="3847922" y="9105900"/>
                  </a:lnTo>
                  <a:lnTo>
                    <a:pt x="3847922" y="9067800"/>
                  </a:lnTo>
                  <a:lnTo>
                    <a:pt x="3096742" y="9067800"/>
                  </a:lnTo>
                  <a:lnTo>
                    <a:pt x="3096742" y="8915070"/>
                  </a:lnTo>
                  <a:lnTo>
                    <a:pt x="3060217" y="8915070"/>
                  </a:lnTo>
                  <a:lnTo>
                    <a:pt x="3060217" y="9067800"/>
                  </a:lnTo>
                  <a:lnTo>
                    <a:pt x="3060217" y="9105900"/>
                  </a:lnTo>
                  <a:lnTo>
                    <a:pt x="3060217" y="9855200"/>
                  </a:lnTo>
                  <a:lnTo>
                    <a:pt x="2309012" y="9855200"/>
                  </a:lnTo>
                  <a:lnTo>
                    <a:pt x="2309012" y="9105900"/>
                  </a:lnTo>
                  <a:lnTo>
                    <a:pt x="3060217" y="9105900"/>
                  </a:lnTo>
                  <a:lnTo>
                    <a:pt x="3060217" y="9067800"/>
                  </a:lnTo>
                  <a:lnTo>
                    <a:pt x="2309012" y="9067800"/>
                  </a:lnTo>
                  <a:lnTo>
                    <a:pt x="2309012" y="8915070"/>
                  </a:lnTo>
                  <a:lnTo>
                    <a:pt x="2272474" y="8915070"/>
                  </a:lnTo>
                  <a:lnTo>
                    <a:pt x="2272474" y="9067800"/>
                  </a:lnTo>
                  <a:lnTo>
                    <a:pt x="2272474" y="9105900"/>
                  </a:lnTo>
                  <a:lnTo>
                    <a:pt x="2272474" y="9855200"/>
                  </a:lnTo>
                  <a:lnTo>
                    <a:pt x="1521282" y="9855200"/>
                  </a:lnTo>
                  <a:lnTo>
                    <a:pt x="1521282" y="9105900"/>
                  </a:lnTo>
                  <a:lnTo>
                    <a:pt x="2272474" y="9105900"/>
                  </a:lnTo>
                  <a:lnTo>
                    <a:pt x="2272474" y="9067800"/>
                  </a:lnTo>
                  <a:lnTo>
                    <a:pt x="1521282" y="9067800"/>
                  </a:lnTo>
                  <a:lnTo>
                    <a:pt x="1521282" y="8915070"/>
                  </a:lnTo>
                  <a:lnTo>
                    <a:pt x="1484744" y="8915070"/>
                  </a:lnTo>
                  <a:lnTo>
                    <a:pt x="1484744" y="9067800"/>
                  </a:lnTo>
                  <a:lnTo>
                    <a:pt x="1484744" y="9105900"/>
                  </a:lnTo>
                  <a:lnTo>
                    <a:pt x="1484744" y="9855200"/>
                  </a:lnTo>
                  <a:lnTo>
                    <a:pt x="733577" y="9855200"/>
                  </a:lnTo>
                  <a:lnTo>
                    <a:pt x="733577" y="9105900"/>
                  </a:lnTo>
                  <a:lnTo>
                    <a:pt x="1484744" y="9105900"/>
                  </a:lnTo>
                  <a:lnTo>
                    <a:pt x="1484744" y="9067800"/>
                  </a:lnTo>
                  <a:lnTo>
                    <a:pt x="733577" y="9067800"/>
                  </a:lnTo>
                  <a:lnTo>
                    <a:pt x="733577" y="8915070"/>
                  </a:lnTo>
                  <a:lnTo>
                    <a:pt x="697039" y="8915070"/>
                  </a:lnTo>
                  <a:lnTo>
                    <a:pt x="697039" y="9067800"/>
                  </a:lnTo>
                  <a:lnTo>
                    <a:pt x="0" y="9067800"/>
                  </a:lnTo>
                  <a:lnTo>
                    <a:pt x="0" y="9105900"/>
                  </a:lnTo>
                  <a:lnTo>
                    <a:pt x="697039" y="9105900"/>
                  </a:lnTo>
                  <a:lnTo>
                    <a:pt x="697039" y="9855200"/>
                  </a:lnTo>
                  <a:lnTo>
                    <a:pt x="0" y="9855200"/>
                  </a:lnTo>
                  <a:lnTo>
                    <a:pt x="0" y="9893300"/>
                  </a:lnTo>
                  <a:lnTo>
                    <a:pt x="697039" y="9893300"/>
                  </a:lnTo>
                  <a:lnTo>
                    <a:pt x="697039" y="10274300"/>
                  </a:lnTo>
                  <a:lnTo>
                    <a:pt x="733577" y="10274300"/>
                  </a:lnTo>
                  <a:lnTo>
                    <a:pt x="733577" y="9893300"/>
                  </a:lnTo>
                  <a:lnTo>
                    <a:pt x="1484744" y="9893300"/>
                  </a:lnTo>
                  <a:lnTo>
                    <a:pt x="1484744" y="10274300"/>
                  </a:lnTo>
                  <a:lnTo>
                    <a:pt x="1521282" y="10274300"/>
                  </a:lnTo>
                  <a:lnTo>
                    <a:pt x="1521282" y="9893300"/>
                  </a:lnTo>
                  <a:lnTo>
                    <a:pt x="2272474" y="9893300"/>
                  </a:lnTo>
                  <a:lnTo>
                    <a:pt x="2272474" y="10274300"/>
                  </a:lnTo>
                  <a:lnTo>
                    <a:pt x="2309012" y="10274300"/>
                  </a:lnTo>
                  <a:lnTo>
                    <a:pt x="2309012" y="9893300"/>
                  </a:lnTo>
                  <a:lnTo>
                    <a:pt x="3060217" y="9893300"/>
                  </a:lnTo>
                  <a:lnTo>
                    <a:pt x="3060217" y="10274300"/>
                  </a:lnTo>
                  <a:lnTo>
                    <a:pt x="3096742" y="10274300"/>
                  </a:lnTo>
                  <a:lnTo>
                    <a:pt x="3096742" y="9893300"/>
                  </a:lnTo>
                  <a:lnTo>
                    <a:pt x="3847922" y="9893300"/>
                  </a:lnTo>
                  <a:lnTo>
                    <a:pt x="3847922" y="10274300"/>
                  </a:lnTo>
                  <a:lnTo>
                    <a:pt x="3884447" y="10274300"/>
                  </a:lnTo>
                  <a:lnTo>
                    <a:pt x="3884447" y="9893300"/>
                  </a:lnTo>
                  <a:lnTo>
                    <a:pt x="4635652" y="9893300"/>
                  </a:lnTo>
                  <a:lnTo>
                    <a:pt x="4635652" y="10274300"/>
                  </a:lnTo>
                  <a:lnTo>
                    <a:pt x="4672190" y="10274300"/>
                  </a:lnTo>
                  <a:lnTo>
                    <a:pt x="4672190" y="9893300"/>
                  </a:lnTo>
                  <a:lnTo>
                    <a:pt x="5423370" y="9893300"/>
                  </a:lnTo>
                  <a:lnTo>
                    <a:pt x="5423370" y="10274300"/>
                  </a:lnTo>
                  <a:lnTo>
                    <a:pt x="5459908" y="10274300"/>
                  </a:lnTo>
                  <a:lnTo>
                    <a:pt x="5459908" y="9893300"/>
                  </a:lnTo>
                  <a:lnTo>
                    <a:pt x="6211087" y="9893300"/>
                  </a:lnTo>
                  <a:lnTo>
                    <a:pt x="6211087" y="10274300"/>
                  </a:lnTo>
                  <a:lnTo>
                    <a:pt x="6247625" y="10274300"/>
                  </a:lnTo>
                  <a:lnTo>
                    <a:pt x="6247625" y="9893300"/>
                  </a:lnTo>
                  <a:lnTo>
                    <a:pt x="6998817" y="9893300"/>
                  </a:lnTo>
                  <a:lnTo>
                    <a:pt x="6998817" y="10274300"/>
                  </a:lnTo>
                  <a:lnTo>
                    <a:pt x="7035343" y="10274300"/>
                  </a:lnTo>
                  <a:lnTo>
                    <a:pt x="7035343" y="9893300"/>
                  </a:lnTo>
                  <a:lnTo>
                    <a:pt x="7620000" y="9893300"/>
                  </a:lnTo>
                  <a:lnTo>
                    <a:pt x="7620000" y="9855200"/>
                  </a:lnTo>
                  <a:lnTo>
                    <a:pt x="7035343" y="9855200"/>
                  </a:lnTo>
                  <a:lnTo>
                    <a:pt x="7035343" y="9105900"/>
                  </a:lnTo>
                  <a:lnTo>
                    <a:pt x="7620000" y="9105900"/>
                  </a:lnTo>
                  <a:lnTo>
                    <a:pt x="7620000" y="9067800"/>
                  </a:lnTo>
                  <a:lnTo>
                    <a:pt x="7035343" y="9067800"/>
                  </a:lnTo>
                  <a:lnTo>
                    <a:pt x="7035343" y="8318500"/>
                  </a:lnTo>
                  <a:lnTo>
                    <a:pt x="7620000" y="8318500"/>
                  </a:lnTo>
                  <a:lnTo>
                    <a:pt x="7620000" y="8280400"/>
                  </a:lnTo>
                  <a:lnTo>
                    <a:pt x="7035343" y="8280400"/>
                  </a:lnTo>
                  <a:lnTo>
                    <a:pt x="7035343" y="7531100"/>
                  </a:lnTo>
                  <a:lnTo>
                    <a:pt x="7620000" y="7531100"/>
                  </a:lnTo>
                  <a:lnTo>
                    <a:pt x="7620000" y="7493000"/>
                  </a:lnTo>
                  <a:lnTo>
                    <a:pt x="7035343" y="7493000"/>
                  </a:lnTo>
                  <a:lnTo>
                    <a:pt x="7035343" y="6743700"/>
                  </a:lnTo>
                  <a:lnTo>
                    <a:pt x="7620000" y="6743700"/>
                  </a:lnTo>
                  <a:lnTo>
                    <a:pt x="7620000" y="6705600"/>
                  </a:lnTo>
                  <a:lnTo>
                    <a:pt x="7035343" y="6705600"/>
                  </a:lnTo>
                  <a:lnTo>
                    <a:pt x="7035343" y="5956300"/>
                  </a:lnTo>
                  <a:lnTo>
                    <a:pt x="7620000" y="5956300"/>
                  </a:lnTo>
                  <a:lnTo>
                    <a:pt x="7620000" y="5918200"/>
                  </a:lnTo>
                  <a:lnTo>
                    <a:pt x="7035343" y="5918200"/>
                  </a:lnTo>
                  <a:lnTo>
                    <a:pt x="7035343" y="5168900"/>
                  </a:lnTo>
                  <a:lnTo>
                    <a:pt x="7620000" y="5168900"/>
                  </a:lnTo>
                  <a:lnTo>
                    <a:pt x="7620000" y="5130800"/>
                  </a:lnTo>
                  <a:lnTo>
                    <a:pt x="7035343" y="5130800"/>
                  </a:lnTo>
                  <a:lnTo>
                    <a:pt x="7035343" y="4381500"/>
                  </a:lnTo>
                  <a:lnTo>
                    <a:pt x="7620000" y="4381500"/>
                  </a:lnTo>
                  <a:lnTo>
                    <a:pt x="7620000" y="4343400"/>
                  </a:lnTo>
                  <a:lnTo>
                    <a:pt x="7035343" y="4343400"/>
                  </a:lnTo>
                  <a:lnTo>
                    <a:pt x="7035343" y="3594100"/>
                  </a:lnTo>
                  <a:lnTo>
                    <a:pt x="7620000" y="3594100"/>
                  </a:lnTo>
                  <a:lnTo>
                    <a:pt x="7620000" y="3556000"/>
                  </a:lnTo>
                  <a:lnTo>
                    <a:pt x="7035343" y="3556000"/>
                  </a:lnTo>
                  <a:lnTo>
                    <a:pt x="7035343" y="2806700"/>
                  </a:lnTo>
                  <a:lnTo>
                    <a:pt x="7620000" y="2806700"/>
                  </a:lnTo>
                  <a:lnTo>
                    <a:pt x="7620000" y="2768600"/>
                  </a:lnTo>
                  <a:lnTo>
                    <a:pt x="7035343" y="2768600"/>
                  </a:lnTo>
                  <a:lnTo>
                    <a:pt x="7035343" y="2019300"/>
                  </a:lnTo>
                  <a:lnTo>
                    <a:pt x="7620000" y="2019300"/>
                  </a:lnTo>
                  <a:lnTo>
                    <a:pt x="7620000" y="1981200"/>
                  </a:lnTo>
                  <a:lnTo>
                    <a:pt x="7035343" y="1981200"/>
                  </a:lnTo>
                  <a:lnTo>
                    <a:pt x="7035343" y="1231900"/>
                  </a:lnTo>
                  <a:lnTo>
                    <a:pt x="7620000" y="1231900"/>
                  </a:lnTo>
                  <a:lnTo>
                    <a:pt x="7620000" y="1193800"/>
                  </a:lnTo>
                  <a:lnTo>
                    <a:pt x="7035343" y="1193800"/>
                  </a:lnTo>
                  <a:lnTo>
                    <a:pt x="7035343" y="444500"/>
                  </a:lnTo>
                  <a:lnTo>
                    <a:pt x="7620000" y="444500"/>
                  </a:lnTo>
                  <a:lnTo>
                    <a:pt x="7620000" y="406400"/>
                  </a:lnTo>
                  <a:close/>
                </a:path>
              </a:pathLst>
            </a:custGeom>
            <a:solidFill>
              <a:srgbClr val="F9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534057" y="472258"/>
              <a:ext cx="8725535" cy="8442960"/>
            </a:xfrm>
            <a:custGeom>
              <a:avLst/>
              <a:gdLst/>
              <a:ahLst/>
              <a:cxnLst/>
              <a:rect l="l" t="t" r="r" b="b"/>
              <a:pathLst>
                <a:path w="8725535" h="8442960">
                  <a:moveTo>
                    <a:pt x="8725241" y="8442821"/>
                  </a:moveTo>
                  <a:lnTo>
                    <a:pt x="0" y="8442821"/>
                  </a:lnTo>
                  <a:lnTo>
                    <a:pt x="0" y="0"/>
                  </a:lnTo>
                  <a:lnTo>
                    <a:pt x="8725241" y="0"/>
                  </a:lnTo>
                  <a:lnTo>
                    <a:pt x="8725241" y="84428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534086" y="0"/>
              <a:ext cx="8724900" cy="952500"/>
            </a:xfrm>
            <a:custGeom>
              <a:avLst/>
              <a:gdLst/>
              <a:ahLst/>
              <a:cxnLst/>
              <a:rect l="l" t="t" r="r" b="b"/>
              <a:pathLst>
                <a:path w="8724900" h="952500">
                  <a:moveTo>
                    <a:pt x="0" y="0"/>
                  </a:moveTo>
                  <a:lnTo>
                    <a:pt x="8724870" y="0"/>
                  </a:lnTo>
                  <a:lnTo>
                    <a:pt x="8724870" y="952499"/>
                  </a:lnTo>
                  <a:lnTo>
                    <a:pt x="0" y="952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7517765">
              <a:lnSpc>
                <a:spcPct val="100000"/>
              </a:lnSpc>
              <a:spcBef>
                <a:spcPts val="100"/>
              </a:spcBef>
            </a:pPr>
            <a:r>
              <a:rPr dirty="0" spc="-335"/>
              <a:t>Kesimpulan: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20254" y="2472495"/>
            <a:ext cx="7352665" cy="4978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5"/>
              </a:spcBef>
            </a:pPr>
            <a:r>
              <a:rPr dirty="0" sz="3500" spc="-165">
                <a:solidFill>
                  <a:srgbClr val="152950"/>
                </a:solidFill>
                <a:latin typeface="Trebuchet MS"/>
                <a:cs typeface="Trebuchet MS"/>
              </a:rPr>
              <a:t>Program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210">
                <a:solidFill>
                  <a:srgbClr val="152950"/>
                </a:solidFill>
                <a:latin typeface="Trebuchet MS"/>
                <a:cs typeface="Trebuchet MS"/>
              </a:rPr>
              <a:t>ini</a:t>
            </a:r>
            <a:r>
              <a:rPr dirty="0" sz="3500" spc="-229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180">
                <a:solidFill>
                  <a:srgbClr val="152950"/>
                </a:solidFill>
                <a:latin typeface="Trebuchet MS"/>
                <a:cs typeface="Trebuchet MS"/>
              </a:rPr>
              <a:t>dapat</a:t>
            </a:r>
            <a:r>
              <a:rPr dirty="0" sz="3500" spc="-229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digunakan</a:t>
            </a:r>
            <a:r>
              <a:rPr dirty="0" sz="3500" spc="-229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185">
                <a:solidFill>
                  <a:srgbClr val="152950"/>
                </a:solidFill>
                <a:latin typeface="Trebuchet MS"/>
                <a:cs typeface="Trebuchet MS"/>
              </a:rPr>
              <a:t>sebagai</a:t>
            </a:r>
            <a:r>
              <a:rPr dirty="0" sz="3500" spc="-229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150">
                <a:solidFill>
                  <a:srgbClr val="152950"/>
                </a:solidFill>
                <a:latin typeface="Trebuchet MS"/>
                <a:cs typeface="Trebuchet MS"/>
              </a:rPr>
              <a:t>alat </a:t>
            </a:r>
            <a:r>
              <a:rPr dirty="0" sz="3500" spc="-1040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17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8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11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13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500" spc="-8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500" spc="-17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500" spc="10">
                <a:solidFill>
                  <a:srgbClr val="152950"/>
                </a:solidFill>
                <a:latin typeface="Trebuchet MS"/>
                <a:cs typeface="Trebuchet MS"/>
              </a:rPr>
              <a:t>f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21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8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500" spc="-21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500" spc="-130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610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-610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500" spc="-130">
                <a:solidFill>
                  <a:srgbClr val="152950"/>
                </a:solidFill>
                <a:latin typeface="Trebuchet MS"/>
                <a:cs typeface="Trebuchet MS"/>
              </a:rPr>
              <a:t>b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8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500" spc="-210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610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25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-8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125">
                <a:solidFill>
                  <a:srgbClr val="152950"/>
                </a:solidFill>
                <a:latin typeface="Trebuchet MS"/>
                <a:cs typeface="Trebuchet MS"/>
              </a:rPr>
              <a:t>h</a:t>
            </a:r>
            <a:r>
              <a:rPr dirty="0" sz="3500" spc="-21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500" spc="-175">
                <a:solidFill>
                  <a:srgbClr val="152950"/>
                </a:solidFill>
                <a:latin typeface="Trebuchet MS"/>
                <a:cs typeface="Trebuchet MS"/>
              </a:rPr>
              <a:t>i  </a:t>
            </a:r>
            <a:r>
              <a:rPr dirty="0" sz="3500" spc="-135">
                <a:solidFill>
                  <a:srgbClr val="152950"/>
                </a:solidFill>
                <a:latin typeface="Trebuchet MS"/>
                <a:cs typeface="Trebuchet MS"/>
              </a:rPr>
              <a:t>rute </a:t>
            </a:r>
            <a:r>
              <a:rPr dirty="0" sz="3500" spc="-200">
                <a:solidFill>
                  <a:srgbClr val="152950"/>
                </a:solidFill>
                <a:latin typeface="Trebuchet MS"/>
                <a:cs typeface="Trebuchet MS"/>
              </a:rPr>
              <a:t>perjalan </a:t>
            </a:r>
            <a:r>
              <a:rPr dirty="0" sz="3500" spc="-165">
                <a:solidFill>
                  <a:srgbClr val="152950"/>
                </a:solidFill>
                <a:latin typeface="Trebuchet MS"/>
                <a:cs typeface="Trebuchet MS"/>
              </a:rPr>
              <a:t>kereta </a:t>
            </a:r>
            <a:r>
              <a:rPr dirty="0" sz="3500" spc="-180">
                <a:solidFill>
                  <a:srgbClr val="152950"/>
                </a:solidFill>
                <a:latin typeface="Trebuchet MS"/>
                <a:cs typeface="Trebuchet MS"/>
              </a:rPr>
              <a:t>api </a:t>
            </a:r>
            <a:r>
              <a:rPr dirty="0" sz="3500" spc="-215">
                <a:solidFill>
                  <a:srgbClr val="152950"/>
                </a:solidFill>
                <a:latin typeface="Trebuchet MS"/>
                <a:cs typeface="Trebuchet MS"/>
              </a:rPr>
              <a:t>di </a:t>
            </a:r>
            <a:r>
              <a:rPr dirty="0" sz="3500" spc="-210">
                <a:solidFill>
                  <a:srgbClr val="152950"/>
                </a:solidFill>
                <a:latin typeface="Trebuchet MS"/>
                <a:cs typeface="Trebuchet MS"/>
              </a:rPr>
              <a:t>Jabodetabek </a:t>
            </a:r>
            <a:r>
              <a:rPr dirty="0" sz="3500" spc="-204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26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25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280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610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-610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500" spc="-130">
                <a:solidFill>
                  <a:srgbClr val="152950"/>
                </a:solidFill>
                <a:latin typeface="Trebuchet MS"/>
                <a:cs typeface="Trebuchet MS"/>
              </a:rPr>
              <a:t>b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11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500" spc="-17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500" spc="-13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280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17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5">
                <a:solidFill>
                  <a:srgbClr val="152950"/>
                </a:solidFill>
                <a:latin typeface="Trebuchet MS"/>
                <a:cs typeface="Trebuchet MS"/>
              </a:rPr>
              <a:t>f</a:t>
            </a:r>
            <a:r>
              <a:rPr dirty="0" sz="3500" spc="-320">
                <a:solidFill>
                  <a:srgbClr val="152950"/>
                </a:solidFill>
                <a:latin typeface="Trebuchet MS"/>
                <a:cs typeface="Trebuchet MS"/>
              </a:rPr>
              <a:t>o</a:t>
            </a:r>
            <a:r>
              <a:rPr dirty="0" sz="3500" spc="11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500" spc="-610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500" spc="-16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130">
                <a:solidFill>
                  <a:srgbClr val="152950"/>
                </a:solidFill>
                <a:latin typeface="Trebuchet MS"/>
                <a:cs typeface="Trebuchet MS"/>
              </a:rPr>
              <a:t>b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11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500" spc="-21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500" spc="-185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3500" spc="-130">
                <a:solidFill>
                  <a:srgbClr val="152950"/>
                </a:solidFill>
                <a:latin typeface="Trebuchet MS"/>
                <a:cs typeface="Trebuchet MS"/>
              </a:rPr>
              <a:t>a  </a:t>
            </a:r>
            <a:r>
              <a:rPr dirty="0" sz="3500" spc="-20">
                <a:solidFill>
                  <a:srgbClr val="152950"/>
                </a:solidFill>
                <a:latin typeface="Trebuchet MS"/>
                <a:cs typeface="Trebuchet MS"/>
              </a:rPr>
              <a:t>v</a:t>
            </a:r>
            <a:r>
              <a:rPr dirty="0" sz="3500" spc="-17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500" spc="-21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135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26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280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21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500" spc="-610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11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500" spc="-17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500" spc="-130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610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25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165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370">
                <a:solidFill>
                  <a:srgbClr val="152950"/>
                </a:solidFill>
                <a:latin typeface="Trebuchet MS"/>
                <a:cs typeface="Trebuchet MS"/>
              </a:rPr>
              <a:t>j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140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3500" spc="-21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500" spc="95">
                <a:solidFill>
                  <a:srgbClr val="152950"/>
                </a:solidFill>
                <a:latin typeface="Trebuchet MS"/>
                <a:cs typeface="Trebuchet MS"/>
              </a:rPr>
              <a:t>r  </a:t>
            </a:r>
            <a:r>
              <a:rPr dirty="0" sz="3500" spc="-210">
                <a:solidFill>
                  <a:srgbClr val="152950"/>
                </a:solidFill>
                <a:latin typeface="Trebuchet MS"/>
                <a:cs typeface="Trebuchet MS"/>
              </a:rPr>
              <a:t>terpendek </a:t>
            </a:r>
            <a:r>
              <a:rPr dirty="0" sz="3500" spc="-245">
                <a:solidFill>
                  <a:srgbClr val="152950"/>
                </a:solidFill>
                <a:latin typeface="Trebuchet MS"/>
                <a:cs typeface="Trebuchet MS"/>
              </a:rPr>
              <a:t>dan </a:t>
            </a:r>
            <a:r>
              <a:rPr dirty="0" sz="3500" spc="-160">
                <a:solidFill>
                  <a:srgbClr val="152950"/>
                </a:solidFill>
                <a:latin typeface="Trebuchet MS"/>
                <a:cs typeface="Trebuchet MS"/>
              </a:rPr>
              <a:t>total </a:t>
            </a:r>
            <a:r>
              <a:rPr dirty="0" sz="3500" spc="-155">
                <a:solidFill>
                  <a:srgbClr val="152950"/>
                </a:solidFill>
                <a:latin typeface="Trebuchet MS"/>
                <a:cs typeface="Trebuchet MS"/>
              </a:rPr>
              <a:t>jarak </a:t>
            </a:r>
            <a:r>
              <a:rPr dirty="0" sz="3500" spc="-90">
                <a:solidFill>
                  <a:srgbClr val="152950"/>
                </a:solidFill>
                <a:latin typeface="Trebuchet MS"/>
                <a:cs typeface="Trebuchet MS"/>
              </a:rPr>
              <a:t>yang </a:t>
            </a:r>
            <a:r>
              <a:rPr dirty="0" sz="3500" spc="-250">
                <a:solidFill>
                  <a:srgbClr val="152950"/>
                </a:solidFill>
                <a:latin typeface="Trebuchet MS"/>
                <a:cs typeface="Trebuchet MS"/>
              </a:rPr>
              <a:t>ditempuh </a:t>
            </a:r>
            <a:r>
              <a:rPr dirty="0" sz="3500" spc="-1040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8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114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26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500" spc="-21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500" spc="-185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500" spc="-8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s</a:t>
            </a:r>
            <a:r>
              <a:rPr dirty="0" sz="3500" spc="-17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500" spc="-215">
                <a:solidFill>
                  <a:srgbClr val="152950"/>
                </a:solidFill>
                <a:latin typeface="Trebuchet MS"/>
                <a:cs typeface="Trebuchet MS"/>
              </a:rPr>
              <a:t>u</a:t>
            </a:r>
            <a:r>
              <a:rPr dirty="0" sz="3500" spc="-280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26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25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280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610">
                <a:solidFill>
                  <a:srgbClr val="152950"/>
                </a:solidFill>
                <a:latin typeface="Trebuchet MS"/>
                <a:cs typeface="Trebuchet MS"/>
              </a:rPr>
              <a:t>m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-285">
                <a:solidFill>
                  <a:srgbClr val="152950"/>
                </a:solidFill>
                <a:latin typeface="Trebuchet MS"/>
                <a:cs typeface="Trebuchet MS"/>
              </a:rPr>
              <a:t>n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11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185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3500" spc="-135">
                <a:solidFill>
                  <a:srgbClr val="152950"/>
                </a:solidFill>
                <a:latin typeface="Trebuchet MS"/>
                <a:cs typeface="Trebuchet MS"/>
              </a:rPr>
              <a:t>k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200">
                <a:solidFill>
                  <a:srgbClr val="152950"/>
                </a:solidFill>
                <a:latin typeface="Trebuchet MS"/>
                <a:cs typeface="Trebuchet MS"/>
              </a:rPr>
              <a:t>n  </a:t>
            </a:r>
            <a:r>
              <a:rPr dirty="0" sz="3500" spc="-260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500" spc="-17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500" spc="11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-280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3500" spc="-85">
                <a:solidFill>
                  <a:srgbClr val="152950"/>
                </a:solidFill>
                <a:latin typeface="Trebuchet MS"/>
                <a:cs typeface="Trebuchet MS"/>
              </a:rPr>
              <a:t>t</a:t>
            </a:r>
            <a:r>
              <a:rPr dirty="0" sz="3500" spc="-350">
                <a:solidFill>
                  <a:srgbClr val="152950"/>
                </a:solidFill>
                <a:latin typeface="Trebuchet MS"/>
                <a:cs typeface="Trebuchet MS"/>
              </a:rPr>
              <a:t>e</a:t>
            </a:r>
            <a:r>
              <a:rPr dirty="0" sz="3500" spc="-254">
                <a:solidFill>
                  <a:srgbClr val="152950"/>
                </a:solidFill>
                <a:latin typeface="Trebuchet MS"/>
                <a:cs typeface="Trebuchet MS"/>
              </a:rPr>
              <a:t>d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280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3500" spc="80">
                <a:solidFill>
                  <a:srgbClr val="152950"/>
                </a:solidFill>
                <a:latin typeface="Trebuchet MS"/>
                <a:cs typeface="Trebuchet MS"/>
              </a:rPr>
              <a:t>y</a:t>
            </a:r>
            <a:r>
              <a:rPr dirty="0" sz="3500" spc="-280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3500" spc="-140">
                <a:solidFill>
                  <a:srgbClr val="152950"/>
                </a:solidFill>
                <a:latin typeface="Trebuchet MS"/>
                <a:cs typeface="Trebuchet MS"/>
              </a:rPr>
              <a:t>l</a:t>
            </a:r>
            <a:r>
              <a:rPr dirty="0" sz="3500" spc="-170">
                <a:solidFill>
                  <a:srgbClr val="152950"/>
                </a:solidFill>
                <a:latin typeface="Trebuchet MS"/>
                <a:cs typeface="Trebuchet MS"/>
              </a:rPr>
              <a:t>i</a:t>
            </a:r>
            <a:r>
              <a:rPr dirty="0" sz="3500" spc="-275">
                <a:solidFill>
                  <a:srgbClr val="152950"/>
                </a:solidFill>
                <a:latin typeface="Trebuchet MS"/>
                <a:cs typeface="Trebuchet MS"/>
              </a:rPr>
              <a:t>c</a:t>
            </a:r>
            <a:r>
              <a:rPr dirty="0" sz="3500" spc="-235">
                <a:solidFill>
                  <a:srgbClr val="152950"/>
                </a:solidFill>
                <a:latin typeface="Trebuchet MS"/>
                <a:cs typeface="Trebuchet MS"/>
              </a:rPr>
              <a:t> </a:t>
            </a:r>
            <a:r>
              <a:rPr dirty="0" sz="3500" spc="25">
                <a:solidFill>
                  <a:srgbClr val="152950"/>
                </a:solidFill>
                <a:latin typeface="Trebuchet MS"/>
                <a:cs typeface="Trebuchet MS"/>
              </a:rPr>
              <a:t>g</a:t>
            </a:r>
            <a:r>
              <a:rPr dirty="0" sz="3500" spc="110">
                <a:solidFill>
                  <a:srgbClr val="152950"/>
                </a:solidFill>
                <a:latin typeface="Trebuchet MS"/>
                <a:cs typeface="Trebuchet MS"/>
              </a:rPr>
              <a:t>r</a:t>
            </a:r>
            <a:r>
              <a:rPr dirty="0" sz="3500" spc="-190">
                <a:solidFill>
                  <a:srgbClr val="152950"/>
                </a:solidFill>
                <a:latin typeface="Trebuchet MS"/>
                <a:cs typeface="Trebuchet MS"/>
              </a:rPr>
              <a:t>a</a:t>
            </a:r>
            <a:r>
              <a:rPr dirty="0" sz="3500" spc="-185">
                <a:solidFill>
                  <a:srgbClr val="152950"/>
                </a:solidFill>
                <a:latin typeface="Trebuchet MS"/>
                <a:cs typeface="Trebuchet MS"/>
              </a:rPr>
              <a:t>p</a:t>
            </a:r>
            <a:r>
              <a:rPr dirty="0" sz="3500" spc="-125">
                <a:solidFill>
                  <a:srgbClr val="152950"/>
                </a:solidFill>
                <a:latin typeface="Trebuchet MS"/>
                <a:cs typeface="Trebuchet MS"/>
              </a:rPr>
              <a:t>h</a:t>
            </a:r>
            <a:r>
              <a:rPr dirty="0" sz="3500" spc="-655">
                <a:solidFill>
                  <a:srgbClr val="152950"/>
                </a:solidFill>
                <a:latin typeface="Trebuchet MS"/>
                <a:cs typeface="Trebuchet MS"/>
              </a:rPr>
              <a:t>.</a:t>
            </a:r>
            <a:endParaRPr sz="35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5057" y="1527805"/>
            <a:ext cx="6224922" cy="7226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05733" y="116093"/>
            <a:ext cx="1564022" cy="6409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E7E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9668" y="1785629"/>
            <a:ext cx="6380115" cy="503629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295168" y="0"/>
            <a:ext cx="4993005" cy="10287000"/>
            <a:chOff x="13295168" y="0"/>
            <a:chExt cx="4993005" cy="10287000"/>
          </a:xfrm>
        </p:grpSpPr>
        <p:sp>
          <p:nvSpPr>
            <p:cNvPr id="5" name="object 5"/>
            <p:cNvSpPr/>
            <p:nvPr/>
          </p:nvSpPr>
          <p:spPr>
            <a:xfrm>
              <a:off x="13295168" y="0"/>
              <a:ext cx="4993005" cy="10287000"/>
            </a:xfrm>
            <a:custGeom>
              <a:avLst/>
              <a:gdLst/>
              <a:ahLst/>
              <a:cxnLst/>
              <a:rect l="l" t="t" r="r" b="b"/>
              <a:pathLst>
                <a:path w="4993005" h="10287000">
                  <a:moveTo>
                    <a:pt x="0" y="10286999"/>
                  </a:moveTo>
                  <a:lnTo>
                    <a:pt x="4992832" y="10286999"/>
                  </a:lnTo>
                  <a:lnTo>
                    <a:pt x="4992832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F0C2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295161" y="11"/>
              <a:ext cx="4993005" cy="8280400"/>
            </a:xfrm>
            <a:custGeom>
              <a:avLst/>
              <a:gdLst/>
              <a:ahLst/>
              <a:cxnLst/>
              <a:rect l="l" t="t" r="r" b="b"/>
              <a:pathLst>
                <a:path w="4993005" h="8280400">
                  <a:moveTo>
                    <a:pt x="4992827" y="406400"/>
                  </a:moveTo>
                  <a:lnTo>
                    <a:pt x="4672177" y="406400"/>
                  </a:lnTo>
                  <a:lnTo>
                    <a:pt x="4672177" y="0"/>
                  </a:lnTo>
                  <a:lnTo>
                    <a:pt x="4635652" y="0"/>
                  </a:lnTo>
                  <a:lnTo>
                    <a:pt x="4635652" y="7493000"/>
                  </a:lnTo>
                  <a:lnTo>
                    <a:pt x="3884447" y="7493000"/>
                  </a:lnTo>
                  <a:lnTo>
                    <a:pt x="3884447" y="6743700"/>
                  </a:lnTo>
                  <a:lnTo>
                    <a:pt x="4635652" y="6743700"/>
                  </a:lnTo>
                  <a:lnTo>
                    <a:pt x="4635652" y="6705600"/>
                  </a:lnTo>
                  <a:lnTo>
                    <a:pt x="3884447" y="6705600"/>
                  </a:lnTo>
                  <a:lnTo>
                    <a:pt x="3884447" y="5956300"/>
                  </a:lnTo>
                  <a:lnTo>
                    <a:pt x="4635652" y="5956300"/>
                  </a:lnTo>
                  <a:lnTo>
                    <a:pt x="4635652" y="5918200"/>
                  </a:lnTo>
                  <a:lnTo>
                    <a:pt x="3884447" y="5918200"/>
                  </a:lnTo>
                  <a:lnTo>
                    <a:pt x="3884447" y="5168900"/>
                  </a:lnTo>
                  <a:lnTo>
                    <a:pt x="4635652" y="5168900"/>
                  </a:lnTo>
                  <a:lnTo>
                    <a:pt x="4635652" y="5130800"/>
                  </a:lnTo>
                  <a:lnTo>
                    <a:pt x="3884447" y="5130800"/>
                  </a:lnTo>
                  <a:lnTo>
                    <a:pt x="3884447" y="4381500"/>
                  </a:lnTo>
                  <a:lnTo>
                    <a:pt x="4635652" y="4381500"/>
                  </a:lnTo>
                  <a:lnTo>
                    <a:pt x="4635652" y="4343400"/>
                  </a:lnTo>
                  <a:lnTo>
                    <a:pt x="3884447" y="4343400"/>
                  </a:lnTo>
                  <a:lnTo>
                    <a:pt x="3884447" y="3594100"/>
                  </a:lnTo>
                  <a:lnTo>
                    <a:pt x="4635652" y="3594100"/>
                  </a:lnTo>
                  <a:lnTo>
                    <a:pt x="4635652" y="3556000"/>
                  </a:lnTo>
                  <a:lnTo>
                    <a:pt x="3884447" y="3556000"/>
                  </a:lnTo>
                  <a:lnTo>
                    <a:pt x="3884447" y="2806700"/>
                  </a:lnTo>
                  <a:lnTo>
                    <a:pt x="4635652" y="2806700"/>
                  </a:lnTo>
                  <a:lnTo>
                    <a:pt x="4635652" y="2768600"/>
                  </a:lnTo>
                  <a:lnTo>
                    <a:pt x="3884447" y="2768600"/>
                  </a:lnTo>
                  <a:lnTo>
                    <a:pt x="3884447" y="2019300"/>
                  </a:lnTo>
                  <a:lnTo>
                    <a:pt x="4635652" y="2019300"/>
                  </a:lnTo>
                  <a:lnTo>
                    <a:pt x="4635652" y="1981200"/>
                  </a:lnTo>
                  <a:lnTo>
                    <a:pt x="3884447" y="1981200"/>
                  </a:lnTo>
                  <a:lnTo>
                    <a:pt x="3884447" y="1231900"/>
                  </a:lnTo>
                  <a:lnTo>
                    <a:pt x="4635652" y="1231900"/>
                  </a:lnTo>
                  <a:lnTo>
                    <a:pt x="4635652" y="1193800"/>
                  </a:lnTo>
                  <a:lnTo>
                    <a:pt x="3884447" y="1193800"/>
                  </a:lnTo>
                  <a:lnTo>
                    <a:pt x="3884447" y="444500"/>
                  </a:lnTo>
                  <a:lnTo>
                    <a:pt x="4635652" y="444500"/>
                  </a:lnTo>
                  <a:lnTo>
                    <a:pt x="4635652" y="406400"/>
                  </a:lnTo>
                  <a:lnTo>
                    <a:pt x="3884447" y="406400"/>
                  </a:lnTo>
                  <a:lnTo>
                    <a:pt x="3884447" y="0"/>
                  </a:lnTo>
                  <a:lnTo>
                    <a:pt x="3847909" y="0"/>
                  </a:lnTo>
                  <a:lnTo>
                    <a:pt x="3847909" y="7493000"/>
                  </a:lnTo>
                  <a:lnTo>
                    <a:pt x="3096742" y="7493000"/>
                  </a:lnTo>
                  <a:lnTo>
                    <a:pt x="3096742" y="6743700"/>
                  </a:lnTo>
                  <a:lnTo>
                    <a:pt x="3847909" y="6743700"/>
                  </a:lnTo>
                  <a:lnTo>
                    <a:pt x="3847909" y="6705600"/>
                  </a:lnTo>
                  <a:lnTo>
                    <a:pt x="3096742" y="6705600"/>
                  </a:lnTo>
                  <a:lnTo>
                    <a:pt x="3096742" y="5956300"/>
                  </a:lnTo>
                  <a:lnTo>
                    <a:pt x="3847909" y="5956300"/>
                  </a:lnTo>
                  <a:lnTo>
                    <a:pt x="3847909" y="5918200"/>
                  </a:lnTo>
                  <a:lnTo>
                    <a:pt x="3096742" y="5918200"/>
                  </a:lnTo>
                  <a:lnTo>
                    <a:pt x="3096742" y="5168900"/>
                  </a:lnTo>
                  <a:lnTo>
                    <a:pt x="3847909" y="5168900"/>
                  </a:lnTo>
                  <a:lnTo>
                    <a:pt x="3847909" y="5130800"/>
                  </a:lnTo>
                  <a:lnTo>
                    <a:pt x="3096742" y="5130800"/>
                  </a:lnTo>
                  <a:lnTo>
                    <a:pt x="3096742" y="4381500"/>
                  </a:lnTo>
                  <a:lnTo>
                    <a:pt x="3847909" y="4381500"/>
                  </a:lnTo>
                  <a:lnTo>
                    <a:pt x="3847909" y="4343400"/>
                  </a:lnTo>
                  <a:lnTo>
                    <a:pt x="3096742" y="4343400"/>
                  </a:lnTo>
                  <a:lnTo>
                    <a:pt x="3096742" y="3594100"/>
                  </a:lnTo>
                  <a:lnTo>
                    <a:pt x="3847909" y="3594100"/>
                  </a:lnTo>
                  <a:lnTo>
                    <a:pt x="3847909" y="3556000"/>
                  </a:lnTo>
                  <a:lnTo>
                    <a:pt x="3096742" y="3556000"/>
                  </a:lnTo>
                  <a:lnTo>
                    <a:pt x="3096742" y="2806700"/>
                  </a:lnTo>
                  <a:lnTo>
                    <a:pt x="3847909" y="2806700"/>
                  </a:lnTo>
                  <a:lnTo>
                    <a:pt x="3847909" y="2768600"/>
                  </a:lnTo>
                  <a:lnTo>
                    <a:pt x="3096742" y="2768600"/>
                  </a:lnTo>
                  <a:lnTo>
                    <a:pt x="3096742" y="2019300"/>
                  </a:lnTo>
                  <a:lnTo>
                    <a:pt x="3847909" y="2019300"/>
                  </a:lnTo>
                  <a:lnTo>
                    <a:pt x="3847909" y="1981200"/>
                  </a:lnTo>
                  <a:lnTo>
                    <a:pt x="3096742" y="1981200"/>
                  </a:lnTo>
                  <a:lnTo>
                    <a:pt x="3096742" y="1231900"/>
                  </a:lnTo>
                  <a:lnTo>
                    <a:pt x="3847909" y="1231900"/>
                  </a:lnTo>
                  <a:lnTo>
                    <a:pt x="3847909" y="1193800"/>
                  </a:lnTo>
                  <a:lnTo>
                    <a:pt x="3096742" y="1193800"/>
                  </a:lnTo>
                  <a:lnTo>
                    <a:pt x="3096742" y="444500"/>
                  </a:lnTo>
                  <a:lnTo>
                    <a:pt x="3847909" y="444500"/>
                  </a:lnTo>
                  <a:lnTo>
                    <a:pt x="3847909" y="406400"/>
                  </a:lnTo>
                  <a:lnTo>
                    <a:pt x="3096742" y="406400"/>
                  </a:lnTo>
                  <a:lnTo>
                    <a:pt x="3096742" y="0"/>
                  </a:lnTo>
                  <a:lnTo>
                    <a:pt x="3060204" y="0"/>
                  </a:lnTo>
                  <a:lnTo>
                    <a:pt x="3060204" y="7493000"/>
                  </a:lnTo>
                  <a:lnTo>
                    <a:pt x="2309012" y="7493000"/>
                  </a:lnTo>
                  <a:lnTo>
                    <a:pt x="2309012" y="6743700"/>
                  </a:lnTo>
                  <a:lnTo>
                    <a:pt x="3060204" y="6743700"/>
                  </a:lnTo>
                  <a:lnTo>
                    <a:pt x="3060204" y="6705600"/>
                  </a:lnTo>
                  <a:lnTo>
                    <a:pt x="2309012" y="6705600"/>
                  </a:lnTo>
                  <a:lnTo>
                    <a:pt x="2309012" y="5956300"/>
                  </a:lnTo>
                  <a:lnTo>
                    <a:pt x="3060204" y="5956300"/>
                  </a:lnTo>
                  <a:lnTo>
                    <a:pt x="3060204" y="5918200"/>
                  </a:lnTo>
                  <a:lnTo>
                    <a:pt x="2309012" y="5918200"/>
                  </a:lnTo>
                  <a:lnTo>
                    <a:pt x="2309012" y="5168900"/>
                  </a:lnTo>
                  <a:lnTo>
                    <a:pt x="3060204" y="5168900"/>
                  </a:lnTo>
                  <a:lnTo>
                    <a:pt x="3060204" y="5130800"/>
                  </a:lnTo>
                  <a:lnTo>
                    <a:pt x="2309012" y="5130800"/>
                  </a:lnTo>
                  <a:lnTo>
                    <a:pt x="2309012" y="4381500"/>
                  </a:lnTo>
                  <a:lnTo>
                    <a:pt x="3060204" y="4381500"/>
                  </a:lnTo>
                  <a:lnTo>
                    <a:pt x="3060204" y="4343400"/>
                  </a:lnTo>
                  <a:lnTo>
                    <a:pt x="2309012" y="4343400"/>
                  </a:lnTo>
                  <a:lnTo>
                    <a:pt x="2309012" y="3594100"/>
                  </a:lnTo>
                  <a:lnTo>
                    <a:pt x="3060204" y="3594100"/>
                  </a:lnTo>
                  <a:lnTo>
                    <a:pt x="3060204" y="3556000"/>
                  </a:lnTo>
                  <a:lnTo>
                    <a:pt x="2309012" y="3556000"/>
                  </a:lnTo>
                  <a:lnTo>
                    <a:pt x="2309012" y="2806700"/>
                  </a:lnTo>
                  <a:lnTo>
                    <a:pt x="3060204" y="2806700"/>
                  </a:lnTo>
                  <a:lnTo>
                    <a:pt x="3060204" y="2768600"/>
                  </a:lnTo>
                  <a:lnTo>
                    <a:pt x="2309012" y="2768600"/>
                  </a:lnTo>
                  <a:lnTo>
                    <a:pt x="2309012" y="2019300"/>
                  </a:lnTo>
                  <a:lnTo>
                    <a:pt x="3060204" y="2019300"/>
                  </a:lnTo>
                  <a:lnTo>
                    <a:pt x="3060204" y="1981200"/>
                  </a:lnTo>
                  <a:lnTo>
                    <a:pt x="2309012" y="1981200"/>
                  </a:lnTo>
                  <a:lnTo>
                    <a:pt x="2309012" y="1231900"/>
                  </a:lnTo>
                  <a:lnTo>
                    <a:pt x="3060204" y="1231900"/>
                  </a:lnTo>
                  <a:lnTo>
                    <a:pt x="3060204" y="1193800"/>
                  </a:lnTo>
                  <a:lnTo>
                    <a:pt x="2309012" y="1193800"/>
                  </a:lnTo>
                  <a:lnTo>
                    <a:pt x="2309012" y="444500"/>
                  </a:lnTo>
                  <a:lnTo>
                    <a:pt x="3060204" y="444500"/>
                  </a:lnTo>
                  <a:lnTo>
                    <a:pt x="3060204" y="406400"/>
                  </a:lnTo>
                  <a:lnTo>
                    <a:pt x="2309012" y="406400"/>
                  </a:lnTo>
                  <a:lnTo>
                    <a:pt x="2309012" y="0"/>
                  </a:lnTo>
                  <a:lnTo>
                    <a:pt x="2272474" y="0"/>
                  </a:lnTo>
                  <a:lnTo>
                    <a:pt x="2272474" y="7493000"/>
                  </a:lnTo>
                  <a:lnTo>
                    <a:pt x="1521269" y="7493000"/>
                  </a:lnTo>
                  <a:lnTo>
                    <a:pt x="1521269" y="6743700"/>
                  </a:lnTo>
                  <a:lnTo>
                    <a:pt x="2272474" y="6743700"/>
                  </a:lnTo>
                  <a:lnTo>
                    <a:pt x="2272474" y="6705600"/>
                  </a:lnTo>
                  <a:lnTo>
                    <a:pt x="1521269" y="6705600"/>
                  </a:lnTo>
                  <a:lnTo>
                    <a:pt x="1521269" y="5956300"/>
                  </a:lnTo>
                  <a:lnTo>
                    <a:pt x="2272474" y="5956300"/>
                  </a:lnTo>
                  <a:lnTo>
                    <a:pt x="2272474" y="5918200"/>
                  </a:lnTo>
                  <a:lnTo>
                    <a:pt x="1521269" y="5918200"/>
                  </a:lnTo>
                  <a:lnTo>
                    <a:pt x="1521269" y="5168900"/>
                  </a:lnTo>
                  <a:lnTo>
                    <a:pt x="2272474" y="5168900"/>
                  </a:lnTo>
                  <a:lnTo>
                    <a:pt x="2272474" y="5130800"/>
                  </a:lnTo>
                  <a:lnTo>
                    <a:pt x="1521269" y="5130800"/>
                  </a:lnTo>
                  <a:lnTo>
                    <a:pt x="1521269" y="4381500"/>
                  </a:lnTo>
                  <a:lnTo>
                    <a:pt x="2272474" y="4381500"/>
                  </a:lnTo>
                  <a:lnTo>
                    <a:pt x="2272474" y="4343400"/>
                  </a:lnTo>
                  <a:lnTo>
                    <a:pt x="1521269" y="4343400"/>
                  </a:lnTo>
                  <a:lnTo>
                    <a:pt x="1521269" y="3594100"/>
                  </a:lnTo>
                  <a:lnTo>
                    <a:pt x="2272474" y="3594100"/>
                  </a:lnTo>
                  <a:lnTo>
                    <a:pt x="2272474" y="3556000"/>
                  </a:lnTo>
                  <a:lnTo>
                    <a:pt x="1521269" y="3556000"/>
                  </a:lnTo>
                  <a:lnTo>
                    <a:pt x="1521269" y="2806700"/>
                  </a:lnTo>
                  <a:lnTo>
                    <a:pt x="2272474" y="2806700"/>
                  </a:lnTo>
                  <a:lnTo>
                    <a:pt x="2272474" y="2768600"/>
                  </a:lnTo>
                  <a:lnTo>
                    <a:pt x="1521269" y="2768600"/>
                  </a:lnTo>
                  <a:lnTo>
                    <a:pt x="1521269" y="2019300"/>
                  </a:lnTo>
                  <a:lnTo>
                    <a:pt x="2272474" y="2019300"/>
                  </a:lnTo>
                  <a:lnTo>
                    <a:pt x="2272474" y="1981200"/>
                  </a:lnTo>
                  <a:lnTo>
                    <a:pt x="1521269" y="1981200"/>
                  </a:lnTo>
                  <a:lnTo>
                    <a:pt x="1521269" y="1231900"/>
                  </a:lnTo>
                  <a:lnTo>
                    <a:pt x="2272474" y="1231900"/>
                  </a:lnTo>
                  <a:lnTo>
                    <a:pt x="2272474" y="1193800"/>
                  </a:lnTo>
                  <a:lnTo>
                    <a:pt x="1521269" y="1193800"/>
                  </a:lnTo>
                  <a:lnTo>
                    <a:pt x="1521269" y="444500"/>
                  </a:lnTo>
                  <a:lnTo>
                    <a:pt x="2272474" y="444500"/>
                  </a:lnTo>
                  <a:lnTo>
                    <a:pt x="2272474" y="406400"/>
                  </a:lnTo>
                  <a:lnTo>
                    <a:pt x="1521269" y="406400"/>
                  </a:lnTo>
                  <a:lnTo>
                    <a:pt x="1521269" y="0"/>
                  </a:lnTo>
                  <a:lnTo>
                    <a:pt x="1484744" y="0"/>
                  </a:lnTo>
                  <a:lnTo>
                    <a:pt x="1484744" y="7493000"/>
                  </a:lnTo>
                  <a:lnTo>
                    <a:pt x="733564" y="7493000"/>
                  </a:lnTo>
                  <a:lnTo>
                    <a:pt x="733564" y="6743700"/>
                  </a:lnTo>
                  <a:lnTo>
                    <a:pt x="1484744" y="6743700"/>
                  </a:lnTo>
                  <a:lnTo>
                    <a:pt x="1484744" y="6705600"/>
                  </a:lnTo>
                  <a:lnTo>
                    <a:pt x="733564" y="6705600"/>
                  </a:lnTo>
                  <a:lnTo>
                    <a:pt x="733564" y="5956300"/>
                  </a:lnTo>
                  <a:lnTo>
                    <a:pt x="1484744" y="5956300"/>
                  </a:lnTo>
                  <a:lnTo>
                    <a:pt x="1484744" y="5918200"/>
                  </a:lnTo>
                  <a:lnTo>
                    <a:pt x="733564" y="5918200"/>
                  </a:lnTo>
                  <a:lnTo>
                    <a:pt x="733564" y="5168900"/>
                  </a:lnTo>
                  <a:lnTo>
                    <a:pt x="1484744" y="5168900"/>
                  </a:lnTo>
                  <a:lnTo>
                    <a:pt x="1484744" y="5130800"/>
                  </a:lnTo>
                  <a:lnTo>
                    <a:pt x="733564" y="5130800"/>
                  </a:lnTo>
                  <a:lnTo>
                    <a:pt x="733564" y="4381500"/>
                  </a:lnTo>
                  <a:lnTo>
                    <a:pt x="1484744" y="4381500"/>
                  </a:lnTo>
                  <a:lnTo>
                    <a:pt x="1484744" y="4343400"/>
                  </a:lnTo>
                  <a:lnTo>
                    <a:pt x="733564" y="4343400"/>
                  </a:lnTo>
                  <a:lnTo>
                    <a:pt x="733564" y="3594100"/>
                  </a:lnTo>
                  <a:lnTo>
                    <a:pt x="1484744" y="3594100"/>
                  </a:lnTo>
                  <a:lnTo>
                    <a:pt x="1484744" y="3556000"/>
                  </a:lnTo>
                  <a:lnTo>
                    <a:pt x="733564" y="3556000"/>
                  </a:lnTo>
                  <a:lnTo>
                    <a:pt x="733564" y="2806700"/>
                  </a:lnTo>
                  <a:lnTo>
                    <a:pt x="1484744" y="2806700"/>
                  </a:lnTo>
                  <a:lnTo>
                    <a:pt x="1484744" y="2768600"/>
                  </a:lnTo>
                  <a:lnTo>
                    <a:pt x="733564" y="2768600"/>
                  </a:lnTo>
                  <a:lnTo>
                    <a:pt x="733564" y="2019300"/>
                  </a:lnTo>
                  <a:lnTo>
                    <a:pt x="1484744" y="2019300"/>
                  </a:lnTo>
                  <a:lnTo>
                    <a:pt x="1484744" y="1981200"/>
                  </a:lnTo>
                  <a:lnTo>
                    <a:pt x="733564" y="1981200"/>
                  </a:lnTo>
                  <a:lnTo>
                    <a:pt x="733564" y="1231900"/>
                  </a:lnTo>
                  <a:lnTo>
                    <a:pt x="1484744" y="1231900"/>
                  </a:lnTo>
                  <a:lnTo>
                    <a:pt x="1484744" y="1193800"/>
                  </a:lnTo>
                  <a:lnTo>
                    <a:pt x="733564" y="1193800"/>
                  </a:lnTo>
                  <a:lnTo>
                    <a:pt x="733564" y="444500"/>
                  </a:lnTo>
                  <a:lnTo>
                    <a:pt x="1484744" y="444500"/>
                  </a:lnTo>
                  <a:lnTo>
                    <a:pt x="1484744" y="406400"/>
                  </a:lnTo>
                  <a:lnTo>
                    <a:pt x="733564" y="406400"/>
                  </a:lnTo>
                  <a:lnTo>
                    <a:pt x="733564" y="0"/>
                  </a:lnTo>
                  <a:lnTo>
                    <a:pt x="697039" y="0"/>
                  </a:lnTo>
                  <a:lnTo>
                    <a:pt x="697039" y="406400"/>
                  </a:lnTo>
                  <a:lnTo>
                    <a:pt x="0" y="406400"/>
                  </a:lnTo>
                  <a:lnTo>
                    <a:pt x="0" y="444500"/>
                  </a:lnTo>
                  <a:lnTo>
                    <a:pt x="697039" y="444500"/>
                  </a:lnTo>
                  <a:lnTo>
                    <a:pt x="697039" y="1193800"/>
                  </a:lnTo>
                  <a:lnTo>
                    <a:pt x="0" y="1193800"/>
                  </a:lnTo>
                  <a:lnTo>
                    <a:pt x="0" y="1231900"/>
                  </a:lnTo>
                  <a:lnTo>
                    <a:pt x="697039" y="1231900"/>
                  </a:lnTo>
                  <a:lnTo>
                    <a:pt x="697039" y="1981200"/>
                  </a:lnTo>
                  <a:lnTo>
                    <a:pt x="0" y="1981200"/>
                  </a:lnTo>
                  <a:lnTo>
                    <a:pt x="0" y="2019300"/>
                  </a:lnTo>
                  <a:lnTo>
                    <a:pt x="697039" y="2019300"/>
                  </a:lnTo>
                  <a:lnTo>
                    <a:pt x="697039" y="2768600"/>
                  </a:lnTo>
                  <a:lnTo>
                    <a:pt x="0" y="2768600"/>
                  </a:lnTo>
                  <a:lnTo>
                    <a:pt x="0" y="2806700"/>
                  </a:lnTo>
                  <a:lnTo>
                    <a:pt x="697039" y="2806700"/>
                  </a:lnTo>
                  <a:lnTo>
                    <a:pt x="697039" y="3556000"/>
                  </a:lnTo>
                  <a:lnTo>
                    <a:pt x="0" y="3556000"/>
                  </a:lnTo>
                  <a:lnTo>
                    <a:pt x="0" y="3594100"/>
                  </a:lnTo>
                  <a:lnTo>
                    <a:pt x="697039" y="3594100"/>
                  </a:lnTo>
                  <a:lnTo>
                    <a:pt x="697039" y="4343400"/>
                  </a:lnTo>
                  <a:lnTo>
                    <a:pt x="0" y="4343400"/>
                  </a:lnTo>
                  <a:lnTo>
                    <a:pt x="0" y="4381500"/>
                  </a:lnTo>
                  <a:lnTo>
                    <a:pt x="697039" y="4381500"/>
                  </a:lnTo>
                  <a:lnTo>
                    <a:pt x="697039" y="5130800"/>
                  </a:lnTo>
                  <a:lnTo>
                    <a:pt x="0" y="5130800"/>
                  </a:lnTo>
                  <a:lnTo>
                    <a:pt x="0" y="5168900"/>
                  </a:lnTo>
                  <a:lnTo>
                    <a:pt x="697039" y="5168900"/>
                  </a:lnTo>
                  <a:lnTo>
                    <a:pt x="697039" y="5918200"/>
                  </a:lnTo>
                  <a:lnTo>
                    <a:pt x="0" y="5918200"/>
                  </a:lnTo>
                  <a:lnTo>
                    <a:pt x="0" y="5956300"/>
                  </a:lnTo>
                  <a:lnTo>
                    <a:pt x="697039" y="5956300"/>
                  </a:lnTo>
                  <a:lnTo>
                    <a:pt x="697039" y="6705600"/>
                  </a:lnTo>
                  <a:lnTo>
                    <a:pt x="0" y="6705600"/>
                  </a:lnTo>
                  <a:lnTo>
                    <a:pt x="0" y="6743700"/>
                  </a:lnTo>
                  <a:lnTo>
                    <a:pt x="697039" y="6743700"/>
                  </a:lnTo>
                  <a:lnTo>
                    <a:pt x="697039" y="7493000"/>
                  </a:lnTo>
                  <a:lnTo>
                    <a:pt x="0" y="7493000"/>
                  </a:lnTo>
                  <a:lnTo>
                    <a:pt x="0" y="7531100"/>
                  </a:lnTo>
                  <a:lnTo>
                    <a:pt x="4635652" y="7531100"/>
                  </a:lnTo>
                  <a:lnTo>
                    <a:pt x="4635652" y="8280400"/>
                  </a:lnTo>
                  <a:lnTo>
                    <a:pt x="4672177" y="8280400"/>
                  </a:lnTo>
                  <a:lnTo>
                    <a:pt x="4672177" y="7531100"/>
                  </a:lnTo>
                  <a:lnTo>
                    <a:pt x="4992827" y="7531100"/>
                  </a:lnTo>
                  <a:lnTo>
                    <a:pt x="4992827" y="7493000"/>
                  </a:lnTo>
                  <a:lnTo>
                    <a:pt x="4672177" y="7493000"/>
                  </a:lnTo>
                  <a:lnTo>
                    <a:pt x="4672177" y="6743700"/>
                  </a:lnTo>
                  <a:lnTo>
                    <a:pt x="4992827" y="6743700"/>
                  </a:lnTo>
                  <a:lnTo>
                    <a:pt x="4992827" y="6705600"/>
                  </a:lnTo>
                  <a:lnTo>
                    <a:pt x="4672177" y="6705600"/>
                  </a:lnTo>
                  <a:lnTo>
                    <a:pt x="4672177" y="5956300"/>
                  </a:lnTo>
                  <a:lnTo>
                    <a:pt x="4992827" y="5956300"/>
                  </a:lnTo>
                  <a:lnTo>
                    <a:pt x="4992827" y="5918200"/>
                  </a:lnTo>
                  <a:lnTo>
                    <a:pt x="4672177" y="5918200"/>
                  </a:lnTo>
                  <a:lnTo>
                    <a:pt x="4672177" y="5168900"/>
                  </a:lnTo>
                  <a:lnTo>
                    <a:pt x="4992827" y="5168900"/>
                  </a:lnTo>
                  <a:lnTo>
                    <a:pt x="4992827" y="5130800"/>
                  </a:lnTo>
                  <a:lnTo>
                    <a:pt x="4672177" y="5130800"/>
                  </a:lnTo>
                  <a:lnTo>
                    <a:pt x="4672177" y="4381500"/>
                  </a:lnTo>
                  <a:lnTo>
                    <a:pt x="4992827" y="4381500"/>
                  </a:lnTo>
                  <a:lnTo>
                    <a:pt x="4992827" y="4343400"/>
                  </a:lnTo>
                  <a:lnTo>
                    <a:pt x="4672177" y="4343400"/>
                  </a:lnTo>
                  <a:lnTo>
                    <a:pt x="4672177" y="3594100"/>
                  </a:lnTo>
                  <a:lnTo>
                    <a:pt x="4992827" y="3594100"/>
                  </a:lnTo>
                  <a:lnTo>
                    <a:pt x="4992827" y="3556000"/>
                  </a:lnTo>
                  <a:lnTo>
                    <a:pt x="4672177" y="3556000"/>
                  </a:lnTo>
                  <a:lnTo>
                    <a:pt x="4672177" y="2806700"/>
                  </a:lnTo>
                  <a:lnTo>
                    <a:pt x="4992827" y="2806700"/>
                  </a:lnTo>
                  <a:lnTo>
                    <a:pt x="4992827" y="2768600"/>
                  </a:lnTo>
                  <a:lnTo>
                    <a:pt x="4672177" y="2768600"/>
                  </a:lnTo>
                  <a:lnTo>
                    <a:pt x="4672177" y="2019300"/>
                  </a:lnTo>
                  <a:lnTo>
                    <a:pt x="4992827" y="2019300"/>
                  </a:lnTo>
                  <a:lnTo>
                    <a:pt x="4992827" y="1981200"/>
                  </a:lnTo>
                  <a:lnTo>
                    <a:pt x="4672177" y="1981200"/>
                  </a:lnTo>
                  <a:lnTo>
                    <a:pt x="4672177" y="1231900"/>
                  </a:lnTo>
                  <a:lnTo>
                    <a:pt x="4992827" y="1231900"/>
                  </a:lnTo>
                  <a:lnTo>
                    <a:pt x="4992827" y="1193800"/>
                  </a:lnTo>
                  <a:lnTo>
                    <a:pt x="4672177" y="1193800"/>
                  </a:lnTo>
                  <a:lnTo>
                    <a:pt x="4672177" y="444500"/>
                  </a:lnTo>
                  <a:lnTo>
                    <a:pt x="4992827" y="444500"/>
                  </a:lnTo>
                  <a:lnTo>
                    <a:pt x="4992827" y="406400"/>
                  </a:lnTo>
                  <a:close/>
                </a:path>
              </a:pathLst>
            </a:custGeom>
            <a:solidFill>
              <a:srgbClr val="F9E7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295161" y="7531112"/>
              <a:ext cx="4993005" cy="2743200"/>
            </a:xfrm>
            <a:custGeom>
              <a:avLst/>
              <a:gdLst/>
              <a:ahLst/>
              <a:cxnLst/>
              <a:rect l="l" t="t" r="r" b="b"/>
              <a:pathLst>
                <a:path w="4993005" h="2743200">
                  <a:moveTo>
                    <a:pt x="4992827" y="749300"/>
                  </a:moveTo>
                  <a:lnTo>
                    <a:pt x="4672177" y="749300"/>
                  </a:lnTo>
                  <a:lnTo>
                    <a:pt x="4672177" y="0"/>
                  </a:lnTo>
                  <a:lnTo>
                    <a:pt x="4635652" y="0"/>
                  </a:lnTo>
                  <a:lnTo>
                    <a:pt x="4635652" y="2324100"/>
                  </a:lnTo>
                  <a:lnTo>
                    <a:pt x="3884447" y="2324100"/>
                  </a:lnTo>
                  <a:lnTo>
                    <a:pt x="3884447" y="1574800"/>
                  </a:lnTo>
                  <a:lnTo>
                    <a:pt x="4635652" y="1574800"/>
                  </a:lnTo>
                  <a:lnTo>
                    <a:pt x="4635652" y="1536700"/>
                  </a:lnTo>
                  <a:lnTo>
                    <a:pt x="3884447" y="1536700"/>
                  </a:lnTo>
                  <a:lnTo>
                    <a:pt x="3884447" y="787400"/>
                  </a:lnTo>
                  <a:lnTo>
                    <a:pt x="4635652" y="787400"/>
                  </a:lnTo>
                  <a:lnTo>
                    <a:pt x="4635652" y="749300"/>
                  </a:lnTo>
                  <a:lnTo>
                    <a:pt x="3884447" y="749300"/>
                  </a:lnTo>
                  <a:lnTo>
                    <a:pt x="3884447" y="0"/>
                  </a:lnTo>
                  <a:lnTo>
                    <a:pt x="3847909" y="0"/>
                  </a:lnTo>
                  <a:lnTo>
                    <a:pt x="3847909" y="2324100"/>
                  </a:lnTo>
                  <a:lnTo>
                    <a:pt x="3096742" y="2324100"/>
                  </a:lnTo>
                  <a:lnTo>
                    <a:pt x="3096742" y="1574800"/>
                  </a:lnTo>
                  <a:lnTo>
                    <a:pt x="3847909" y="1574800"/>
                  </a:lnTo>
                  <a:lnTo>
                    <a:pt x="3847909" y="1536700"/>
                  </a:lnTo>
                  <a:lnTo>
                    <a:pt x="3096742" y="1536700"/>
                  </a:lnTo>
                  <a:lnTo>
                    <a:pt x="3096742" y="787400"/>
                  </a:lnTo>
                  <a:lnTo>
                    <a:pt x="3847909" y="787400"/>
                  </a:lnTo>
                  <a:lnTo>
                    <a:pt x="3847909" y="749300"/>
                  </a:lnTo>
                  <a:lnTo>
                    <a:pt x="3096742" y="749300"/>
                  </a:lnTo>
                  <a:lnTo>
                    <a:pt x="3096742" y="0"/>
                  </a:lnTo>
                  <a:lnTo>
                    <a:pt x="3060204" y="0"/>
                  </a:lnTo>
                  <a:lnTo>
                    <a:pt x="3060204" y="2324100"/>
                  </a:lnTo>
                  <a:lnTo>
                    <a:pt x="2309012" y="2324100"/>
                  </a:lnTo>
                  <a:lnTo>
                    <a:pt x="2309012" y="1574800"/>
                  </a:lnTo>
                  <a:lnTo>
                    <a:pt x="3060204" y="1574800"/>
                  </a:lnTo>
                  <a:lnTo>
                    <a:pt x="3060204" y="1536700"/>
                  </a:lnTo>
                  <a:lnTo>
                    <a:pt x="2309012" y="1536700"/>
                  </a:lnTo>
                  <a:lnTo>
                    <a:pt x="2309012" y="787400"/>
                  </a:lnTo>
                  <a:lnTo>
                    <a:pt x="3060204" y="787400"/>
                  </a:lnTo>
                  <a:lnTo>
                    <a:pt x="3060204" y="749300"/>
                  </a:lnTo>
                  <a:lnTo>
                    <a:pt x="2309012" y="749300"/>
                  </a:lnTo>
                  <a:lnTo>
                    <a:pt x="2309012" y="0"/>
                  </a:lnTo>
                  <a:lnTo>
                    <a:pt x="2272474" y="0"/>
                  </a:lnTo>
                  <a:lnTo>
                    <a:pt x="2272474" y="2324100"/>
                  </a:lnTo>
                  <a:lnTo>
                    <a:pt x="1521269" y="2324100"/>
                  </a:lnTo>
                  <a:lnTo>
                    <a:pt x="1521269" y="1574800"/>
                  </a:lnTo>
                  <a:lnTo>
                    <a:pt x="2272474" y="1574800"/>
                  </a:lnTo>
                  <a:lnTo>
                    <a:pt x="2272474" y="1536700"/>
                  </a:lnTo>
                  <a:lnTo>
                    <a:pt x="1521269" y="1536700"/>
                  </a:lnTo>
                  <a:lnTo>
                    <a:pt x="1521269" y="787400"/>
                  </a:lnTo>
                  <a:lnTo>
                    <a:pt x="2272474" y="787400"/>
                  </a:lnTo>
                  <a:lnTo>
                    <a:pt x="2272474" y="749300"/>
                  </a:lnTo>
                  <a:lnTo>
                    <a:pt x="1521269" y="749300"/>
                  </a:lnTo>
                  <a:lnTo>
                    <a:pt x="1521269" y="0"/>
                  </a:lnTo>
                  <a:lnTo>
                    <a:pt x="1484744" y="0"/>
                  </a:lnTo>
                  <a:lnTo>
                    <a:pt x="1484744" y="2324100"/>
                  </a:lnTo>
                  <a:lnTo>
                    <a:pt x="733564" y="2324100"/>
                  </a:lnTo>
                  <a:lnTo>
                    <a:pt x="733564" y="1574800"/>
                  </a:lnTo>
                  <a:lnTo>
                    <a:pt x="1484744" y="1574800"/>
                  </a:lnTo>
                  <a:lnTo>
                    <a:pt x="1484744" y="1536700"/>
                  </a:lnTo>
                  <a:lnTo>
                    <a:pt x="733564" y="1536700"/>
                  </a:lnTo>
                  <a:lnTo>
                    <a:pt x="733564" y="787400"/>
                  </a:lnTo>
                  <a:lnTo>
                    <a:pt x="1484744" y="787400"/>
                  </a:lnTo>
                  <a:lnTo>
                    <a:pt x="1484744" y="749300"/>
                  </a:lnTo>
                  <a:lnTo>
                    <a:pt x="733564" y="749300"/>
                  </a:lnTo>
                  <a:lnTo>
                    <a:pt x="733564" y="0"/>
                  </a:lnTo>
                  <a:lnTo>
                    <a:pt x="697039" y="0"/>
                  </a:lnTo>
                  <a:lnTo>
                    <a:pt x="697039" y="749300"/>
                  </a:lnTo>
                  <a:lnTo>
                    <a:pt x="0" y="749300"/>
                  </a:lnTo>
                  <a:lnTo>
                    <a:pt x="0" y="787400"/>
                  </a:lnTo>
                  <a:lnTo>
                    <a:pt x="697039" y="787400"/>
                  </a:lnTo>
                  <a:lnTo>
                    <a:pt x="697039" y="1536700"/>
                  </a:lnTo>
                  <a:lnTo>
                    <a:pt x="0" y="1536700"/>
                  </a:lnTo>
                  <a:lnTo>
                    <a:pt x="0" y="1574800"/>
                  </a:lnTo>
                  <a:lnTo>
                    <a:pt x="697039" y="1574800"/>
                  </a:lnTo>
                  <a:lnTo>
                    <a:pt x="697039" y="2324100"/>
                  </a:lnTo>
                  <a:lnTo>
                    <a:pt x="0" y="2324100"/>
                  </a:lnTo>
                  <a:lnTo>
                    <a:pt x="0" y="2362200"/>
                  </a:lnTo>
                  <a:lnTo>
                    <a:pt x="697039" y="2362200"/>
                  </a:lnTo>
                  <a:lnTo>
                    <a:pt x="697039" y="2743200"/>
                  </a:lnTo>
                  <a:lnTo>
                    <a:pt x="733564" y="2743200"/>
                  </a:lnTo>
                  <a:lnTo>
                    <a:pt x="733564" y="2362200"/>
                  </a:lnTo>
                  <a:lnTo>
                    <a:pt x="1484744" y="2362200"/>
                  </a:lnTo>
                  <a:lnTo>
                    <a:pt x="1484744" y="2743200"/>
                  </a:lnTo>
                  <a:lnTo>
                    <a:pt x="1521269" y="2743200"/>
                  </a:lnTo>
                  <a:lnTo>
                    <a:pt x="1521269" y="2362200"/>
                  </a:lnTo>
                  <a:lnTo>
                    <a:pt x="2272474" y="2362200"/>
                  </a:lnTo>
                  <a:lnTo>
                    <a:pt x="2272474" y="2743200"/>
                  </a:lnTo>
                  <a:lnTo>
                    <a:pt x="2309012" y="2743200"/>
                  </a:lnTo>
                  <a:lnTo>
                    <a:pt x="2309012" y="2362200"/>
                  </a:lnTo>
                  <a:lnTo>
                    <a:pt x="3060204" y="2362200"/>
                  </a:lnTo>
                  <a:lnTo>
                    <a:pt x="3060204" y="2743200"/>
                  </a:lnTo>
                  <a:lnTo>
                    <a:pt x="3096742" y="2743200"/>
                  </a:lnTo>
                  <a:lnTo>
                    <a:pt x="3096742" y="2362200"/>
                  </a:lnTo>
                  <a:lnTo>
                    <a:pt x="3847909" y="2362200"/>
                  </a:lnTo>
                  <a:lnTo>
                    <a:pt x="3847909" y="2743200"/>
                  </a:lnTo>
                  <a:lnTo>
                    <a:pt x="3884447" y="2743200"/>
                  </a:lnTo>
                  <a:lnTo>
                    <a:pt x="3884447" y="2362200"/>
                  </a:lnTo>
                  <a:lnTo>
                    <a:pt x="4635652" y="2362200"/>
                  </a:lnTo>
                  <a:lnTo>
                    <a:pt x="4635652" y="2743200"/>
                  </a:lnTo>
                  <a:lnTo>
                    <a:pt x="4672177" y="2743200"/>
                  </a:lnTo>
                  <a:lnTo>
                    <a:pt x="4672177" y="2362200"/>
                  </a:lnTo>
                  <a:lnTo>
                    <a:pt x="4992827" y="2362200"/>
                  </a:lnTo>
                  <a:lnTo>
                    <a:pt x="4992827" y="2324100"/>
                  </a:lnTo>
                  <a:lnTo>
                    <a:pt x="4672177" y="2324100"/>
                  </a:lnTo>
                  <a:lnTo>
                    <a:pt x="4672177" y="1574800"/>
                  </a:lnTo>
                  <a:lnTo>
                    <a:pt x="4992827" y="1574800"/>
                  </a:lnTo>
                  <a:lnTo>
                    <a:pt x="4992827" y="1536700"/>
                  </a:lnTo>
                  <a:lnTo>
                    <a:pt x="4672177" y="1536700"/>
                  </a:lnTo>
                  <a:lnTo>
                    <a:pt x="4672177" y="787400"/>
                  </a:lnTo>
                  <a:lnTo>
                    <a:pt x="4992827" y="787400"/>
                  </a:lnTo>
                  <a:lnTo>
                    <a:pt x="4992827" y="749300"/>
                  </a:lnTo>
                  <a:close/>
                </a:path>
              </a:pathLst>
            </a:custGeom>
            <a:solidFill>
              <a:srgbClr val="F9E7E4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295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MEIRA LISTYANINGRUM</dc:creator>
  <cp:keywords>DAF2MRPHnfg,BAFhSMZrg6M</cp:keywords>
  <dc:title>How Maglev Trains Work Educational Video in Green Dark Blue Neat Collage Style</dc:title>
  <dcterms:created xsi:type="dcterms:W3CDTF">2023-12-07T02:39:27Z</dcterms:created>
  <dcterms:modified xsi:type="dcterms:W3CDTF">2023-12-07T02:39:27Z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2023-12-07T00:00:00Z</vt:filetime>
  </property>
  <property fmtid="{D5CDD505-2E9C-101B-9397-08002B2CF9AE}" pid="3" name="Creator">
    <vt:lpwstr>Canva</vt:lpwstr>
  </property>
  <property fmtid="{D5CDD505-2E9C-101B-9397-08002B2CF9AE}" pid="4" name="LastSaved">
    <vt:filetime>2023-12-07T00:00:00Z</vt:filetime>
  </property>
</Properties>
</file>